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3.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82" r:id="rId4"/>
    <p:sldMasterId id="2147483759" r:id="rId5"/>
    <p:sldMasterId id="2147483791" r:id="rId6"/>
    <p:sldMasterId id="2147483772" r:id="rId7"/>
  </p:sldMasterIdLst>
  <p:notesMasterIdLst>
    <p:notesMasterId r:id="rId38"/>
  </p:notesMasterIdLst>
  <p:handoutMasterIdLst>
    <p:handoutMasterId r:id="rId39"/>
  </p:handoutMasterIdLst>
  <p:sldIdLst>
    <p:sldId id="320" r:id="rId8"/>
    <p:sldId id="321" r:id="rId9"/>
    <p:sldId id="336" r:id="rId10"/>
    <p:sldId id="476" r:id="rId11"/>
    <p:sldId id="2839" r:id="rId12"/>
    <p:sldId id="586" r:id="rId13"/>
    <p:sldId id="2745" r:id="rId14"/>
    <p:sldId id="2774" r:id="rId15"/>
    <p:sldId id="475" r:id="rId16"/>
    <p:sldId id="500" r:id="rId17"/>
    <p:sldId id="2059" r:id="rId18"/>
    <p:sldId id="2060" r:id="rId19"/>
    <p:sldId id="633" r:id="rId20"/>
    <p:sldId id="587" r:id="rId21"/>
    <p:sldId id="479" r:id="rId22"/>
    <p:sldId id="2062" r:id="rId23"/>
    <p:sldId id="480" r:id="rId24"/>
    <p:sldId id="481" r:id="rId25"/>
    <p:sldId id="477" r:id="rId26"/>
    <p:sldId id="502" r:id="rId27"/>
    <p:sldId id="483" r:id="rId28"/>
    <p:sldId id="482" r:id="rId29"/>
    <p:sldId id="595" r:id="rId30"/>
    <p:sldId id="2063" r:id="rId31"/>
    <p:sldId id="2064" r:id="rId32"/>
    <p:sldId id="430" r:id="rId33"/>
    <p:sldId id="484" r:id="rId34"/>
    <p:sldId id="2744" r:id="rId35"/>
    <p:sldId id="322" r:id="rId36"/>
    <p:sldId id="2761" r:id="rId37"/>
  </p:sldIdLst>
  <p:sldSz cx="12192000" cy="6858000"/>
  <p:notesSz cx="7315200" cy="9601200"/>
  <p:embeddedFontLst>
    <p:embeddedFont>
      <p:font typeface="Cambria Math" panose="02040503050406030204" pitchFamily="18" charset="0"/>
      <p:regular r:id="rId40"/>
    </p:embeddedFont>
    <p:embeddedFont>
      <p:font typeface="Segoe UI Light" panose="020B0502040204020203" pitchFamily="34" charset="0"/>
      <p:regular r:id="rId41"/>
      <p:italic r:id="rId42"/>
    </p:embeddedFont>
    <p:embeddedFont>
      <p:font typeface="Segoe UI Semibold" panose="020B0702040204020203" pitchFamily="34" charset="0"/>
      <p:regular r:id="rId43"/>
      <p:bold r:id="rId44"/>
      <p:italic r:id="rId45"/>
      <p:boldItalic r:id="rId46"/>
    </p:embeddedFont>
    <p:embeddedFont>
      <p:font typeface="Semplicita Pro" panose="020F0502020204030204" pitchFamily="34" charset="0"/>
      <p:regular r:id="rId47"/>
      <p:bold r:id="rId48"/>
      <p:italic r:id="rId49"/>
      <p:boldItalic r:id="rId50"/>
    </p:embeddedFont>
    <p:embeddedFont>
      <p:font typeface="Verdana" panose="020B0604030504040204" pitchFamily="34" charset="0"/>
      <p:regular r:id="rId51"/>
      <p:bold r:id="rId52"/>
      <p:italic r:id="rId53"/>
      <p:boldItalic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5" id="{2CD864BC-60FE-1042-9C98-334625B372AB}">
          <p14:sldIdLst>
            <p14:sldId id="320"/>
            <p14:sldId id="321"/>
            <p14:sldId id="336"/>
            <p14:sldId id="476"/>
            <p14:sldId id="2839"/>
            <p14:sldId id="586"/>
            <p14:sldId id="2745"/>
            <p14:sldId id="2774"/>
            <p14:sldId id="475"/>
            <p14:sldId id="500"/>
            <p14:sldId id="2059"/>
            <p14:sldId id="2060"/>
            <p14:sldId id="633"/>
            <p14:sldId id="587"/>
            <p14:sldId id="479"/>
            <p14:sldId id="2062"/>
            <p14:sldId id="480"/>
            <p14:sldId id="481"/>
            <p14:sldId id="477"/>
            <p14:sldId id="502"/>
            <p14:sldId id="483"/>
            <p14:sldId id="482"/>
            <p14:sldId id="595"/>
            <p14:sldId id="2063"/>
            <p14:sldId id="2064"/>
            <p14:sldId id="430"/>
            <p14:sldId id="484"/>
            <p14:sldId id="2744"/>
            <p14:sldId id="322"/>
            <p14:sldId id="2761"/>
          </p14:sldIdLst>
        </p14:section>
      </p14:sectionLst>
    </p:ex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0E661A-16D0-5403-552F-030E5600146C}" name="Steve Kromer" initials="SK" userId="S::steve@counterfactual-designs.com::3422a2b1-b5f1-46bb-a09f-17841b28c920" providerId="AD"/>
  <p188:author id="{F929B92B-5FBA-2421-6909-2730212124E6}" name="Chris Balbach" initials="CB" userId="Chris Balbach" providerId="None"/>
  <p188:author id="{42565433-F785-EC19-A8EF-41BF281547A8}" name="Erick Piller" initials="EP" userId="S::erick@counterfactual-designs.com::69ba48c4-f2f4-4312-a5bd-1ff860b9d88b" providerId="AD"/>
  <p188:author id="{817C43A2-646B-8A36-C16B-0D72086A9FB8}" name="Hassan Ali Younes" initials="HAY" userId="S::hassan@grfn.global::6ea118d4-3ea0-471c-921f-4ae10ac6ccc8" providerId="AD"/>
  <p188:author id="{CE599FF2-E437-F2DC-FA8A-1EA3C907C036}" name="Erick Piller" initials="EP" userId="Erick Piller" providerId="None"/>
  <p188:author id="{456971F8-98E7-7C77-B56E-D29A03818428}" name="Sam Day" initials="SD" userId="S::sam.day@clearesult.com::6df82dd2-643e-45b8-8786-7555ffc5823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EFB3"/>
    <a:srgbClr val="F05D5E"/>
    <a:srgbClr val="4A66AC"/>
    <a:srgbClr val="DC965A"/>
    <a:srgbClr val="609ED0"/>
    <a:srgbClr val="59A2AE"/>
    <a:srgbClr val="2C2A4A"/>
    <a:srgbClr val="DB2955"/>
    <a:srgbClr val="44455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015" autoAdjust="0"/>
    <p:restoredTop sz="96301" autoAdjust="0"/>
  </p:normalViewPr>
  <p:slideViewPr>
    <p:cSldViewPr snapToGrid="0">
      <p:cViewPr>
        <p:scale>
          <a:sx n="120" d="100"/>
          <a:sy n="120" d="100"/>
        </p:scale>
        <p:origin x="-232" y="536"/>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200" d="100"/>
        <a:sy n="200" d="100"/>
      </p:scale>
      <p:origin x="0" y="0"/>
    </p:cViewPr>
  </p:sorterViewPr>
  <p:notesViewPr>
    <p:cSldViewPr snapToGrid="0">
      <p:cViewPr varScale="1">
        <p:scale>
          <a:sx n="91" d="100"/>
          <a:sy n="91" d="100"/>
        </p:scale>
        <p:origin x="4320" y="2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handoutMaster" Target="handoutMasters/handoutMaster1.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openxmlformats.org/officeDocument/2006/relationships/tableStyles" Target="tableStyles.xml"/><Relationship Id="rId5" Type="http://schemas.openxmlformats.org/officeDocument/2006/relationships/slideMaster" Target="slideMasters/slideMaster2.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viewProps" Target="viewProps.xml"/><Relationship Id="rId8" Type="http://schemas.openxmlformats.org/officeDocument/2006/relationships/slide" Target="slides/slide1.xml"/><Relationship Id="rId51" Type="http://schemas.openxmlformats.org/officeDocument/2006/relationships/font" Target="fonts/font12.fntdata"/><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notesMaster" Target="notesMasters/notesMaster1.xml"/><Relationship Id="rId46" Type="http://schemas.openxmlformats.org/officeDocument/2006/relationships/font" Target="fonts/font7.fntdata"/><Relationship Id="rId59" Type="http://schemas.microsoft.com/office/2018/10/relationships/authors" Target="authors.xml"/><Relationship Id="rId20" Type="http://schemas.openxmlformats.org/officeDocument/2006/relationships/slide" Target="slides/slide13.xml"/><Relationship Id="rId41" Type="http://schemas.openxmlformats.org/officeDocument/2006/relationships/font" Target="fonts/font2.fntdata"/><Relationship Id="rId54" Type="http://schemas.openxmlformats.org/officeDocument/2006/relationships/font" Target="fonts/font15.fntdata"/><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font" Target="fonts/font10.fntdata"/><Relationship Id="rId57" Type="http://schemas.openxmlformats.org/officeDocument/2006/relationships/theme" Target="theme/theme1.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font" Target="fonts/font5.fntdata"/><Relationship Id="rId52" Type="http://schemas.openxmlformats.org/officeDocument/2006/relationships/font" Target="fonts/font1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4AC3932-3886-AF3B-4577-2492C2720727}"/>
              </a:ext>
            </a:extLst>
          </p:cNvPr>
          <p:cNvSpPr>
            <a:spLocks noGrp="1"/>
          </p:cNvSpPr>
          <p:nvPr>
            <p:ph type="ftr" sz="quarter" idx="2"/>
          </p:nvPr>
        </p:nvSpPr>
        <p:spPr>
          <a:xfrm>
            <a:off x="628000" y="9120188"/>
            <a:ext cx="2542238" cy="481012"/>
          </a:xfrm>
          <a:prstGeom prst="rect">
            <a:avLst/>
          </a:prstGeom>
        </p:spPr>
        <p:txBody>
          <a:bodyPr vert="horz" lIns="91440" tIns="45720" rIns="91440" bIns="45720" rtlCol="0" anchor="ctr"/>
          <a:lstStyle>
            <a:lvl1pPr algn="l">
              <a:defRPr sz="1200"/>
            </a:lvl1pPr>
          </a:lstStyle>
          <a:p>
            <a:r>
              <a:rPr lang="en-US" dirty="0">
                <a:latin typeface="Verdana" panose="020B0604030504040204" pitchFamily="34" charset="0"/>
                <a:ea typeface="Verdana" panose="020B0604030504040204" pitchFamily="34" charset="0"/>
              </a:rPr>
              <a:t>CMVP_v2.0_G_v1.1</a:t>
            </a:r>
          </a:p>
        </p:txBody>
      </p:sp>
      <p:sp>
        <p:nvSpPr>
          <p:cNvPr id="3" name="Slide Number Placeholder 2">
            <a:extLst>
              <a:ext uri="{FF2B5EF4-FFF2-40B4-BE49-F238E27FC236}">
                <a16:creationId xmlns:a16="http://schemas.microsoft.com/office/drawing/2014/main" id="{7099AACF-F874-6EBB-6E79-2DC0B8D9F232}"/>
              </a:ext>
            </a:extLst>
          </p:cNvPr>
          <p:cNvSpPr>
            <a:spLocks noGrp="1"/>
          </p:cNvSpPr>
          <p:nvPr>
            <p:ph type="sldNum" sz="quarter" idx="3"/>
          </p:nvPr>
        </p:nvSpPr>
        <p:spPr>
          <a:xfrm>
            <a:off x="4143375" y="9120188"/>
            <a:ext cx="2542238" cy="481012"/>
          </a:xfrm>
          <a:prstGeom prst="rect">
            <a:avLst/>
          </a:prstGeom>
        </p:spPr>
        <p:txBody>
          <a:bodyPr vert="horz" lIns="91440" tIns="45720" rIns="91440" bIns="45720" rtlCol="0" anchor="ctr"/>
          <a:lstStyle>
            <a:lvl1pPr algn="r">
              <a:defRPr sz="1200"/>
            </a:lvl1pPr>
          </a:lstStyle>
          <a:p>
            <a:fld id="{6A0A43C9-0FE5-4E47-A9B5-EF746693113D}" type="slidenum">
              <a:rPr lang="en-US" smtClean="0">
                <a:latin typeface="Verdana" panose="020B0604030504040204" pitchFamily="34" charset="0"/>
                <a:ea typeface="Verdana" panose="020B0604030504040204" pitchFamily="34" charset="0"/>
              </a:rPr>
              <a:t>‹#›</a:t>
            </a:fld>
            <a:endParaRPr lang="en-US">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b="0" i="0">
                <a:latin typeface="Verdana" panose="020B0604030504040204" pitchFamily="34" charset="0"/>
              </a:defRPr>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b="0" i="0">
                <a:latin typeface="Verdana" panose="020B0604030504040204" pitchFamily="34" charset="0"/>
              </a:defRPr>
            </a:lvl1pPr>
          </a:lstStyle>
          <a:p>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8"/>
            <a:ext cx="5852160" cy="3240405"/>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b="0" i="0">
                <a:latin typeface="Verdana" panose="020B0604030504040204" pitchFamily="34" charset="0"/>
              </a:defRPr>
            </a:lvl1pPr>
          </a:lstStyle>
          <a:p>
            <a:r>
              <a:rPr lang="en-US"/>
              <a:t>CMVP_v2022.07</a:t>
            </a:r>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b="0" i="0">
                <a:latin typeface="Verdana" panose="020B0604030504040204" pitchFamily="34" charset="0"/>
              </a:defRPr>
            </a:lvl1pPr>
          </a:lstStyle>
          <a:p>
            <a:fld id="{82869989-EB00-4EE7-BCB5-25BDC5BB29F8}" type="slidenum">
              <a:rPr lang="en-US" smtClean="0"/>
              <a:pPr/>
              <a:t>‹#›</a:t>
            </a:fld>
            <a:endParaRPr lang="en-US"/>
          </a:p>
        </p:txBody>
      </p:sp>
      <p:pic>
        <p:nvPicPr>
          <p:cNvPr id="8" name="Picture 7" descr="A picture containing clipart&#10;&#10;Description automatically generated">
            <a:extLst>
              <a:ext uri="{FF2B5EF4-FFF2-40B4-BE49-F238E27FC236}">
                <a16:creationId xmlns:a16="http://schemas.microsoft.com/office/drawing/2014/main" id="{282D8A7A-2763-924E-9D2B-562D2FA8E6F8}"/>
              </a:ext>
            </a:extLst>
          </p:cNvPr>
          <p:cNvPicPr>
            <a:picLocks noChangeAspect="1"/>
          </p:cNvPicPr>
          <p:nvPr/>
        </p:nvPicPr>
        <p:blipFill>
          <a:blip r:embed="rId2"/>
          <a:stretch>
            <a:fillRect/>
          </a:stretch>
        </p:blipFill>
        <p:spPr>
          <a:xfrm>
            <a:off x="3011961" y="8838448"/>
            <a:ext cx="1291278" cy="562051"/>
          </a:xfrm>
          <a:prstGeom prst="rect">
            <a:avLst/>
          </a:prstGeom>
        </p:spPr>
      </p:pic>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b="0" i="0" kern="1200">
        <a:solidFill>
          <a:schemeClr val="tx1"/>
        </a:solidFill>
        <a:latin typeface="Verdana" panose="020B0604030504040204" pitchFamily="34" charset="0"/>
        <a:ea typeface="+mn-ea"/>
        <a:cs typeface="+mn-cs"/>
      </a:defRPr>
    </a:lvl1pPr>
    <a:lvl2pPr marL="457200" algn="l" defTabSz="914400" rtl="0" eaLnBrk="1" latinLnBrk="0" hangingPunct="1">
      <a:defRPr sz="1200" b="0" i="0" kern="1200">
        <a:solidFill>
          <a:schemeClr val="tx1"/>
        </a:solidFill>
        <a:latin typeface="Verdana" panose="020B0604030504040204" pitchFamily="34" charset="0"/>
        <a:ea typeface="+mn-ea"/>
        <a:cs typeface="+mn-cs"/>
      </a:defRPr>
    </a:lvl2pPr>
    <a:lvl3pPr marL="914400" algn="l" defTabSz="914400" rtl="0" eaLnBrk="1" latinLnBrk="0" hangingPunct="1">
      <a:defRPr sz="1200" b="0" i="0" kern="1200">
        <a:solidFill>
          <a:schemeClr val="tx1"/>
        </a:solidFill>
        <a:latin typeface="Verdana" panose="020B0604030504040204" pitchFamily="34" charset="0"/>
        <a:ea typeface="+mn-ea"/>
        <a:cs typeface="+mn-cs"/>
      </a:defRPr>
    </a:lvl3pPr>
    <a:lvl4pPr marL="1371600" algn="l" defTabSz="914400" rtl="0" eaLnBrk="1" latinLnBrk="0" hangingPunct="1">
      <a:defRPr sz="1200" b="0" i="0" kern="1200">
        <a:solidFill>
          <a:schemeClr val="tx1"/>
        </a:solidFill>
        <a:latin typeface="Verdana" panose="020B0604030504040204" pitchFamily="34" charset="0"/>
        <a:ea typeface="+mn-ea"/>
        <a:cs typeface="+mn-cs"/>
      </a:defRPr>
    </a:lvl4pPr>
    <a:lvl5pPr marL="1828800" algn="l" defTabSz="914400" rtl="0" eaLnBrk="1" latinLnBrk="0" hangingPunct="1">
      <a:defRPr sz="1200" b="0" i="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t>1</a:t>
            </a:fld>
            <a:endParaRPr lang="en-US"/>
          </a:p>
        </p:txBody>
      </p:sp>
      <p:sp>
        <p:nvSpPr>
          <p:cNvPr id="5" name="Footer Placeholder 4">
            <a:extLst>
              <a:ext uri="{FF2B5EF4-FFF2-40B4-BE49-F238E27FC236}">
                <a16:creationId xmlns:a16="http://schemas.microsoft.com/office/drawing/2014/main" id="{1EBEAAE3-167A-0003-FA09-ED69EE317D02}"/>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744142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2</a:t>
            </a:fld>
            <a:endParaRPr lang="en-US"/>
          </a:p>
        </p:txBody>
      </p:sp>
    </p:spTree>
    <p:extLst>
      <p:ext uri="{BB962C8B-B14F-4D97-AF65-F5344CB8AC3E}">
        <p14:creationId xmlns:p14="http://schemas.microsoft.com/office/powerpoint/2010/main" val="3441890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3</a:t>
            </a:fld>
            <a:endParaRPr lang="en-US"/>
          </a:p>
        </p:txBody>
      </p:sp>
    </p:spTree>
    <p:extLst>
      <p:ext uri="{BB962C8B-B14F-4D97-AF65-F5344CB8AC3E}">
        <p14:creationId xmlns:p14="http://schemas.microsoft.com/office/powerpoint/2010/main" val="750681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These are Options C and D in FEMP (or IPMVP).</a:t>
            </a:r>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4</a:t>
            </a:fld>
            <a:endParaRPr lang="en-US"/>
          </a:p>
        </p:txBody>
      </p:sp>
    </p:spTree>
    <p:extLst>
      <p:ext uri="{BB962C8B-B14F-4D97-AF65-F5344CB8AC3E}">
        <p14:creationId xmlns:p14="http://schemas.microsoft.com/office/powerpoint/2010/main" val="2853129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6</a:t>
            </a:fld>
            <a:endParaRPr lang="en-US"/>
          </a:p>
        </p:txBody>
      </p:sp>
    </p:spTree>
    <p:extLst>
      <p:ext uri="{BB962C8B-B14F-4D97-AF65-F5344CB8AC3E}">
        <p14:creationId xmlns:p14="http://schemas.microsoft.com/office/powerpoint/2010/main" val="41232309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FD48A-362B-BC13-95A4-3E31926FA5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0AFEEF-A14E-13C7-54B3-12AC4777C9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670B81-1D84-36DC-FB22-02C4F59E9096}"/>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B8311757-78CD-F2DA-1B51-4475492160A6}"/>
              </a:ext>
            </a:extLst>
          </p:cNvPr>
          <p:cNvSpPr>
            <a:spLocks noGrp="1"/>
          </p:cNvSpPr>
          <p:nvPr>
            <p:ph type="ftr" sz="quarter" idx="4"/>
          </p:nvPr>
        </p:nvSpPr>
        <p:spPr/>
        <p:txBody>
          <a:bodyPr/>
          <a:lstStyle/>
          <a:p>
            <a:r>
              <a:rPr lang="en-US"/>
              <a:t>CMVP_v2022.07</a:t>
            </a:r>
          </a:p>
        </p:txBody>
      </p:sp>
      <p:sp>
        <p:nvSpPr>
          <p:cNvPr id="5" name="Slide Number Placeholder 4">
            <a:extLst>
              <a:ext uri="{FF2B5EF4-FFF2-40B4-BE49-F238E27FC236}">
                <a16:creationId xmlns:a16="http://schemas.microsoft.com/office/drawing/2014/main" id="{9F8BC9DE-704F-0975-F364-7E7D6B30A7E6}"/>
              </a:ext>
            </a:extLst>
          </p:cNvPr>
          <p:cNvSpPr>
            <a:spLocks noGrp="1"/>
          </p:cNvSpPr>
          <p:nvPr>
            <p:ph type="sldNum" sz="quarter" idx="5"/>
          </p:nvPr>
        </p:nvSpPr>
        <p:spPr/>
        <p:txBody>
          <a:bodyPr/>
          <a:lstStyle/>
          <a:p>
            <a:fld id="{82869989-EB00-4EE7-BCB5-25BDC5BB29F8}" type="slidenum">
              <a:rPr lang="en-US" smtClean="0"/>
              <a:pPr/>
              <a:t>7</a:t>
            </a:fld>
            <a:endParaRPr lang="en-US"/>
          </a:p>
        </p:txBody>
      </p:sp>
    </p:spTree>
    <p:extLst>
      <p:ext uri="{BB962C8B-B14F-4D97-AF65-F5344CB8AC3E}">
        <p14:creationId xmlns:p14="http://schemas.microsoft.com/office/powerpoint/2010/main" val="3751551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Notes</a:t>
            </a:r>
          </a:p>
          <a:p>
            <a:pPr marL="181240" indent="-181240">
              <a:buFont typeface="Arial" panose="020B0604020202020204" pitchFamily="34" charset="0"/>
              <a:buChar char="•"/>
            </a:pPr>
            <a:r>
              <a:rPr lang="en-US"/>
              <a:t>Significant parameters are potential independent variables.</a:t>
            </a:r>
          </a:p>
          <a:p>
            <a:pPr marL="181240" indent="-181240">
              <a:buFont typeface="Arial" panose="020B0604020202020204" pitchFamily="34" charset="0"/>
              <a:buChar char="•"/>
            </a:pPr>
            <a:r>
              <a:rPr lang="en-US"/>
              <a:t>The first step in M&amp;V is to identify these parameters. The next step is to build a model.</a:t>
            </a:r>
          </a:p>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9</a:t>
            </a:fld>
            <a:endParaRPr lang="en-US"/>
          </a:p>
        </p:txBody>
      </p:sp>
    </p:spTree>
    <p:extLst>
      <p:ext uri="{BB962C8B-B14F-4D97-AF65-F5344CB8AC3E}">
        <p14:creationId xmlns:p14="http://schemas.microsoft.com/office/powerpoint/2010/main" val="22141296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Title 24 Compliance </a:t>
            </a:r>
          </a:p>
          <a:p>
            <a:r>
              <a:rPr lang="en-US" err="1"/>
              <a:t>CBECC.com</a:t>
            </a:r>
            <a:endParaRPr lang="en-US"/>
          </a:p>
          <a:p>
            <a:r>
              <a:rPr lang="en-US"/>
              <a:t>Add slides for </a:t>
            </a:r>
            <a:r>
              <a:rPr lang="en-US" err="1"/>
              <a:t>eQuest</a:t>
            </a:r>
            <a:r>
              <a:rPr lang="en-US"/>
              <a:t> and Open Studio and IES. ;…</a:t>
            </a:r>
          </a:p>
          <a:p>
            <a:endParaRPr lang="en-US"/>
          </a:p>
          <a:p>
            <a:r>
              <a:rPr lang="en-US"/>
              <a:t>https://energy-</a:t>
            </a:r>
            <a:r>
              <a:rPr lang="en-US" err="1"/>
              <a:t>models.com</a:t>
            </a:r>
            <a:endParaRPr lang="en-US"/>
          </a:p>
          <a:p>
            <a:endParaRPr lang="en-US"/>
          </a:p>
          <a:p>
            <a:r>
              <a:rPr lang="en-US"/>
              <a:t>https://</a:t>
            </a:r>
            <a:r>
              <a:rPr lang="en-US" err="1"/>
              <a:t>www.ibpsa.us</a:t>
            </a:r>
            <a:endParaRPr lang="en-US"/>
          </a:p>
          <a:p>
            <a:endParaRPr lang="en-US"/>
          </a:p>
          <a:p>
            <a:r>
              <a:rPr lang="en-US"/>
              <a:t>https://</a:t>
            </a:r>
            <a:r>
              <a:rPr lang="en-US" err="1"/>
              <a:t>unmethours.com</a:t>
            </a:r>
            <a:r>
              <a:rPr lang="en-US"/>
              <a:t>/questions/</a:t>
            </a:r>
          </a:p>
          <a:p>
            <a:endParaRPr lang="en-US"/>
          </a:p>
          <a:p>
            <a:r>
              <a:rPr lang="en-US"/>
              <a:t>Useful for – New Construction</a:t>
            </a:r>
          </a:p>
          <a:p>
            <a:r>
              <a:rPr lang="en-US"/>
              <a:t>	Code Compliance</a:t>
            </a:r>
          </a:p>
          <a:p>
            <a:r>
              <a:rPr lang="en-US"/>
              <a:t>	Interactive Effects</a:t>
            </a:r>
          </a:p>
          <a:p>
            <a:r>
              <a:rPr lang="en-US"/>
              <a:t>	Non-routine adjustments</a:t>
            </a:r>
          </a:p>
          <a:p>
            <a:endParaRPr lang="en-US"/>
          </a:p>
          <a:p>
            <a:endParaRPr lang="en-US"/>
          </a:p>
          <a:p>
            <a:endParaRPr lang="en-US"/>
          </a:p>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10</a:t>
            </a:fld>
            <a:endParaRPr lang="en-US"/>
          </a:p>
        </p:txBody>
      </p:sp>
    </p:spTree>
    <p:extLst>
      <p:ext uri="{BB962C8B-B14F-4D97-AF65-F5344CB8AC3E}">
        <p14:creationId xmlns:p14="http://schemas.microsoft.com/office/powerpoint/2010/main" val="2543778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11</a:t>
            </a:fld>
            <a:endParaRPr lang="en-US"/>
          </a:p>
        </p:txBody>
      </p:sp>
    </p:spTree>
    <p:extLst>
      <p:ext uri="{BB962C8B-B14F-4D97-AF65-F5344CB8AC3E}">
        <p14:creationId xmlns:p14="http://schemas.microsoft.com/office/powerpoint/2010/main" val="16354399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Here, briefly demonstrate a range of “whole facility” tools:</a:t>
            </a:r>
          </a:p>
          <a:p>
            <a:pPr marL="171450" indent="-171450">
              <a:buFont typeface="Arial" panose="020B0604020202020204" pitchFamily="34" charset="0"/>
              <a:buChar char="•"/>
            </a:pPr>
            <a:r>
              <a:rPr lang="en-US"/>
              <a:t>Excel</a:t>
            </a:r>
          </a:p>
          <a:p>
            <a:pPr marL="171450" indent="-171450">
              <a:buFont typeface="Arial" panose="020B0604020202020204" pitchFamily="34" charset="0"/>
              <a:buChar char="•"/>
            </a:pPr>
            <a:r>
              <a:rPr lang="en-US"/>
              <a:t>ECAM</a:t>
            </a:r>
          </a:p>
          <a:p>
            <a:pPr marL="171450" indent="-171450">
              <a:buFont typeface="Arial" panose="020B0604020202020204" pitchFamily="34" charset="0"/>
              <a:buChar char="•"/>
            </a:pPr>
            <a:r>
              <a:rPr lang="en-US"/>
              <a:t>UT3</a:t>
            </a:r>
          </a:p>
          <a:p>
            <a:pPr marL="171450" indent="-171450">
              <a:buFont typeface="Arial" panose="020B0604020202020204" pitchFamily="34" charset="0"/>
              <a:buChar char="•"/>
            </a:pPr>
            <a:r>
              <a:rPr lang="en-US" err="1"/>
              <a:t>eQuest</a:t>
            </a:r>
            <a:endParaRPr lang="en-US"/>
          </a:p>
          <a:p>
            <a:pPr marL="171450" indent="-171450">
              <a:buFont typeface="Arial" panose="020B0604020202020204" pitchFamily="34" charset="0"/>
              <a:buChar char="•"/>
            </a:pPr>
            <a:r>
              <a:rPr lang="en-US" err="1"/>
              <a:t>OpenStudio</a:t>
            </a:r>
            <a:endParaRPr lang="en-US"/>
          </a:p>
          <a:p>
            <a:pPr marL="171450" indent="-171450">
              <a:buFont typeface="Arial" panose="020B0604020202020204" pitchFamily="34" charset="0"/>
              <a:buChar char="•"/>
            </a:pPr>
            <a:r>
              <a:rPr lang="en-US"/>
              <a:t>Trace 3D Plus</a:t>
            </a:r>
          </a:p>
          <a:p>
            <a:pPr marL="171450" indent="-171450">
              <a:buFont typeface="Arial" panose="020B0604020202020204" pitchFamily="34" charset="0"/>
              <a:buChar char="•"/>
            </a:pPr>
            <a:r>
              <a:rPr lang="en-US"/>
              <a:t>IES</a:t>
            </a:r>
          </a:p>
          <a:p>
            <a:pPr marL="171450" indent="-171450">
              <a:buFont typeface="Arial" panose="020B0604020202020204" pitchFamily="34" charset="0"/>
              <a:buChar char="•"/>
            </a:pPr>
            <a:r>
              <a:rPr lang="en-US"/>
              <a:t>IBPSA</a:t>
            </a:r>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12</a:t>
            </a:fld>
            <a:endParaRPr lang="en-US"/>
          </a:p>
        </p:txBody>
      </p:sp>
    </p:spTree>
    <p:extLst>
      <p:ext uri="{BB962C8B-B14F-4D97-AF65-F5344CB8AC3E}">
        <p14:creationId xmlns:p14="http://schemas.microsoft.com/office/powerpoint/2010/main" val="36610254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13</a:t>
            </a:fld>
            <a:endParaRPr lang="en-US"/>
          </a:p>
        </p:txBody>
      </p:sp>
    </p:spTree>
    <p:extLst>
      <p:ext uri="{BB962C8B-B14F-4D97-AF65-F5344CB8AC3E}">
        <p14:creationId xmlns:p14="http://schemas.microsoft.com/office/powerpoint/2010/main" val="11238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More training is coming!!!</a:t>
            </a:r>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14</a:t>
            </a:fld>
            <a:endParaRPr lang="en-US"/>
          </a:p>
        </p:txBody>
      </p:sp>
    </p:spTree>
    <p:extLst>
      <p:ext uri="{BB962C8B-B14F-4D97-AF65-F5344CB8AC3E}">
        <p14:creationId xmlns:p14="http://schemas.microsoft.com/office/powerpoint/2010/main" val="26247219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Link to Monte Carlo simulatons - https://support.microsoft.com/en-us/office/introduction-to-monte-carlo-simulation-in-excel-64c0ba99-752a-4fa8-bbd3-4450d8db16f1</a:t>
            </a:r>
          </a:p>
          <a:p>
            <a:endParaRPr lang="en-US"/>
          </a:p>
          <a:p>
            <a:r>
              <a:rPr lang="en-US"/>
              <a:t>Parametric Analysis Tools - https://nrel.github.io/OpenStudio-user-documentation/reference/parametric_analysis_tool_2/</a:t>
            </a:r>
          </a:p>
          <a:p>
            <a:endParaRPr lang="en-US"/>
          </a:p>
          <a:p>
            <a:r>
              <a:rPr lang="en-US"/>
              <a:t>eQuest - https://energy-models.com/training/equest/parametric-runs</a:t>
            </a:r>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15</a:t>
            </a:fld>
            <a:endParaRPr lang="en-US"/>
          </a:p>
        </p:txBody>
      </p:sp>
    </p:spTree>
    <p:extLst>
      <p:ext uri="{BB962C8B-B14F-4D97-AF65-F5344CB8AC3E}">
        <p14:creationId xmlns:p14="http://schemas.microsoft.com/office/powerpoint/2010/main" val="3477309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16</a:t>
            </a:fld>
            <a:endParaRPr lang="en-US"/>
          </a:p>
        </p:txBody>
      </p:sp>
    </p:spTree>
    <p:extLst>
      <p:ext uri="{BB962C8B-B14F-4D97-AF65-F5344CB8AC3E}">
        <p14:creationId xmlns:p14="http://schemas.microsoft.com/office/powerpoint/2010/main" val="42938215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17</a:t>
            </a:fld>
            <a:endParaRPr lang="en-US"/>
          </a:p>
        </p:txBody>
      </p:sp>
    </p:spTree>
    <p:extLst>
      <p:ext uri="{BB962C8B-B14F-4D97-AF65-F5344CB8AC3E}">
        <p14:creationId xmlns:p14="http://schemas.microsoft.com/office/powerpoint/2010/main" val="5773648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18</a:t>
            </a:fld>
            <a:endParaRPr lang="en-US"/>
          </a:p>
        </p:txBody>
      </p:sp>
    </p:spTree>
    <p:extLst>
      <p:ext uri="{BB962C8B-B14F-4D97-AF65-F5344CB8AC3E}">
        <p14:creationId xmlns:p14="http://schemas.microsoft.com/office/powerpoint/2010/main" val="29092309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Example—dam level variation vs. flow rate (weir).</a:t>
            </a:r>
          </a:p>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pPr/>
              <a:t>19</a:t>
            </a:fld>
            <a:endParaRPr lang="en-US"/>
          </a:p>
        </p:txBody>
      </p:sp>
      <p:sp>
        <p:nvSpPr>
          <p:cNvPr id="5" name="Footer Placeholder 4">
            <a:extLst>
              <a:ext uri="{FF2B5EF4-FFF2-40B4-BE49-F238E27FC236}">
                <a16:creationId xmlns:a16="http://schemas.microsoft.com/office/drawing/2014/main" id="{EEA47AB1-8678-8694-D7B1-019F8F21C2C3}"/>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21755421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20</a:t>
            </a:fld>
            <a:endParaRPr lang="en-US"/>
          </a:p>
        </p:txBody>
      </p:sp>
    </p:spTree>
    <p:extLst>
      <p:ext uri="{BB962C8B-B14F-4D97-AF65-F5344CB8AC3E}">
        <p14:creationId xmlns:p14="http://schemas.microsoft.com/office/powerpoint/2010/main" val="41498173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22</a:t>
            </a:fld>
            <a:endParaRPr lang="en-US"/>
          </a:p>
        </p:txBody>
      </p:sp>
    </p:spTree>
    <p:extLst>
      <p:ext uri="{BB962C8B-B14F-4D97-AF65-F5344CB8AC3E}">
        <p14:creationId xmlns:p14="http://schemas.microsoft.com/office/powerpoint/2010/main" val="21609793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a:t>Link to statistics spreadsheet.</a:t>
            </a:r>
            <a:endParaRPr lang="en-US" b="1"/>
          </a:p>
          <a:p>
            <a:endParaRPr lang="en-US" b="1"/>
          </a:p>
          <a:p>
            <a:r>
              <a:rPr lang="en-US" b="1"/>
              <a:t>Instructor Note</a:t>
            </a:r>
            <a:r>
              <a:rPr lang="en-US"/>
              <a:t>: This is a link to a discussion of uncertainty in physical models (Option D): https://</a:t>
            </a:r>
            <a:r>
              <a:rPr lang="en-US" err="1"/>
              <a:t>github.com</a:t>
            </a:r>
            <a:r>
              <a:rPr lang="en-US"/>
              <a:t>/NREL/IPMVP/blob/master/docs/Option%20D%2005242017.docx</a:t>
            </a:r>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23</a:t>
            </a:fld>
            <a:endParaRPr lang="en-US"/>
          </a:p>
        </p:txBody>
      </p:sp>
    </p:spTree>
    <p:extLst>
      <p:ext uri="{BB962C8B-B14F-4D97-AF65-F5344CB8AC3E}">
        <p14:creationId xmlns:p14="http://schemas.microsoft.com/office/powerpoint/2010/main" val="630735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pPr/>
              <a:t>26</a:t>
            </a:fld>
            <a:endParaRPr lang="en-US"/>
          </a:p>
        </p:txBody>
      </p:sp>
      <p:sp>
        <p:nvSpPr>
          <p:cNvPr id="5" name="Footer Placeholder 4">
            <a:extLst>
              <a:ext uri="{FF2B5EF4-FFF2-40B4-BE49-F238E27FC236}">
                <a16:creationId xmlns:a16="http://schemas.microsoft.com/office/drawing/2014/main" id="{CC5BF4BB-16F6-61BB-AEB7-418AB3AD1C71}"/>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8898037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a:t>
            </a:r>
            <a:endParaRPr lang="en-US" dirty="0"/>
          </a:p>
          <a:p>
            <a:r>
              <a:rPr lang="en-US" dirty="0"/>
              <a:t>If possible, the instructor should share sets of regulations to illustrate the information contained in this slide. Try to choose locally relevant sets of regulations. Here are some US-specific guidelines: </a:t>
            </a:r>
          </a:p>
          <a:p>
            <a:pPr marL="181240" indent="-181240">
              <a:buFont typeface="Arial" panose="020B0604020202020204" pitchFamily="34" charset="0"/>
              <a:buChar char="•"/>
            </a:pPr>
            <a:r>
              <a:rPr lang="en-US" dirty="0"/>
              <a:t>PG&amp;E M&amp;V Requirements for Site-Level NMEC</a:t>
            </a:r>
            <a:br>
              <a:rPr lang="en-US" dirty="0"/>
            </a:br>
            <a:r>
              <a:rPr lang="en-US" dirty="0"/>
              <a:t>https://</a:t>
            </a:r>
            <a:r>
              <a:rPr lang="en-US" dirty="0" err="1"/>
              <a:t>www.pge.com</a:t>
            </a:r>
            <a:r>
              <a:rPr lang="en-US" dirty="0"/>
              <a:t>/</a:t>
            </a:r>
            <a:r>
              <a:rPr lang="en-US" dirty="0" err="1"/>
              <a:t>pge_global</a:t>
            </a:r>
            <a:r>
              <a:rPr lang="en-US" dirty="0"/>
              <a:t>/common/pdfs/save-energy-money/facility-improvements/custom-retrofit/PGE-Site-NMEC-MV-</a:t>
            </a:r>
            <a:r>
              <a:rPr lang="en-US" dirty="0" err="1"/>
              <a:t>Requirements.pdf</a:t>
            </a:r>
            <a:endParaRPr lang="en-US" dirty="0"/>
          </a:p>
          <a:p>
            <a:pPr marL="181240" indent="-181240">
              <a:buFont typeface="Arial" panose="020B0604020202020204" pitchFamily="34" charset="0"/>
              <a:buChar char="•"/>
            </a:pPr>
            <a:r>
              <a:rPr lang="en-US" dirty="0"/>
              <a:t>California Industrial SEM M&amp;V Guide</a:t>
            </a:r>
            <a:br>
              <a:rPr lang="en-US" dirty="0"/>
            </a:br>
            <a:r>
              <a:rPr lang="en-US" dirty="0"/>
              <a:t>https://</a:t>
            </a:r>
            <a:r>
              <a:rPr lang="en-US" dirty="0" err="1"/>
              <a:t>semhub.com</a:t>
            </a:r>
            <a:r>
              <a:rPr lang="en-US" dirty="0"/>
              <a:t>/assets/resources/</a:t>
            </a:r>
            <a:r>
              <a:rPr lang="en-US" dirty="0" err="1"/>
              <a:t>CA_Industrial_SEM_MV_Guide.pdf</a:t>
            </a:r>
            <a:endParaRPr lang="en-US" dirty="0"/>
          </a:p>
          <a:p>
            <a:pPr marL="181240" indent="-181240">
              <a:buFont typeface="Arial" panose="020B0604020202020204" pitchFamily="34" charset="0"/>
              <a:buChar char="•"/>
            </a:pPr>
            <a:r>
              <a:rPr lang="en-US" dirty="0"/>
              <a:t>Commercial &amp; Industrial SEM M&amp;V Reference Guide</a:t>
            </a:r>
            <a:br>
              <a:rPr lang="en-US" dirty="0"/>
            </a:br>
            <a:r>
              <a:rPr lang="en-US" dirty="0"/>
              <a:t>https://</a:t>
            </a:r>
            <a:r>
              <a:rPr lang="en-US" dirty="0" err="1"/>
              <a:t>www.bpa.gov</a:t>
            </a:r>
            <a:r>
              <a:rPr lang="en-US" dirty="0"/>
              <a:t>/-/media/</a:t>
            </a:r>
            <a:r>
              <a:rPr lang="en-US" dirty="0" err="1"/>
              <a:t>Aep</a:t>
            </a:r>
            <a:r>
              <a:rPr lang="en-US" dirty="0"/>
              <a:t>/energy-efficiency/measurement-verification/12-bpa-ci-sem-mv-ref-guide-v10.pdf</a:t>
            </a:r>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27</a:t>
            </a:fld>
            <a:endParaRPr lang="en-US"/>
          </a:p>
        </p:txBody>
      </p:sp>
    </p:spTree>
    <p:extLst>
      <p:ext uri="{BB962C8B-B14F-4D97-AF65-F5344CB8AC3E}">
        <p14:creationId xmlns:p14="http://schemas.microsoft.com/office/powerpoint/2010/main" val="11171066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Notes</a:t>
            </a:r>
            <a:endParaRPr lang="en-US"/>
          </a:p>
          <a:p>
            <a:pPr marL="181240" indent="-181240">
              <a:buFont typeface="Arial" panose="020B0604020202020204" pitchFamily="34" charset="0"/>
              <a:buChar char="•"/>
            </a:pPr>
            <a:r>
              <a:rPr lang="en-US"/>
              <a:t>In this approach, non-routine adjustments can be very expensive, and these costs can build over time.</a:t>
            </a:r>
          </a:p>
          <a:p>
            <a:pPr marL="181240" indent="-181240">
              <a:buFont typeface="Arial" panose="020B0604020202020204" pitchFamily="34" charset="0"/>
              <a:buChar char="•"/>
            </a:pPr>
            <a:r>
              <a:rPr lang="en-US"/>
              <a:t>The number and complexity of non-routine adjustments is typically greater than with retrofit isolation.</a:t>
            </a:r>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29</a:t>
            </a:fld>
            <a:endParaRPr lang="en-US"/>
          </a:p>
        </p:txBody>
      </p:sp>
    </p:spTree>
    <p:extLst>
      <p:ext uri="{BB962C8B-B14F-4D97-AF65-F5344CB8AC3E}">
        <p14:creationId xmlns:p14="http://schemas.microsoft.com/office/powerpoint/2010/main" val="2620547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FCFE-E3AC-5A49-AB52-7B585736DA5C}"/>
              </a:ext>
            </a:extLst>
          </p:cNvPr>
          <p:cNvSpPr>
            <a:spLocks noGrp="1"/>
          </p:cNvSpPr>
          <p:nvPr>
            <p:ph type="ctrTitle"/>
          </p:nvPr>
        </p:nvSpPr>
        <p:spPr>
          <a:xfrm>
            <a:off x="1524000" y="1122363"/>
            <a:ext cx="9144000" cy="2387600"/>
          </a:xfrm>
        </p:spPr>
        <p:txBody>
          <a:bodyPr anchor="b"/>
          <a:lstStyle>
            <a:lvl1pPr algn="ctr">
              <a:defRPr sz="6000" b="1" i="0">
                <a:latin typeface="Verdana" panose="020B060403050404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5697D152-A22F-464C-9C1C-D6E70F476F81}"/>
              </a:ext>
            </a:extLst>
          </p:cNvPr>
          <p:cNvSpPr>
            <a:spLocks noGrp="1"/>
          </p:cNvSpPr>
          <p:nvPr>
            <p:ph type="subTitle" idx="1"/>
          </p:nvPr>
        </p:nvSpPr>
        <p:spPr>
          <a:xfrm>
            <a:off x="1524000" y="3602038"/>
            <a:ext cx="9144000" cy="1655762"/>
          </a:xfrm>
        </p:spPr>
        <p:txBody>
          <a:bodyPr/>
          <a:lstStyle>
            <a:lvl1pPr marL="0" indent="0" algn="ctr">
              <a:buNone/>
              <a:defRPr sz="2400" b="0" i="0">
                <a:latin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64763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6187-F6B8-AC44-9D7A-A7C736DA5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595E6-CE14-8942-9616-1BDD6E23686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7216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9F4859F1-D5C7-EC48-BAD7-2B16180A04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241153"/>
            <a:ext cx="12192000" cy="1616847"/>
          </a:xfrm>
          <a:prstGeom prst="rect">
            <a:avLst/>
          </a:prstGeom>
        </p:spPr>
      </p:pic>
      <p:sp>
        <p:nvSpPr>
          <p:cNvPr id="2" name="Title 1">
            <a:extLst>
              <a:ext uri="{FF2B5EF4-FFF2-40B4-BE49-F238E27FC236}">
                <a16:creationId xmlns:a16="http://schemas.microsoft.com/office/drawing/2014/main" id="{59F6F62F-6086-F647-B44F-19908D7E21F7}"/>
              </a:ext>
            </a:extLst>
          </p:cNvPr>
          <p:cNvSpPr>
            <a:spLocks noGrp="1"/>
          </p:cNvSpPr>
          <p:nvPr>
            <p:ph type="title"/>
          </p:nvPr>
        </p:nvSpPr>
        <p:spPr>
          <a:xfrm>
            <a:off x="831850" y="576263"/>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C8EEF1-B00A-A645-A6F4-005FCEF7A515}"/>
              </a:ext>
            </a:extLst>
          </p:cNvPr>
          <p:cNvSpPr>
            <a:spLocks noGrp="1"/>
          </p:cNvSpPr>
          <p:nvPr>
            <p:ph type="body" idx="1"/>
          </p:nvPr>
        </p:nvSpPr>
        <p:spPr>
          <a:xfrm>
            <a:off x="831850" y="3455988"/>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58" name="Straight Connector 57">
            <a:extLst>
              <a:ext uri="{FF2B5EF4-FFF2-40B4-BE49-F238E27FC236}">
                <a16:creationId xmlns:a16="http://schemas.microsoft.com/office/drawing/2014/main" id="{985FC28C-C508-BD4C-8B9A-740C8339A1AA}"/>
              </a:ext>
            </a:extLst>
          </p:cNvPr>
          <p:cNvCxnSpPr>
            <a:cxnSpLocks/>
          </p:cNvCxnSpPr>
          <p:nvPr userDrawn="1"/>
        </p:nvCxnSpPr>
        <p:spPr>
          <a:xfrm>
            <a:off x="958362" y="4160700"/>
            <a:ext cx="10287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0709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76D-77D7-1A45-91D1-8AFE41729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03B8F-EF2D-A146-8C3E-22846C450B9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46874-1196-5246-9CB9-C6D4A51F3B4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4221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B00-05FE-0842-A0E8-9645A44F91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C8197-8236-F04B-B69A-98FED6B50FF1}"/>
              </a:ext>
            </a:extLst>
          </p:cNvPr>
          <p:cNvSpPr>
            <a:spLocks noGrp="1"/>
          </p:cNvSpPr>
          <p:nvPr>
            <p:ph type="body" idx="1"/>
          </p:nvPr>
        </p:nvSpPr>
        <p:spPr>
          <a:xfrm>
            <a:off x="839788" y="1681163"/>
            <a:ext cx="5157787" cy="823912"/>
          </a:xfrm>
        </p:spPr>
        <p:txBody>
          <a:bodyPr anchor="b"/>
          <a:lstStyle>
            <a:lvl1pPr marL="0" indent="0">
              <a:buNone/>
              <a:defRPr sz="2400" b="1" i="0">
                <a:latin typeface="Verdan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053F859-F5F2-784C-8AC4-C56A71A1AC8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32B1-DF26-154B-AA2F-44BD59F17863}"/>
              </a:ext>
            </a:extLst>
          </p:cNvPr>
          <p:cNvSpPr>
            <a:spLocks noGrp="1"/>
          </p:cNvSpPr>
          <p:nvPr>
            <p:ph type="body" sz="quarter" idx="3"/>
          </p:nvPr>
        </p:nvSpPr>
        <p:spPr>
          <a:xfrm>
            <a:off x="6172200" y="1681163"/>
            <a:ext cx="5183188" cy="823912"/>
          </a:xfrm>
        </p:spPr>
        <p:txBody>
          <a:bodyPr anchor="b"/>
          <a:lstStyle>
            <a:lvl1pPr marL="0" indent="0">
              <a:buNone/>
              <a:defRPr sz="2400" b="1" i="0">
                <a:latin typeface="Verdan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42E3E7-6451-0747-8809-DDE98E6B763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256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3DF3-AC55-584C-B99A-A52890ABC8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3377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5895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Fully-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3132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F94C-12C0-C24C-8F1B-DD7926C4D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066F4-7466-E245-A5E5-E8ED23FCB4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78C06-B8C0-724A-882F-4C5FFDAFC5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cxnSp>
        <p:nvCxnSpPr>
          <p:cNvPr id="60" name="Straight Connector 59">
            <a:extLst>
              <a:ext uri="{FF2B5EF4-FFF2-40B4-BE49-F238E27FC236}">
                <a16:creationId xmlns:a16="http://schemas.microsoft.com/office/drawing/2014/main" id="{0772AB1D-AD15-EE40-B988-EBE8174638B8}"/>
              </a:ext>
            </a:extLst>
          </p:cNvPr>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9722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78D0-6ECA-8648-A088-37877487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02544-BA53-FD4E-8F5C-C6F86755C1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DE78FC-C2BF-174C-BEB1-388D3807FE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4002691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027250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FCFE-E3AC-5A49-AB52-7B585736DA5C}"/>
              </a:ext>
            </a:extLst>
          </p:cNvPr>
          <p:cNvSpPr>
            <a:spLocks noGrp="1"/>
          </p:cNvSpPr>
          <p:nvPr>
            <p:ph type="ctrTitle"/>
          </p:nvPr>
        </p:nvSpPr>
        <p:spPr>
          <a:xfrm>
            <a:off x="1524000" y="1122363"/>
            <a:ext cx="9144000" cy="2387600"/>
          </a:xfrm>
        </p:spPr>
        <p:txBody>
          <a:bodyPr anchor="b"/>
          <a:lstStyle>
            <a:lvl1pPr algn="ctr">
              <a:defRPr sz="6000" b="1" i="0">
                <a:latin typeface="+mj-lt"/>
              </a:defRPr>
            </a:lvl1pPr>
          </a:lstStyle>
          <a:p>
            <a:r>
              <a:rPr lang="en-US"/>
              <a:t>Click to edit Master title style</a:t>
            </a:r>
          </a:p>
        </p:txBody>
      </p:sp>
      <p:sp>
        <p:nvSpPr>
          <p:cNvPr id="3" name="Subtitle 2">
            <a:extLst>
              <a:ext uri="{FF2B5EF4-FFF2-40B4-BE49-F238E27FC236}">
                <a16:creationId xmlns:a16="http://schemas.microsoft.com/office/drawing/2014/main" id="{5697D152-A22F-464C-9C1C-D6E70F476F81}"/>
              </a:ext>
            </a:extLst>
          </p:cNvPr>
          <p:cNvSpPr>
            <a:spLocks noGrp="1"/>
          </p:cNvSpPr>
          <p:nvPr>
            <p:ph type="subTitle" idx="1"/>
          </p:nvPr>
        </p:nvSpPr>
        <p:spPr>
          <a:xfrm>
            <a:off x="1524000" y="3602038"/>
            <a:ext cx="9144000" cy="1655762"/>
          </a:xfrm>
        </p:spPr>
        <p:txBody>
          <a:bodyPr/>
          <a:lstStyle>
            <a:lvl1pPr marL="0" indent="0" algn="ctr">
              <a:buNone/>
              <a:defRPr sz="2400" b="0" i="0">
                <a:latin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9801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6187-F6B8-AC44-9D7A-A7C736DA5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595E6-CE14-8942-9616-1BDD6E236860}"/>
              </a:ext>
            </a:extLst>
          </p:cNvPr>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1783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06973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76D-77D7-1A45-91D1-8AFE41729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03B8F-EF2D-A146-8C3E-22846C450B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46874-1196-5246-9CB9-C6D4A51F3B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51984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B00-05FE-0842-A0E8-9645A44F91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C8197-8236-F04B-B69A-98FED6B50FF1}"/>
              </a:ext>
            </a:extLst>
          </p:cNvPr>
          <p:cNvSpPr>
            <a:spLocks noGrp="1"/>
          </p:cNvSpPr>
          <p:nvPr>
            <p:ph type="body" idx="1"/>
          </p:nvPr>
        </p:nvSpPr>
        <p:spPr>
          <a:xfrm>
            <a:off x="839788" y="1681163"/>
            <a:ext cx="5157787"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53F859-F5F2-784C-8AC4-C56A71A1AC8F}"/>
              </a:ext>
            </a:extLst>
          </p:cNvPr>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32B1-DF26-154B-AA2F-44BD59F17863}"/>
              </a:ext>
            </a:extLst>
          </p:cNvPr>
          <p:cNvSpPr>
            <a:spLocks noGrp="1"/>
          </p:cNvSpPr>
          <p:nvPr>
            <p:ph type="body" sz="quarter" idx="3"/>
          </p:nvPr>
        </p:nvSpPr>
        <p:spPr>
          <a:xfrm>
            <a:off x="6172200" y="1681163"/>
            <a:ext cx="5183188"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42E3E7-6451-0747-8809-DDE98E6B7635}"/>
              </a:ext>
            </a:extLst>
          </p:cNvPr>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6785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3DF3-AC55-584C-B99A-A52890ABC8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93746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4330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Fully-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7615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F94C-12C0-C24C-8F1B-DD7926C4D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066F4-7466-E245-A5E5-E8ED23FCB413}"/>
              </a:ext>
            </a:extLst>
          </p:cNvPr>
          <p:cNvSpPr>
            <a:spLocks noGrp="1"/>
          </p:cNvSpPr>
          <p:nvPr>
            <p:ph idx="1"/>
          </p:nvPr>
        </p:nvSpPr>
        <p:spPr>
          <a:xfrm>
            <a:off x="5183188" y="987425"/>
            <a:ext cx="6172200" cy="4873625"/>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78C06-B8C0-724A-882F-4C5FFDAFC5F3}"/>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a:extLst>
              <a:ext uri="{FF2B5EF4-FFF2-40B4-BE49-F238E27FC236}">
                <a16:creationId xmlns:a16="http://schemas.microsoft.com/office/drawing/2014/main" id="{0772AB1D-AD15-EE40-B988-EBE8174638B8}"/>
              </a:ext>
            </a:extLst>
          </p:cNvPr>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45575DB-02D9-E952-2213-315BDA88FD42}"/>
              </a:ext>
            </a:extLst>
          </p:cNvPr>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134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78D0-6ECA-8648-A088-37877487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02544-BA53-FD4E-8F5C-C6F86755C19D}"/>
              </a:ext>
            </a:extLst>
          </p:cNvPr>
          <p:cNvSpPr>
            <a:spLocks noGrp="1"/>
          </p:cNvSpPr>
          <p:nvPr>
            <p:ph type="pic" idx="1"/>
          </p:nvPr>
        </p:nvSpPr>
        <p:spPr>
          <a:xfrm>
            <a:off x="5183188" y="987425"/>
            <a:ext cx="6172200" cy="4873625"/>
          </a:xfrm>
        </p:spPr>
        <p:txBody>
          <a:bodyPr/>
          <a:lstStyle>
            <a:lvl1pPr marL="0" indent="0">
              <a:buNone/>
              <a:defRPr sz="3200">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4DE78FC-C2BF-174C-BEB1-388D3807FEC1}"/>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614527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pic>
        <p:nvPicPr>
          <p:cNvPr id="7" name="Picture 6" descr="A picture containing clipart&#10;&#10;Description automatically generated">
            <a:extLst>
              <a:ext uri="{FF2B5EF4-FFF2-40B4-BE49-F238E27FC236}">
                <a16:creationId xmlns:a16="http://schemas.microsoft.com/office/drawing/2014/main" id="{C49ED7A3-C649-6235-DF9D-F3B16E3C813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C9CE07EE-50FE-474D-0F8E-5F992A7404BA}"/>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44485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9655640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0B08F-9BA6-F36A-B0D9-029AA4C2262C}"/>
              </a:ext>
            </a:extLst>
          </p:cNvPr>
          <p:cNvSpPr>
            <a:spLocks noGrp="1"/>
          </p:cNvSpPr>
          <p:nvPr>
            <p:ph type="title"/>
          </p:nvPr>
        </p:nvSpPr>
        <p:spPr>
          <a:xfrm>
            <a:off x="838200" y="5284258"/>
            <a:ext cx="10515600" cy="1325563"/>
          </a:xfrm>
        </p:spPr>
        <p:txBody>
          <a:bodyPr/>
          <a:lstStyle>
            <a:lvl1pPr algn="ctr">
              <a:defRPr/>
            </a:lvl1pPr>
          </a:lstStyle>
          <a:p>
            <a:r>
              <a:rPr lang="en-US"/>
              <a:t>Click to edit Master title style</a:t>
            </a:r>
          </a:p>
        </p:txBody>
      </p:sp>
    </p:spTree>
    <p:extLst>
      <p:ext uri="{BB962C8B-B14F-4D97-AF65-F5344CB8AC3E}">
        <p14:creationId xmlns:p14="http://schemas.microsoft.com/office/powerpoint/2010/main" val="4159926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93B1B-427B-4952-82AE-60202DAD191C}"/>
              </a:ext>
            </a:extLst>
          </p:cNvPr>
          <p:cNvSpPr>
            <a:spLocks noGrp="1"/>
          </p:cNvSpPr>
          <p:nvPr>
            <p:ph type="ctrTitle"/>
          </p:nvPr>
        </p:nvSpPr>
        <p:spPr>
          <a:xfrm>
            <a:off x="958361" y="1573469"/>
            <a:ext cx="10286999" cy="2387600"/>
          </a:xfrm>
        </p:spPr>
        <p:txBody>
          <a:bodyPr anchor="b"/>
          <a:lstStyle>
            <a:lvl1pPr algn="l">
              <a:defRPr sz="6000"/>
            </a:lvl1pPr>
          </a:lstStyle>
          <a:p>
            <a:r>
              <a:rPr lang="en-US"/>
              <a:t>Click to edit Master title style</a:t>
            </a:r>
          </a:p>
        </p:txBody>
      </p:sp>
      <p:sp>
        <p:nvSpPr>
          <p:cNvPr id="3" name="Subtitle 2">
            <a:extLst>
              <a:ext uri="{FF2B5EF4-FFF2-40B4-BE49-F238E27FC236}">
                <a16:creationId xmlns:a16="http://schemas.microsoft.com/office/drawing/2014/main" id="{67303964-C8C6-AA7F-4B01-73CD18CA12C9}"/>
              </a:ext>
            </a:extLst>
          </p:cNvPr>
          <p:cNvSpPr>
            <a:spLocks noGrp="1"/>
          </p:cNvSpPr>
          <p:nvPr>
            <p:ph type="subTitle" idx="1"/>
          </p:nvPr>
        </p:nvSpPr>
        <p:spPr>
          <a:xfrm>
            <a:off x="958362" y="4360332"/>
            <a:ext cx="10286998"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descr="A screenshot of a computer&#10;&#10;Description automatically generated with medium confidence">
            <a:extLst>
              <a:ext uri="{FF2B5EF4-FFF2-40B4-BE49-F238E27FC236}">
                <a16:creationId xmlns:a16="http://schemas.microsoft.com/office/drawing/2014/main" id="{36028D5E-48DB-E431-5A76-631B89710B9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241153"/>
            <a:ext cx="12192000" cy="1616847"/>
          </a:xfrm>
          <a:prstGeom prst="rect">
            <a:avLst/>
          </a:prstGeom>
        </p:spPr>
      </p:pic>
      <p:cxnSp>
        <p:nvCxnSpPr>
          <p:cNvPr id="9" name="Straight Connector 8">
            <a:extLst>
              <a:ext uri="{FF2B5EF4-FFF2-40B4-BE49-F238E27FC236}">
                <a16:creationId xmlns:a16="http://schemas.microsoft.com/office/drawing/2014/main" id="{33D4D6E7-D4E4-72C3-4120-84A91FF37BD3}"/>
              </a:ext>
            </a:extLst>
          </p:cNvPr>
          <p:cNvCxnSpPr>
            <a:cxnSpLocks/>
          </p:cNvCxnSpPr>
          <p:nvPr userDrawn="1"/>
        </p:nvCxnSpPr>
        <p:spPr>
          <a:xfrm>
            <a:off x="958362"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6006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4872-5D78-0FCC-711A-523CD3A03A97}"/>
              </a:ext>
            </a:extLst>
          </p:cNvPr>
          <p:cNvSpPr>
            <a:spLocks noGrp="1"/>
          </p:cNvSpPr>
          <p:nvPr>
            <p:ph type="title"/>
          </p:nvPr>
        </p:nvSpPr>
        <p:spPr>
          <a:xfrm>
            <a:off x="838200" y="365126"/>
            <a:ext cx="10515600" cy="664422"/>
          </a:xfrm>
        </p:spPr>
        <p:txBody>
          <a:bodyPr/>
          <a:lstStyle/>
          <a:p>
            <a:r>
              <a:rPr lang="en-US"/>
              <a:t>Click to edit Master title style</a:t>
            </a:r>
          </a:p>
        </p:txBody>
      </p:sp>
      <p:pic>
        <p:nvPicPr>
          <p:cNvPr id="7" name="Picture 6" descr="A picture containing clipart&#10;&#10;Description automatically generated">
            <a:extLst>
              <a:ext uri="{FF2B5EF4-FFF2-40B4-BE49-F238E27FC236}">
                <a16:creationId xmlns:a16="http://schemas.microsoft.com/office/drawing/2014/main" id="{300D264E-B52D-083B-DDD1-A235CBA447BF}"/>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A76F52A1-6E6E-F21A-3811-A193D1D93F4C}"/>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ABEA586E-8A46-1697-3026-716DEAC586D5}"/>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5" name="Picture Placeholder 4">
            <a:extLst>
              <a:ext uri="{FF2B5EF4-FFF2-40B4-BE49-F238E27FC236}">
                <a16:creationId xmlns:a16="http://schemas.microsoft.com/office/drawing/2014/main" id="{52C8A555-1706-5637-0DCF-42D6F9346F99}"/>
              </a:ext>
            </a:extLst>
          </p:cNvPr>
          <p:cNvSpPr>
            <a:spLocks noGrp="1"/>
          </p:cNvSpPr>
          <p:nvPr>
            <p:ph type="pic" sz="quarter" idx="11"/>
          </p:nvPr>
        </p:nvSpPr>
        <p:spPr>
          <a:xfrm>
            <a:off x="834621" y="1028935"/>
            <a:ext cx="5259391" cy="2400065"/>
          </a:xfrm>
        </p:spPr>
        <p:txBody>
          <a:bodyPr/>
          <a:lstStyle/>
          <a:p>
            <a:endParaRPr lang="en-US"/>
          </a:p>
        </p:txBody>
      </p:sp>
      <p:sp>
        <p:nvSpPr>
          <p:cNvPr id="12" name="Picture Placeholder 4">
            <a:extLst>
              <a:ext uri="{FF2B5EF4-FFF2-40B4-BE49-F238E27FC236}">
                <a16:creationId xmlns:a16="http://schemas.microsoft.com/office/drawing/2014/main" id="{A15DAA1B-DA05-AF85-ED79-730185EDE2B1}"/>
              </a:ext>
            </a:extLst>
          </p:cNvPr>
          <p:cNvSpPr>
            <a:spLocks noGrp="1"/>
          </p:cNvSpPr>
          <p:nvPr>
            <p:ph type="pic" sz="quarter" idx="12"/>
          </p:nvPr>
        </p:nvSpPr>
        <p:spPr>
          <a:xfrm>
            <a:off x="834620" y="3429000"/>
            <a:ext cx="5259391" cy="2407939"/>
          </a:xfrm>
        </p:spPr>
        <p:txBody>
          <a:bodyPr/>
          <a:lstStyle/>
          <a:p>
            <a:endParaRPr lang="en-US"/>
          </a:p>
        </p:txBody>
      </p:sp>
      <p:sp>
        <p:nvSpPr>
          <p:cNvPr id="13" name="Picture Placeholder 4">
            <a:extLst>
              <a:ext uri="{FF2B5EF4-FFF2-40B4-BE49-F238E27FC236}">
                <a16:creationId xmlns:a16="http://schemas.microsoft.com/office/drawing/2014/main" id="{932A95C9-5605-F23D-2E6D-18A350D72D15}"/>
              </a:ext>
            </a:extLst>
          </p:cNvPr>
          <p:cNvSpPr>
            <a:spLocks noGrp="1"/>
          </p:cNvSpPr>
          <p:nvPr>
            <p:ph type="pic" sz="quarter" idx="13"/>
          </p:nvPr>
        </p:nvSpPr>
        <p:spPr>
          <a:xfrm>
            <a:off x="6094409" y="1029548"/>
            <a:ext cx="5259391" cy="2407939"/>
          </a:xfrm>
        </p:spPr>
        <p:txBody>
          <a:bodyPr/>
          <a:lstStyle/>
          <a:p>
            <a:endParaRPr lang="en-US"/>
          </a:p>
        </p:txBody>
      </p:sp>
      <p:sp>
        <p:nvSpPr>
          <p:cNvPr id="14" name="Picture Placeholder 4">
            <a:extLst>
              <a:ext uri="{FF2B5EF4-FFF2-40B4-BE49-F238E27FC236}">
                <a16:creationId xmlns:a16="http://schemas.microsoft.com/office/drawing/2014/main" id="{56FF05F1-D24D-C72C-AF1C-85FE33CA6D91}"/>
              </a:ext>
            </a:extLst>
          </p:cNvPr>
          <p:cNvSpPr>
            <a:spLocks noGrp="1"/>
          </p:cNvSpPr>
          <p:nvPr>
            <p:ph type="pic" sz="quarter" idx="14"/>
          </p:nvPr>
        </p:nvSpPr>
        <p:spPr>
          <a:xfrm>
            <a:off x="6094011" y="3429000"/>
            <a:ext cx="5259391" cy="2407939"/>
          </a:xfrm>
        </p:spPr>
        <p:txBody>
          <a:bodyPr/>
          <a:lstStyle/>
          <a:p>
            <a:endParaRPr lang="en-US"/>
          </a:p>
        </p:txBody>
      </p:sp>
    </p:spTree>
    <p:extLst>
      <p:ext uri="{BB962C8B-B14F-4D97-AF65-F5344CB8AC3E}">
        <p14:creationId xmlns:p14="http://schemas.microsoft.com/office/powerpoint/2010/main" val="2568165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Images-To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4872-5D78-0FCC-711A-523CD3A03A97}"/>
              </a:ext>
            </a:extLst>
          </p:cNvPr>
          <p:cNvSpPr>
            <a:spLocks noGrp="1"/>
          </p:cNvSpPr>
          <p:nvPr>
            <p:ph type="title"/>
          </p:nvPr>
        </p:nvSpPr>
        <p:spPr>
          <a:xfrm>
            <a:off x="838200" y="365125"/>
            <a:ext cx="10515600" cy="69813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B682A5C-B66D-F1CF-7B6F-D6B17B516AEB}"/>
              </a:ext>
            </a:extLst>
          </p:cNvPr>
          <p:cNvSpPr>
            <a:spLocks noGrp="1"/>
          </p:cNvSpPr>
          <p:nvPr>
            <p:ph idx="1"/>
          </p:nvPr>
        </p:nvSpPr>
        <p:spPr>
          <a:xfrm>
            <a:off x="838200" y="3572539"/>
            <a:ext cx="10515600" cy="2604423"/>
          </a:xfrm>
        </p:spPr>
        <p:txBody>
          <a:bodyPr tIns="228600"/>
          <a:lstStyle/>
          <a:p>
            <a:pPr lvl="0"/>
            <a:r>
              <a:rPr lang="en-US"/>
              <a:t>Click to edit Master text styles</a:t>
            </a:r>
          </a:p>
          <a:p>
            <a:pPr lvl="1"/>
            <a:r>
              <a:rPr lang="en-US"/>
              <a:t>Second level</a:t>
            </a:r>
          </a:p>
        </p:txBody>
      </p:sp>
      <p:pic>
        <p:nvPicPr>
          <p:cNvPr id="7" name="Picture 6" descr="A picture containing clipart&#10;&#10;Description automatically generated">
            <a:extLst>
              <a:ext uri="{FF2B5EF4-FFF2-40B4-BE49-F238E27FC236}">
                <a16:creationId xmlns:a16="http://schemas.microsoft.com/office/drawing/2014/main" id="{300D264E-B52D-083B-DDD1-A235CBA447BF}"/>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A76F52A1-6E6E-F21A-3811-A193D1D93F4C}"/>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ABEA586E-8A46-1697-3026-716DEAC586D5}"/>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5" name="Picture Placeholder 4">
            <a:extLst>
              <a:ext uri="{FF2B5EF4-FFF2-40B4-BE49-F238E27FC236}">
                <a16:creationId xmlns:a16="http://schemas.microsoft.com/office/drawing/2014/main" id="{C8D6E386-D8BA-D64A-058C-0CBA3881C59B}"/>
              </a:ext>
            </a:extLst>
          </p:cNvPr>
          <p:cNvSpPr>
            <a:spLocks noGrp="1"/>
          </p:cNvSpPr>
          <p:nvPr>
            <p:ph type="pic" sz="quarter" idx="11"/>
          </p:nvPr>
        </p:nvSpPr>
        <p:spPr>
          <a:xfrm>
            <a:off x="838200" y="1063256"/>
            <a:ext cx="5257800" cy="2508619"/>
          </a:xfrm>
        </p:spPr>
        <p:txBody>
          <a:bodyPr/>
          <a:lstStyle/>
          <a:p>
            <a:endParaRPr lang="en-US"/>
          </a:p>
        </p:txBody>
      </p:sp>
      <p:sp>
        <p:nvSpPr>
          <p:cNvPr id="9" name="Picture Placeholder 4">
            <a:extLst>
              <a:ext uri="{FF2B5EF4-FFF2-40B4-BE49-F238E27FC236}">
                <a16:creationId xmlns:a16="http://schemas.microsoft.com/office/drawing/2014/main" id="{0ED7FFD3-1A10-2363-6DD7-943533E03150}"/>
              </a:ext>
            </a:extLst>
          </p:cNvPr>
          <p:cNvSpPr>
            <a:spLocks noGrp="1"/>
          </p:cNvSpPr>
          <p:nvPr>
            <p:ph type="pic" sz="quarter" idx="12"/>
          </p:nvPr>
        </p:nvSpPr>
        <p:spPr>
          <a:xfrm>
            <a:off x="6096000" y="1068019"/>
            <a:ext cx="5257800" cy="2499093"/>
          </a:xfrm>
        </p:spPr>
        <p:txBody>
          <a:bodyPr/>
          <a:lstStyle/>
          <a:p>
            <a:endParaRPr lang="en-US"/>
          </a:p>
        </p:txBody>
      </p:sp>
    </p:spTree>
    <p:extLst>
      <p:ext uri="{BB962C8B-B14F-4D97-AF65-F5344CB8AC3E}">
        <p14:creationId xmlns:p14="http://schemas.microsoft.com/office/powerpoint/2010/main" val="507366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Heavy Swoop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4872-5D78-0FCC-711A-523CD3A03A97}"/>
              </a:ext>
            </a:extLst>
          </p:cNvPr>
          <p:cNvSpPr>
            <a:spLocks noGrp="1"/>
          </p:cNvSpPr>
          <p:nvPr>
            <p:ph type="title"/>
          </p:nvPr>
        </p:nvSpPr>
        <p:spPr>
          <a:xfrm>
            <a:off x="838200" y="365125"/>
            <a:ext cx="891805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B682A5C-B66D-F1CF-7B6F-D6B17B516AEB}"/>
              </a:ext>
            </a:extLst>
          </p:cNvPr>
          <p:cNvSpPr>
            <a:spLocks noGrp="1"/>
          </p:cNvSpPr>
          <p:nvPr>
            <p:ph idx="1"/>
          </p:nvPr>
        </p:nvSpPr>
        <p:spPr>
          <a:xfrm>
            <a:off x="838200" y="1825625"/>
            <a:ext cx="8918050" cy="4351338"/>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descr="A picture containing clipart&#10;&#10;Description automatically generated">
            <a:extLst>
              <a:ext uri="{FF2B5EF4-FFF2-40B4-BE49-F238E27FC236}">
                <a16:creationId xmlns:a16="http://schemas.microsoft.com/office/drawing/2014/main" id="{300D264E-B52D-083B-DDD1-A235CBA447BF}"/>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A76F52A1-6E6E-F21A-3811-A193D1D93F4C}"/>
              </a:ext>
            </a:extLst>
          </p:cNvPr>
          <p:cNvCxnSpPr>
            <a:cxnSpLocks/>
          </p:cNvCxnSpPr>
          <p:nvPr userDrawn="1"/>
        </p:nvCxnSpPr>
        <p:spPr>
          <a:xfrm>
            <a:off x="2232991" y="6488726"/>
            <a:ext cx="752325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pic>
        <p:nvPicPr>
          <p:cNvPr id="16" name="Picture 15" descr="A picture containing text&#10;&#10;Description automatically generated">
            <a:extLst>
              <a:ext uri="{FF2B5EF4-FFF2-40B4-BE49-F238E27FC236}">
                <a16:creationId xmlns:a16="http://schemas.microsoft.com/office/drawing/2014/main" id="{160E74C2-3127-E8CF-4918-164FEC8F7D4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7681544" y="2347548"/>
            <a:ext cx="6858000" cy="2156088"/>
          </a:xfrm>
          <a:prstGeom prst="rect">
            <a:avLst/>
          </a:prstGeom>
        </p:spPr>
      </p:pic>
      <p:sp>
        <p:nvSpPr>
          <p:cNvPr id="14" name="Picture Placeholder 13">
            <a:extLst>
              <a:ext uri="{FF2B5EF4-FFF2-40B4-BE49-F238E27FC236}">
                <a16:creationId xmlns:a16="http://schemas.microsoft.com/office/drawing/2014/main" id="{86AA31C8-0E72-B9CC-4EDD-96355D3017D2}"/>
              </a:ext>
            </a:extLst>
          </p:cNvPr>
          <p:cNvSpPr>
            <a:spLocks noGrp="1"/>
          </p:cNvSpPr>
          <p:nvPr>
            <p:ph type="pic" sz="quarter" idx="10"/>
          </p:nvPr>
        </p:nvSpPr>
        <p:spPr>
          <a:xfrm>
            <a:off x="10090206" y="1611"/>
            <a:ext cx="2098380" cy="6852981"/>
          </a:xfrm>
          <a:custGeom>
            <a:avLst/>
            <a:gdLst>
              <a:gd name="connsiteX0" fmla="*/ 56634 w 1503235"/>
              <a:gd name="connsiteY0" fmla="*/ 0 h 6852981"/>
              <a:gd name="connsiteX1" fmla="*/ 1503235 w 1503235"/>
              <a:gd name="connsiteY1" fmla="*/ 0 h 6852981"/>
              <a:gd name="connsiteX2" fmla="*/ 1503235 w 1503235"/>
              <a:gd name="connsiteY2" fmla="*/ 6852981 h 6852981"/>
              <a:gd name="connsiteX3" fmla="*/ 645860 w 1503235"/>
              <a:gd name="connsiteY3" fmla="*/ 6850473 h 6852981"/>
              <a:gd name="connsiteX4" fmla="*/ 58942 w 1503235"/>
              <a:gd name="connsiteY4" fmla="*/ 3178158 h 6852981"/>
              <a:gd name="connsiteX5" fmla="*/ 56634 w 1503235"/>
              <a:gd name="connsiteY5" fmla="*/ 0 h 6852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3235" h="6852981">
                <a:moveTo>
                  <a:pt x="56634" y="0"/>
                </a:moveTo>
                <a:lnTo>
                  <a:pt x="1503235" y="0"/>
                </a:lnTo>
                <a:lnTo>
                  <a:pt x="1503235" y="6852981"/>
                </a:lnTo>
                <a:lnTo>
                  <a:pt x="645860" y="6850473"/>
                </a:lnTo>
                <a:cubicBezTo>
                  <a:pt x="389952" y="5820167"/>
                  <a:pt x="162339" y="4584273"/>
                  <a:pt x="58942" y="3178158"/>
                </a:cubicBezTo>
                <a:cubicBezTo>
                  <a:pt x="-27949" y="1997097"/>
                  <a:pt x="-10190" y="927359"/>
                  <a:pt x="56634" y="0"/>
                </a:cubicBezTo>
                <a:close/>
              </a:path>
            </a:pathLst>
          </a:custGeom>
        </p:spPr>
        <p:txBody>
          <a:bodyPr wrap="square">
            <a:noAutofit/>
          </a:bodyPr>
          <a:lstStyle/>
          <a:p>
            <a:endParaRPr lang="en-US"/>
          </a:p>
        </p:txBody>
      </p:sp>
      <p:sp>
        <p:nvSpPr>
          <p:cNvPr id="9" name="Text Placeholder 5">
            <a:extLst>
              <a:ext uri="{FF2B5EF4-FFF2-40B4-BE49-F238E27FC236}">
                <a16:creationId xmlns:a16="http://schemas.microsoft.com/office/drawing/2014/main" id="{116CF9A6-C7BC-B26A-AF92-4B1D03410300}"/>
              </a:ext>
            </a:extLst>
          </p:cNvPr>
          <p:cNvSpPr>
            <a:spLocks noGrp="1"/>
          </p:cNvSpPr>
          <p:nvPr>
            <p:ph type="body" sz="quarter" idx="11"/>
          </p:nvPr>
        </p:nvSpPr>
        <p:spPr>
          <a:xfrm>
            <a:off x="2233613" y="6181725"/>
            <a:ext cx="752263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796088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8CC704-EDAD-4714-1BCE-6A9024D6E2C0}"/>
              </a:ext>
            </a:extLst>
          </p:cNvPr>
          <p:cNvSpPr>
            <a:spLocks noGrp="1"/>
          </p:cNvSpPr>
          <p:nvPr>
            <p:ph sz="half" idx="1"/>
          </p:nvPr>
        </p:nvSpPr>
        <p:spPr>
          <a:xfrm>
            <a:off x="838200" y="1690689"/>
            <a:ext cx="5181600" cy="4373228"/>
          </a:xfrm>
        </p:spPr>
        <p:txBody>
          <a:bodyPr>
            <a:normAutofit/>
          </a:bodyPr>
          <a:lstStyle>
            <a:lvl1pPr marL="0" indent="0">
              <a:buNone/>
              <a:defRPr sz="18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3D63D1-B6F8-0EC2-FC6F-011DFCF5B1E2}"/>
              </a:ext>
            </a:extLst>
          </p:cNvPr>
          <p:cNvSpPr>
            <a:spLocks noGrp="1"/>
          </p:cNvSpPr>
          <p:nvPr>
            <p:ph sz="half" idx="2"/>
          </p:nvPr>
        </p:nvSpPr>
        <p:spPr>
          <a:xfrm>
            <a:off x="6172200" y="1690689"/>
            <a:ext cx="5181600" cy="4373228"/>
          </a:xfrm>
        </p:spPr>
        <p:txBody>
          <a:bodyPr>
            <a:normAutofit/>
          </a:bodyPr>
          <a:lstStyle>
            <a:lvl1pPr marL="0" indent="0">
              <a:buNone/>
              <a:defRPr sz="18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A picture containing clipart&#10;&#10;Description automatically generated">
            <a:extLst>
              <a:ext uri="{FF2B5EF4-FFF2-40B4-BE49-F238E27FC236}">
                <a16:creationId xmlns:a16="http://schemas.microsoft.com/office/drawing/2014/main" id="{609B6BFE-E691-89AD-4C91-86A211ED4C26}"/>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5" name="Title 1">
            <a:extLst>
              <a:ext uri="{FF2B5EF4-FFF2-40B4-BE49-F238E27FC236}">
                <a16:creationId xmlns:a16="http://schemas.microsoft.com/office/drawing/2014/main" id="{52DA9E68-AAA7-4FD1-4ACF-A9E2C052979F}"/>
              </a:ext>
            </a:extLst>
          </p:cNvPr>
          <p:cNvSpPr>
            <a:spLocks noGrp="1"/>
          </p:cNvSpPr>
          <p:nvPr>
            <p:ph type="title"/>
          </p:nvPr>
        </p:nvSpPr>
        <p:spPr>
          <a:xfrm>
            <a:off x="839788" y="365125"/>
            <a:ext cx="10515600" cy="1325563"/>
          </a:xfrm>
        </p:spPr>
        <p:txBody>
          <a:bodyPr/>
          <a:lstStyle/>
          <a:p>
            <a:r>
              <a:rPr lang="en-US"/>
              <a:t>Click to edit Master title style</a:t>
            </a:r>
          </a:p>
        </p:txBody>
      </p:sp>
      <p:cxnSp>
        <p:nvCxnSpPr>
          <p:cNvPr id="2" name="Straight Connector 1">
            <a:extLst>
              <a:ext uri="{FF2B5EF4-FFF2-40B4-BE49-F238E27FC236}">
                <a16:creationId xmlns:a16="http://schemas.microsoft.com/office/drawing/2014/main" id="{BF6F8C83-DA6C-9D74-DB7C-F33D17024F88}"/>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51C6D4C-DF41-8656-E66B-E27FA092EA74}"/>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507911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2CD7-2872-55FB-9A85-F5F5E3F7A1F6}"/>
              </a:ext>
            </a:extLst>
          </p:cNvPr>
          <p:cNvSpPr>
            <a:spLocks noGrp="1"/>
          </p:cNvSpPr>
          <p:nvPr>
            <p:ph type="title"/>
          </p:nvPr>
        </p:nvSpPr>
        <p:spPr>
          <a:xfrm>
            <a:off x="839788" y="365126"/>
            <a:ext cx="10515600" cy="1016974"/>
          </a:xfrm>
        </p:spPr>
        <p:txBody>
          <a:bodyPr>
            <a:normAutofit/>
          </a:bodyPr>
          <a:lstStyle>
            <a:lvl1pPr>
              <a:defRPr sz="3600"/>
            </a:lvl1pPr>
          </a:lstStyle>
          <a:p>
            <a:r>
              <a:rPr lang="en-US"/>
              <a:t>Click to edit Master title style</a:t>
            </a:r>
          </a:p>
        </p:txBody>
      </p:sp>
      <p:sp>
        <p:nvSpPr>
          <p:cNvPr id="3" name="Text Placeholder 2">
            <a:extLst>
              <a:ext uri="{FF2B5EF4-FFF2-40B4-BE49-F238E27FC236}">
                <a16:creationId xmlns:a16="http://schemas.microsoft.com/office/drawing/2014/main" id="{2E4EF065-F4A6-A9AF-220D-6B0AFF176C11}"/>
              </a:ext>
            </a:extLst>
          </p:cNvPr>
          <p:cNvSpPr>
            <a:spLocks noGrp="1"/>
          </p:cNvSpPr>
          <p:nvPr>
            <p:ph type="body" idx="1"/>
          </p:nvPr>
        </p:nvSpPr>
        <p:spPr>
          <a:xfrm>
            <a:off x="839788" y="1403797"/>
            <a:ext cx="5157787" cy="662070"/>
          </a:xfrm>
        </p:spPr>
        <p:txBody>
          <a:bodyPr anchor="b"/>
          <a:lstStyle>
            <a:lvl1pPr marL="0" indent="0">
              <a:buNone/>
              <a:defRPr sz="2400" b="0">
                <a:solidFill>
                  <a:srgbClr val="898989"/>
                </a:solidFill>
                <a:latin typeface="Segoe UI Semibold" panose="020B0702040204020203" pitchFamily="34" charset="0"/>
                <a:cs typeface="Segoe UI Semibold" panose="020B07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A04EFB-41BC-9218-6F89-AE3FB427B9AF}"/>
              </a:ext>
            </a:extLst>
          </p:cNvPr>
          <p:cNvSpPr>
            <a:spLocks noGrp="1"/>
          </p:cNvSpPr>
          <p:nvPr>
            <p:ph sz="half" idx="2"/>
          </p:nvPr>
        </p:nvSpPr>
        <p:spPr>
          <a:xfrm>
            <a:off x="839788" y="2065867"/>
            <a:ext cx="5157787" cy="384643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253455-7029-147A-61AB-25BA398DD8A2}"/>
              </a:ext>
            </a:extLst>
          </p:cNvPr>
          <p:cNvSpPr>
            <a:spLocks noGrp="1"/>
          </p:cNvSpPr>
          <p:nvPr>
            <p:ph type="body" sz="quarter" idx="3"/>
          </p:nvPr>
        </p:nvSpPr>
        <p:spPr>
          <a:xfrm>
            <a:off x="6172200" y="1403797"/>
            <a:ext cx="5183188" cy="662070"/>
          </a:xfrm>
        </p:spPr>
        <p:txBody>
          <a:bodyPr anchor="b"/>
          <a:lstStyle>
            <a:lvl1pPr marL="0" indent="0">
              <a:buNone/>
              <a:defRPr sz="2400" b="0" i="0">
                <a:solidFill>
                  <a:srgbClr val="898989"/>
                </a:solidFill>
                <a:latin typeface="Segoe UI Semibold" panose="020B0702040204020203" pitchFamily="34" charset="0"/>
                <a:cs typeface="Segoe UI Semibold" panose="020B07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D96CBB-5D01-3987-470C-1A7FCC38DBD4}"/>
              </a:ext>
            </a:extLst>
          </p:cNvPr>
          <p:cNvSpPr>
            <a:spLocks noGrp="1"/>
          </p:cNvSpPr>
          <p:nvPr>
            <p:ph sz="quarter" idx="4"/>
          </p:nvPr>
        </p:nvSpPr>
        <p:spPr>
          <a:xfrm>
            <a:off x="6172200" y="2087564"/>
            <a:ext cx="5183188" cy="3824733"/>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A picture containing clipart&#10;&#10;Description automatically generated">
            <a:extLst>
              <a:ext uri="{FF2B5EF4-FFF2-40B4-BE49-F238E27FC236}">
                <a16:creationId xmlns:a16="http://schemas.microsoft.com/office/drawing/2014/main" id="{DD0812C0-7373-E99F-5460-E09A85290A19}"/>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7" name="Straight Connector 6">
            <a:extLst>
              <a:ext uri="{FF2B5EF4-FFF2-40B4-BE49-F238E27FC236}">
                <a16:creationId xmlns:a16="http://schemas.microsoft.com/office/drawing/2014/main" id="{CD268754-B97E-FC72-F68A-60310D509A7E}"/>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8" name="Text Placeholder 5">
            <a:extLst>
              <a:ext uri="{FF2B5EF4-FFF2-40B4-BE49-F238E27FC236}">
                <a16:creationId xmlns:a16="http://schemas.microsoft.com/office/drawing/2014/main" id="{6BDA3658-DCCD-5826-B876-EFD9A557D850}"/>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840032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p:txBody>
          <a:bodyPr/>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3" name="Straight Connector 2">
            <a:extLst>
              <a:ext uri="{FF2B5EF4-FFF2-40B4-BE49-F238E27FC236}">
                <a16:creationId xmlns:a16="http://schemas.microsoft.com/office/drawing/2014/main" id="{EC78B7C8-8363-300B-388E-47F442A6CC14}"/>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Text Placeholder 5">
            <a:extLst>
              <a:ext uri="{FF2B5EF4-FFF2-40B4-BE49-F238E27FC236}">
                <a16:creationId xmlns:a16="http://schemas.microsoft.com/office/drawing/2014/main" id="{5F9140F1-3E50-ED16-0F6D-CF6A042F70FC}"/>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663818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Image-Text Columns">
    <p:spTree>
      <p:nvGrpSpPr>
        <p:cNvPr id="1" name=""/>
        <p:cNvGrpSpPr/>
        <p:nvPr/>
      </p:nvGrpSpPr>
      <p:grpSpPr>
        <a:xfrm>
          <a:off x="0" y="0"/>
          <a:ext cx="0" cy="0"/>
          <a:chOff x="0" y="0"/>
          <a:chExt cx="0" cy="0"/>
        </a:xfrm>
      </p:grpSpPr>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8200" y="1022460"/>
            <a:ext cx="3251662"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8199" y="3284647"/>
            <a:ext cx="3251661" cy="2419241"/>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a:p>
            <a:pPr lvl="1"/>
            <a:r>
              <a:rPr lang="en-US"/>
              <a:t>Second level</a:t>
            </a:r>
          </a:p>
          <a:p>
            <a:pPr lvl="2"/>
            <a:r>
              <a:rPr lang="en-US"/>
              <a:t>Third level</a:t>
            </a:r>
          </a:p>
        </p:txBody>
      </p:sp>
      <p:sp>
        <p:nvSpPr>
          <p:cNvPr id="15" name="Picture Placeholder 3">
            <a:extLst>
              <a:ext uri="{FF2B5EF4-FFF2-40B4-BE49-F238E27FC236}">
                <a16:creationId xmlns:a16="http://schemas.microsoft.com/office/drawing/2014/main" id="{C79C3993-1A7B-1600-3BFC-255655101819}"/>
              </a:ext>
            </a:extLst>
          </p:cNvPr>
          <p:cNvSpPr>
            <a:spLocks noGrp="1"/>
          </p:cNvSpPr>
          <p:nvPr>
            <p:ph type="pic" sz="quarter" idx="14"/>
          </p:nvPr>
        </p:nvSpPr>
        <p:spPr>
          <a:xfrm>
            <a:off x="8102138" y="1022460"/>
            <a:ext cx="3251662" cy="2262187"/>
          </a:xfrm>
        </p:spPr>
        <p:txBody>
          <a:bodyPr/>
          <a:lstStyle/>
          <a:p>
            <a:endParaRPr lang="en-US"/>
          </a:p>
        </p:txBody>
      </p:sp>
      <p:sp>
        <p:nvSpPr>
          <p:cNvPr id="16" name="Text Placeholder 9">
            <a:extLst>
              <a:ext uri="{FF2B5EF4-FFF2-40B4-BE49-F238E27FC236}">
                <a16:creationId xmlns:a16="http://schemas.microsoft.com/office/drawing/2014/main" id="{5B53C4B3-D449-5543-7867-C2372D3A0D6B}"/>
              </a:ext>
            </a:extLst>
          </p:cNvPr>
          <p:cNvSpPr>
            <a:spLocks noGrp="1"/>
          </p:cNvSpPr>
          <p:nvPr>
            <p:ph type="body" sz="quarter" idx="15"/>
          </p:nvPr>
        </p:nvSpPr>
        <p:spPr>
          <a:xfrm>
            <a:off x="8102137" y="3284647"/>
            <a:ext cx="3251661" cy="2419241"/>
          </a:xfrm>
        </p:spPr>
        <p:txBody>
          <a:bodyPr tIns="228600" bIns="45720">
            <a:normAutofit/>
          </a:bodyPr>
          <a:lstStyle>
            <a:lvl1pPr marL="0" indent="0">
              <a:buNone/>
              <a:defRPr sz="1600"/>
            </a:lvl1pPr>
            <a:lvl2pPr>
              <a:defRPr sz="1400"/>
            </a:lvl2pPr>
            <a:lvl3pPr>
              <a:defRPr sz="1400"/>
            </a:lvl3pPr>
          </a:lstStyle>
          <a:p>
            <a:pPr lvl="0"/>
            <a:r>
              <a:rPr lang="en-US"/>
              <a:t>Click to edit Master text styles</a:t>
            </a:r>
          </a:p>
          <a:p>
            <a:pPr lvl="1"/>
            <a:r>
              <a:rPr lang="en-US"/>
              <a:t>Second level</a:t>
            </a:r>
          </a:p>
          <a:p>
            <a:pPr lvl="2"/>
            <a:r>
              <a:rPr lang="en-US"/>
              <a:t>Third level</a:t>
            </a:r>
          </a:p>
        </p:txBody>
      </p:sp>
      <p:sp>
        <p:nvSpPr>
          <p:cNvPr id="17" name="Picture Placeholder 3">
            <a:extLst>
              <a:ext uri="{FF2B5EF4-FFF2-40B4-BE49-F238E27FC236}">
                <a16:creationId xmlns:a16="http://schemas.microsoft.com/office/drawing/2014/main" id="{F011ED4E-3C7D-C1FC-B6FB-1B2743BB9310}"/>
              </a:ext>
            </a:extLst>
          </p:cNvPr>
          <p:cNvSpPr>
            <a:spLocks noGrp="1"/>
          </p:cNvSpPr>
          <p:nvPr>
            <p:ph type="pic" sz="quarter" idx="16"/>
          </p:nvPr>
        </p:nvSpPr>
        <p:spPr>
          <a:xfrm>
            <a:off x="4470166" y="1022460"/>
            <a:ext cx="3251662" cy="2262187"/>
          </a:xfrm>
        </p:spPr>
        <p:txBody>
          <a:bodyPr/>
          <a:lstStyle/>
          <a:p>
            <a:endParaRPr lang="en-US"/>
          </a:p>
        </p:txBody>
      </p:sp>
      <p:sp>
        <p:nvSpPr>
          <p:cNvPr id="18" name="Text Placeholder 9">
            <a:extLst>
              <a:ext uri="{FF2B5EF4-FFF2-40B4-BE49-F238E27FC236}">
                <a16:creationId xmlns:a16="http://schemas.microsoft.com/office/drawing/2014/main" id="{620B54E1-F126-7688-986D-67DBA659B6A6}"/>
              </a:ext>
            </a:extLst>
          </p:cNvPr>
          <p:cNvSpPr>
            <a:spLocks noGrp="1"/>
          </p:cNvSpPr>
          <p:nvPr>
            <p:ph type="body" sz="quarter" idx="17"/>
          </p:nvPr>
        </p:nvSpPr>
        <p:spPr>
          <a:xfrm>
            <a:off x="4470165" y="3284647"/>
            <a:ext cx="3251661" cy="2419241"/>
          </a:xfrm>
        </p:spPr>
        <p:txBody>
          <a:bodyPr tIns="228600" bIns="45720">
            <a:normAutofit/>
          </a:bodyPr>
          <a:lstStyle>
            <a:lvl1pPr marL="0" indent="0">
              <a:buNone/>
              <a:defRPr sz="1600"/>
            </a:lvl1pPr>
            <a:lvl2pPr>
              <a:defRPr sz="1400"/>
            </a:lvl2pPr>
            <a:lvl3pPr>
              <a:defRPr sz="1400"/>
            </a:lvl3pPr>
          </a:lstStyle>
          <a:p>
            <a:pPr lvl="0"/>
            <a:r>
              <a:rPr lang="en-US"/>
              <a:t>Click to edit Master text styles</a:t>
            </a:r>
          </a:p>
          <a:p>
            <a:pPr lvl="1"/>
            <a:r>
              <a:rPr lang="en-US"/>
              <a:t>Second level</a:t>
            </a:r>
          </a:p>
          <a:p>
            <a:pPr lvl="2"/>
            <a:r>
              <a:rPr lang="en-US"/>
              <a:t>Third level</a:t>
            </a:r>
          </a:p>
        </p:txBody>
      </p:sp>
      <p:sp>
        <p:nvSpPr>
          <p:cNvPr id="3" name="Title 1">
            <a:extLst>
              <a:ext uri="{FF2B5EF4-FFF2-40B4-BE49-F238E27FC236}">
                <a16:creationId xmlns:a16="http://schemas.microsoft.com/office/drawing/2014/main" id="{08A4121E-B38A-CF28-38D0-313AEC7A599B}"/>
              </a:ext>
            </a:extLst>
          </p:cNvPr>
          <p:cNvSpPr>
            <a:spLocks noGrp="1"/>
          </p:cNvSpPr>
          <p:nvPr>
            <p:ph type="title"/>
          </p:nvPr>
        </p:nvSpPr>
        <p:spPr>
          <a:xfrm>
            <a:off x="838200" y="281883"/>
            <a:ext cx="10515600" cy="740577"/>
          </a:xfrm>
        </p:spPr>
        <p:txBody>
          <a:bodyPr wrap="square" bIns="182880">
            <a:normAutofit/>
          </a:bodyPr>
          <a:lstStyle>
            <a:lvl1pPr>
              <a:defRPr sz="3400"/>
            </a:lvl1pPr>
          </a:lstStyle>
          <a:p>
            <a:r>
              <a:rPr lang="en-US"/>
              <a:t>Click to edit Master title style</a:t>
            </a:r>
          </a:p>
        </p:txBody>
      </p:sp>
      <p:cxnSp>
        <p:nvCxnSpPr>
          <p:cNvPr id="2" name="Straight Connector 1">
            <a:extLst>
              <a:ext uri="{FF2B5EF4-FFF2-40B4-BE49-F238E27FC236}">
                <a16:creationId xmlns:a16="http://schemas.microsoft.com/office/drawing/2014/main" id="{932CE4B7-8E05-3FCE-DA71-6007B2B869D4}"/>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B70F523C-BCE7-529C-51A6-A6B9A8A06C06}"/>
              </a:ext>
            </a:extLst>
          </p:cNvPr>
          <p:cNvSpPr>
            <a:spLocks noGrp="1"/>
          </p:cNvSpPr>
          <p:nvPr>
            <p:ph type="body" sz="quarter" idx="18"/>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866968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Image-Captions">
    <p:spTree>
      <p:nvGrpSpPr>
        <p:cNvPr id="1" name=""/>
        <p:cNvGrpSpPr/>
        <p:nvPr/>
      </p:nvGrpSpPr>
      <p:grpSpPr>
        <a:xfrm>
          <a:off x="0" y="0"/>
          <a:ext cx="0" cy="0"/>
          <a:chOff x="0" y="0"/>
          <a:chExt cx="0" cy="0"/>
        </a:xfrm>
      </p:grpSpPr>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6611" y="1537847"/>
            <a:ext cx="3459155" cy="3456432"/>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6609" y="4994279"/>
            <a:ext cx="3459155" cy="640818"/>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p:txBody>
      </p:sp>
      <p:sp>
        <p:nvSpPr>
          <p:cNvPr id="3" name="Title 1">
            <a:extLst>
              <a:ext uri="{FF2B5EF4-FFF2-40B4-BE49-F238E27FC236}">
                <a16:creationId xmlns:a16="http://schemas.microsoft.com/office/drawing/2014/main" id="{08A4121E-B38A-CF28-38D0-313AEC7A599B}"/>
              </a:ext>
            </a:extLst>
          </p:cNvPr>
          <p:cNvSpPr>
            <a:spLocks noGrp="1"/>
          </p:cNvSpPr>
          <p:nvPr>
            <p:ph type="title"/>
          </p:nvPr>
        </p:nvSpPr>
        <p:spPr>
          <a:xfrm>
            <a:off x="838200" y="281883"/>
            <a:ext cx="10515600" cy="740577"/>
          </a:xfrm>
        </p:spPr>
        <p:txBody>
          <a:bodyPr wrap="square" bIns="182880">
            <a:normAutofit/>
          </a:bodyPr>
          <a:lstStyle>
            <a:lvl1pPr>
              <a:defRPr sz="3400"/>
            </a:lvl1pPr>
          </a:lstStyle>
          <a:p>
            <a:r>
              <a:rPr lang="en-US"/>
              <a:t>Click to edit Master title style</a:t>
            </a:r>
          </a:p>
        </p:txBody>
      </p:sp>
      <p:cxnSp>
        <p:nvCxnSpPr>
          <p:cNvPr id="2" name="Straight Connector 1">
            <a:extLst>
              <a:ext uri="{FF2B5EF4-FFF2-40B4-BE49-F238E27FC236}">
                <a16:creationId xmlns:a16="http://schemas.microsoft.com/office/drawing/2014/main" id="{932CE4B7-8E05-3FCE-DA71-6007B2B869D4}"/>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B70F523C-BCE7-529C-51A6-A6B9A8A06C06}"/>
              </a:ext>
            </a:extLst>
          </p:cNvPr>
          <p:cNvSpPr>
            <a:spLocks noGrp="1"/>
          </p:cNvSpPr>
          <p:nvPr>
            <p:ph type="body" sz="quarter" idx="18"/>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9" name="Picture Placeholder 3">
            <a:extLst>
              <a:ext uri="{FF2B5EF4-FFF2-40B4-BE49-F238E27FC236}">
                <a16:creationId xmlns:a16="http://schemas.microsoft.com/office/drawing/2014/main" id="{3FA4BA4A-A73F-3143-C1F1-47B555C36AD2}"/>
              </a:ext>
            </a:extLst>
          </p:cNvPr>
          <p:cNvSpPr>
            <a:spLocks noGrp="1"/>
          </p:cNvSpPr>
          <p:nvPr>
            <p:ph type="pic" sz="quarter" idx="19"/>
          </p:nvPr>
        </p:nvSpPr>
        <p:spPr>
          <a:xfrm>
            <a:off x="4365628" y="1537847"/>
            <a:ext cx="3459155" cy="3456432"/>
          </a:xfrm>
        </p:spPr>
        <p:txBody>
          <a:bodyPr/>
          <a:lstStyle/>
          <a:p>
            <a:endParaRPr lang="en-US"/>
          </a:p>
        </p:txBody>
      </p:sp>
      <p:sp>
        <p:nvSpPr>
          <p:cNvPr id="11" name="Picture Placeholder 3">
            <a:extLst>
              <a:ext uri="{FF2B5EF4-FFF2-40B4-BE49-F238E27FC236}">
                <a16:creationId xmlns:a16="http://schemas.microsoft.com/office/drawing/2014/main" id="{34841F7F-FA2F-E60F-9887-F584B637EB70}"/>
              </a:ext>
            </a:extLst>
          </p:cNvPr>
          <p:cNvSpPr>
            <a:spLocks noGrp="1"/>
          </p:cNvSpPr>
          <p:nvPr>
            <p:ph type="pic" sz="quarter" idx="20"/>
          </p:nvPr>
        </p:nvSpPr>
        <p:spPr>
          <a:xfrm>
            <a:off x="7894645" y="1537847"/>
            <a:ext cx="3459155" cy="3456432"/>
          </a:xfrm>
        </p:spPr>
        <p:txBody>
          <a:bodyPr/>
          <a:lstStyle/>
          <a:p>
            <a:endParaRPr lang="en-US"/>
          </a:p>
        </p:txBody>
      </p:sp>
      <p:sp>
        <p:nvSpPr>
          <p:cNvPr id="12" name="Text Placeholder 9">
            <a:extLst>
              <a:ext uri="{FF2B5EF4-FFF2-40B4-BE49-F238E27FC236}">
                <a16:creationId xmlns:a16="http://schemas.microsoft.com/office/drawing/2014/main" id="{FC94224B-95BE-84E5-884D-6A84F0D8B918}"/>
              </a:ext>
            </a:extLst>
          </p:cNvPr>
          <p:cNvSpPr>
            <a:spLocks noGrp="1"/>
          </p:cNvSpPr>
          <p:nvPr>
            <p:ph type="body" sz="quarter" idx="21"/>
          </p:nvPr>
        </p:nvSpPr>
        <p:spPr>
          <a:xfrm>
            <a:off x="4365628" y="4994279"/>
            <a:ext cx="3459155" cy="640818"/>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p:txBody>
      </p:sp>
      <p:sp>
        <p:nvSpPr>
          <p:cNvPr id="13" name="Text Placeholder 9">
            <a:extLst>
              <a:ext uri="{FF2B5EF4-FFF2-40B4-BE49-F238E27FC236}">
                <a16:creationId xmlns:a16="http://schemas.microsoft.com/office/drawing/2014/main" id="{19D8B6C2-A903-A23D-B848-7FF26692CD47}"/>
              </a:ext>
            </a:extLst>
          </p:cNvPr>
          <p:cNvSpPr>
            <a:spLocks noGrp="1"/>
          </p:cNvSpPr>
          <p:nvPr>
            <p:ph type="body" sz="quarter" idx="22"/>
          </p:nvPr>
        </p:nvSpPr>
        <p:spPr>
          <a:xfrm>
            <a:off x="7894645" y="4994279"/>
            <a:ext cx="3459155" cy="640818"/>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p:txBody>
      </p:sp>
    </p:spTree>
    <p:extLst>
      <p:ext uri="{BB962C8B-B14F-4D97-AF65-F5344CB8AC3E}">
        <p14:creationId xmlns:p14="http://schemas.microsoft.com/office/powerpoint/2010/main" val="1682876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Image-Text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a:xfrm>
            <a:off x="838200" y="281883"/>
            <a:ext cx="10515600" cy="740577"/>
          </a:xfrm>
        </p:spPr>
        <p:txBody>
          <a:bodyPr wrap="square" bIns="182880"/>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8200" y="1022460"/>
            <a:ext cx="4911436"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8200" y="3284647"/>
            <a:ext cx="4911436" cy="2419241"/>
          </a:xfrm>
        </p:spPr>
        <p:txBody>
          <a:bodyPr tIns="228600">
            <a:normAutofit/>
          </a:bodyPr>
          <a:lstStyle>
            <a:lvl1pPr marL="0" indent="0">
              <a:buNone/>
              <a:defRPr sz="1800"/>
            </a:lvl1pPr>
            <a:lvl2pPr marL="742950" indent="-285750">
              <a:buFont typeface="Arial" panose="020B0604020202020204" pitchFamily="34" charset="0"/>
              <a:buChar char="•"/>
              <a:defRPr sz="1600"/>
            </a:lvl2pPr>
            <a:lvl3pPr marL="1200150" indent="-285750">
              <a:buFont typeface="Arial" panose="020B0604020202020204" pitchFamily="34" charset="0"/>
              <a:buChar char="•"/>
              <a:defRPr sz="1600"/>
            </a:lvl3pPr>
          </a:lstStyle>
          <a:p>
            <a:pPr lvl="0"/>
            <a:r>
              <a:rPr lang="en-US"/>
              <a:t>Click to edit Master text styles</a:t>
            </a:r>
          </a:p>
          <a:p>
            <a:pPr lvl="1"/>
            <a:r>
              <a:rPr lang="en-US"/>
              <a:t>Second level</a:t>
            </a:r>
          </a:p>
          <a:p>
            <a:pPr lvl="2"/>
            <a:r>
              <a:rPr lang="en-US"/>
              <a:t>Third level</a:t>
            </a:r>
          </a:p>
        </p:txBody>
      </p:sp>
      <p:sp>
        <p:nvSpPr>
          <p:cNvPr id="15" name="Picture Placeholder 3">
            <a:extLst>
              <a:ext uri="{FF2B5EF4-FFF2-40B4-BE49-F238E27FC236}">
                <a16:creationId xmlns:a16="http://schemas.microsoft.com/office/drawing/2014/main" id="{C79C3993-1A7B-1600-3BFC-255655101819}"/>
              </a:ext>
            </a:extLst>
          </p:cNvPr>
          <p:cNvSpPr>
            <a:spLocks noGrp="1"/>
          </p:cNvSpPr>
          <p:nvPr>
            <p:ph type="pic" sz="quarter" idx="14"/>
          </p:nvPr>
        </p:nvSpPr>
        <p:spPr>
          <a:xfrm>
            <a:off x="6442364" y="1022460"/>
            <a:ext cx="4911436" cy="2262187"/>
          </a:xfrm>
        </p:spPr>
        <p:txBody>
          <a:bodyPr/>
          <a:lstStyle/>
          <a:p>
            <a:endParaRPr lang="en-US"/>
          </a:p>
        </p:txBody>
      </p:sp>
      <p:sp>
        <p:nvSpPr>
          <p:cNvPr id="16" name="Text Placeholder 9">
            <a:extLst>
              <a:ext uri="{FF2B5EF4-FFF2-40B4-BE49-F238E27FC236}">
                <a16:creationId xmlns:a16="http://schemas.microsoft.com/office/drawing/2014/main" id="{5B53C4B3-D449-5543-7867-C2372D3A0D6B}"/>
              </a:ext>
            </a:extLst>
          </p:cNvPr>
          <p:cNvSpPr>
            <a:spLocks noGrp="1"/>
          </p:cNvSpPr>
          <p:nvPr>
            <p:ph type="body" sz="quarter" idx="15"/>
          </p:nvPr>
        </p:nvSpPr>
        <p:spPr>
          <a:xfrm>
            <a:off x="6442361" y="3284647"/>
            <a:ext cx="4911437" cy="2419241"/>
          </a:xfrm>
        </p:spPr>
        <p:txBody>
          <a:bodyPr tIns="228600">
            <a:normAutofit/>
          </a:bodyPr>
          <a:lstStyle>
            <a:lvl1pPr marL="0" indent="0">
              <a:buNone/>
              <a:defRPr sz="1800"/>
            </a:lvl1pPr>
            <a:lvl2pPr>
              <a:defRPr sz="1600"/>
            </a:lvl2pPr>
            <a:lvl3pPr>
              <a:defRPr sz="1600"/>
            </a:lvl3pPr>
          </a:lstStyle>
          <a:p>
            <a:pPr lvl="0"/>
            <a:r>
              <a:rPr lang="en-US"/>
              <a:t>Click to edit Master text styles</a:t>
            </a:r>
          </a:p>
          <a:p>
            <a:pPr lvl="1"/>
            <a:r>
              <a:rPr lang="en-US"/>
              <a:t>Second level</a:t>
            </a:r>
          </a:p>
          <a:p>
            <a:pPr lvl="2"/>
            <a:r>
              <a:rPr lang="en-US"/>
              <a:t>Third level</a:t>
            </a:r>
          </a:p>
        </p:txBody>
      </p:sp>
      <p:cxnSp>
        <p:nvCxnSpPr>
          <p:cNvPr id="3" name="Straight Connector 2">
            <a:extLst>
              <a:ext uri="{FF2B5EF4-FFF2-40B4-BE49-F238E27FC236}">
                <a16:creationId xmlns:a16="http://schemas.microsoft.com/office/drawing/2014/main" id="{72687E30-A7A9-328E-5509-110085809C30}"/>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C8961F9F-8B61-6C21-9C24-7CF2D216A7FF}"/>
              </a:ext>
            </a:extLst>
          </p:cNvPr>
          <p:cNvSpPr>
            <a:spLocks noGrp="1"/>
          </p:cNvSpPr>
          <p:nvPr>
            <p:ph type="body" sz="quarter" idx="16"/>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864199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Column Alternativ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a:xfrm>
            <a:off x="838200" y="281883"/>
            <a:ext cx="10515600" cy="740577"/>
          </a:xfrm>
        </p:spPr>
        <p:txBody>
          <a:bodyPr wrap="square" bIns="182880"/>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8" name="Content Placeholder 7">
            <a:extLst>
              <a:ext uri="{FF2B5EF4-FFF2-40B4-BE49-F238E27FC236}">
                <a16:creationId xmlns:a16="http://schemas.microsoft.com/office/drawing/2014/main" id="{EFFBA75C-EE70-1C71-6D32-2BBC4A266795}"/>
              </a:ext>
            </a:extLst>
          </p:cNvPr>
          <p:cNvSpPr>
            <a:spLocks noGrp="1"/>
          </p:cNvSpPr>
          <p:nvPr>
            <p:ph sz="quarter" idx="17"/>
          </p:nvPr>
        </p:nvSpPr>
        <p:spPr>
          <a:xfrm>
            <a:off x="5749637" y="1022350"/>
            <a:ext cx="5604164" cy="4681538"/>
          </a:xfrm>
        </p:spPr>
        <p:txBody>
          <a:bodyPr lIns="228600"/>
          <a:lstStyle/>
          <a:p>
            <a:pPr lvl="0"/>
            <a:r>
              <a:rPr lang="en-US"/>
              <a:t>Click to edit Master text styles</a:t>
            </a:r>
          </a:p>
          <a:p>
            <a:pPr lvl="1"/>
            <a:r>
              <a:rPr lang="en-US"/>
              <a:t>Second level</a:t>
            </a:r>
          </a:p>
        </p:txBody>
      </p:sp>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8200" y="1022460"/>
            <a:ext cx="4911436"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8200" y="3284647"/>
            <a:ext cx="4911436" cy="2419241"/>
          </a:xfrm>
        </p:spPr>
        <p:txBody>
          <a:bodyPr tIns="228600">
            <a:normAutofit/>
          </a:bodyPr>
          <a:lstStyle>
            <a:lvl1pPr marL="0" indent="0">
              <a:buNone/>
              <a:defRPr sz="1800"/>
            </a:lvl1pPr>
            <a:lvl2pPr marL="742950" indent="-285750">
              <a:buFont typeface="Arial" panose="020B0604020202020204" pitchFamily="34" charset="0"/>
              <a:buChar char="•"/>
              <a:defRPr sz="1600"/>
            </a:lvl2pPr>
            <a:lvl3pPr marL="914400" indent="0">
              <a:buFont typeface="Arial" panose="020B0604020202020204" pitchFamily="34" charset="0"/>
              <a:buNone/>
              <a:defRPr sz="1600"/>
            </a:lvl3pPr>
          </a:lstStyle>
          <a:p>
            <a:pPr lvl="0"/>
            <a:r>
              <a:rPr lang="en-US"/>
              <a:t>Click to edit Master text styles</a:t>
            </a:r>
          </a:p>
          <a:p>
            <a:pPr lvl="1"/>
            <a:r>
              <a:rPr lang="en-US"/>
              <a:t>Second level</a:t>
            </a:r>
          </a:p>
        </p:txBody>
      </p:sp>
      <p:cxnSp>
        <p:nvCxnSpPr>
          <p:cNvPr id="3" name="Straight Connector 2">
            <a:extLst>
              <a:ext uri="{FF2B5EF4-FFF2-40B4-BE49-F238E27FC236}">
                <a16:creationId xmlns:a16="http://schemas.microsoft.com/office/drawing/2014/main" id="{72687E30-A7A9-328E-5509-110085809C30}"/>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C8961F9F-8B61-6C21-9C24-7CF2D216A7FF}"/>
              </a:ext>
            </a:extLst>
          </p:cNvPr>
          <p:cNvSpPr>
            <a:spLocks noGrp="1"/>
          </p:cNvSpPr>
          <p:nvPr>
            <p:ph type="body" sz="quarter" idx="16"/>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679499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Column Alternative (Inver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a:xfrm>
            <a:off x="838200" y="281883"/>
            <a:ext cx="10515600" cy="740577"/>
          </a:xfrm>
        </p:spPr>
        <p:txBody>
          <a:bodyPr wrap="square" bIns="182880"/>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8" name="Content Placeholder 7">
            <a:extLst>
              <a:ext uri="{FF2B5EF4-FFF2-40B4-BE49-F238E27FC236}">
                <a16:creationId xmlns:a16="http://schemas.microsoft.com/office/drawing/2014/main" id="{EFFBA75C-EE70-1C71-6D32-2BBC4A266795}"/>
              </a:ext>
            </a:extLst>
          </p:cNvPr>
          <p:cNvSpPr>
            <a:spLocks noGrp="1"/>
          </p:cNvSpPr>
          <p:nvPr>
            <p:ph sz="quarter" idx="17"/>
          </p:nvPr>
        </p:nvSpPr>
        <p:spPr>
          <a:xfrm>
            <a:off x="838200" y="1022350"/>
            <a:ext cx="5604164" cy="4681538"/>
          </a:xfrm>
        </p:spPr>
        <p:txBody>
          <a:bodyPr lIns="91440" rIns="228600"/>
          <a:lstStyle/>
          <a:p>
            <a:pPr lvl="0"/>
            <a:r>
              <a:rPr lang="en-US"/>
              <a:t>Click to edit Master text styles</a:t>
            </a:r>
          </a:p>
          <a:p>
            <a:pPr lvl="1"/>
            <a:r>
              <a:rPr lang="en-US"/>
              <a:t>Second level</a:t>
            </a:r>
          </a:p>
        </p:txBody>
      </p:sp>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6442364" y="1021737"/>
            <a:ext cx="4911436"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6442364" y="3311851"/>
            <a:ext cx="4911436" cy="2392038"/>
          </a:xfrm>
        </p:spPr>
        <p:txBody>
          <a:bodyPr tIns="228600">
            <a:normAutofit/>
          </a:bodyPr>
          <a:lstStyle>
            <a:lvl1pPr marL="0" indent="0">
              <a:buNone/>
              <a:defRPr sz="1800"/>
            </a:lvl1pPr>
            <a:lvl2pPr marL="742950" indent="-285750">
              <a:buFont typeface="Arial" panose="020B0604020202020204" pitchFamily="34" charset="0"/>
              <a:buChar char="•"/>
              <a:defRPr sz="1600"/>
            </a:lvl2pPr>
            <a:lvl3pPr marL="914400" indent="0">
              <a:buFont typeface="Arial" panose="020B0604020202020204" pitchFamily="34" charset="0"/>
              <a:buNone/>
              <a:defRPr sz="1600"/>
            </a:lvl3pPr>
          </a:lstStyle>
          <a:p>
            <a:pPr lvl="0"/>
            <a:r>
              <a:rPr lang="en-US"/>
              <a:t>Click to edit Master text styles</a:t>
            </a:r>
          </a:p>
          <a:p>
            <a:pPr lvl="1"/>
            <a:r>
              <a:rPr lang="en-US"/>
              <a:t>Second level</a:t>
            </a:r>
          </a:p>
        </p:txBody>
      </p:sp>
      <p:cxnSp>
        <p:nvCxnSpPr>
          <p:cNvPr id="3" name="Straight Connector 2">
            <a:extLst>
              <a:ext uri="{FF2B5EF4-FFF2-40B4-BE49-F238E27FC236}">
                <a16:creationId xmlns:a16="http://schemas.microsoft.com/office/drawing/2014/main" id="{72687E30-A7A9-328E-5509-110085809C30}"/>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C8961F9F-8B61-6C21-9C24-7CF2D216A7FF}"/>
              </a:ext>
            </a:extLst>
          </p:cNvPr>
          <p:cNvSpPr>
            <a:spLocks noGrp="1"/>
          </p:cNvSpPr>
          <p:nvPr>
            <p:ph type="body" sz="quarter" idx="16"/>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259645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ow Frame">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7E64B68C-19BD-94A4-BCA6-5C231578DBE6}"/>
              </a:ext>
            </a:extLst>
          </p:cNvPr>
          <p:cNvSpPr>
            <a:spLocks noGrp="1"/>
          </p:cNvSpPr>
          <p:nvPr>
            <p:ph type="pic" sz="quarter" idx="10"/>
          </p:nvPr>
        </p:nvSpPr>
        <p:spPr>
          <a:xfrm>
            <a:off x="0" y="-25928"/>
            <a:ext cx="12192000" cy="5339537"/>
          </a:xfrm>
          <a:custGeom>
            <a:avLst/>
            <a:gdLst>
              <a:gd name="connsiteX0" fmla="*/ 0 w 12192000"/>
              <a:gd name="connsiteY0" fmla="*/ 0 h 5339537"/>
              <a:gd name="connsiteX1" fmla="*/ 12192000 w 12192000"/>
              <a:gd name="connsiteY1" fmla="*/ 0 h 5339537"/>
              <a:gd name="connsiteX2" fmla="*/ 12192000 w 12192000"/>
              <a:gd name="connsiteY2" fmla="*/ 4286547 h 5339537"/>
              <a:gd name="connsiteX3" fmla="*/ 6541940 w 12192000"/>
              <a:gd name="connsiteY3" fmla="*/ 4290650 h 5339537"/>
              <a:gd name="connsiteX4" fmla="*/ 13378 w 12192000"/>
              <a:gd name="connsiteY4" fmla="*/ 5334060 h 5339537"/>
              <a:gd name="connsiteX5" fmla="*/ 13373 w 12192000"/>
              <a:gd name="connsiteY5" fmla="*/ 5335896 h 5339537"/>
              <a:gd name="connsiteX6" fmla="*/ 0 w 12192000"/>
              <a:gd name="connsiteY6" fmla="*/ 5339537 h 533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339537">
                <a:moveTo>
                  <a:pt x="0" y="0"/>
                </a:moveTo>
                <a:lnTo>
                  <a:pt x="12192000" y="0"/>
                </a:lnTo>
                <a:lnTo>
                  <a:pt x="12192000" y="4286547"/>
                </a:lnTo>
                <a:cubicBezTo>
                  <a:pt x="10543360" y="4167749"/>
                  <a:pt x="8641604" y="4136176"/>
                  <a:pt x="6541940" y="4290650"/>
                </a:cubicBezTo>
                <a:cubicBezTo>
                  <a:pt x="4042179" y="4474466"/>
                  <a:pt x="1845032" y="4879112"/>
                  <a:pt x="13378" y="5334060"/>
                </a:cubicBezTo>
                <a:lnTo>
                  <a:pt x="13373" y="5335896"/>
                </a:lnTo>
                <a:lnTo>
                  <a:pt x="0" y="5339537"/>
                </a:lnTo>
                <a:close/>
              </a:path>
            </a:pathLst>
          </a:custGeom>
          <a:pattFill prst="pct5">
            <a:fgClr>
              <a:schemeClr val="accent1"/>
            </a:fgClr>
            <a:bgClr>
              <a:schemeClr val="bg1"/>
            </a:bgClr>
          </a:pattFill>
        </p:spPr>
        <p:txBody>
          <a:bodyPr wrap="square">
            <a:noAutofit/>
          </a:bodyPr>
          <a:lstStyle/>
          <a:p>
            <a:endParaRPr lang="en-US"/>
          </a:p>
        </p:txBody>
      </p:sp>
      <p:pic>
        <p:nvPicPr>
          <p:cNvPr id="11" name="Picture 10" descr="A picture containing text&#10;&#10;Description automatically generated">
            <a:extLst>
              <a:ext uri="{FF2B5EF4-FFF2-40B4-BE49-F238E27FC236}">
                <a16:creationId xmlns:a16="http://schemas.microsoft.com/office/drawing/2014/main" id="{2D5A594F-EE9B-015D-CFCD-15DF4937DF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50" y="4147098"/>
            <a:ext cx="12306300" cy="2773451"/>
          </a:xfrm>
          <a:prstGeom prst="rect">
            <a:avLst/>
          </a:prstGeom>
        </p:spPr>
      </p:pic>
      <p:sp>
        <p:nvSpPr>
          <p:cNvPr id="6" name="Title 1">
            <a:extLst>
              <a:ext uri="{FF2B5EF4-FFF2-40B4-BE49-F238E27FC236}">
                <a16:creationId xmlns:a16="http://schemas.microsoft.com/office/drawing/2014/main" id="{8D648E24-F46E-01DE-04C1-967015ACA31E}"/>
              </a:ext>
            </a:extLst>
          </p:cNvPr>
          <p:cNvSpPr>
            <a:spLocks noGrp="1"/>
          </p:cNvSpPr>
          <p:nvPr>
            <p:ph type="title"/>
          </p:nvPr>
        </p:nvSpPr>
        <p:spPr>
          <a:xfrm>
            <a:off x="6096000" y="6010669"/>
            <a:ext cx="6096000" cy="847331"/>
          </a:xfrm>
        </p:spPr>
        <p:txBody>
          <a:bodyPr lIns="91440" tIns="91440" rIns="91440" bIns="91440" anchor="b"/>
          <a:lstStyle>
            <a:lvl1pPr algn="r">
              <a:defRPr/>
            </a:lvl1pPr>
          </a:lstStyle>
          <a:p>
            <a:r>
              <a:rPr lang="en-US"/>
              <a:t>Click to edit Master title style</a:t>
            </a:r>
          </a:p>
        </p:txBody>
      </p:sp>
    </p:spTree>
    <p:extLst>
      <p:ext uri="{BB962C8B-B14F-4D97-AF65-F5344CB8AC3E}">
        <p14:creationId xmlns:p14="http://schemas.microsoft.com/office/powerpoint/2010/main" val="3212462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plash">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563C9E9-3ED8-F67B-0E27-68B346248583}"/>
              </a:ext>
            </a:extLst>
          </p:cNvPr>
          <p:cNvSpPr>
            <a:spLocks noGrp="1"/>
          </p:cNvSpPr>
          <p:nvPr>
            <p:ph type="pic" sz="quarter" idx="10"/>
          </p:nvPr>
        </p:nvSpPr>
        <p:spPr>
          <a:xfrm>
            <a:off x="0" y="0"/>
            <a:ext cx="12192000" cy="6858000"/>
          </a:xfrm>
        </p:spPr>
        <p:txBody>
          <a:bodyPr/>
          <a:lstStyle/>
          <a:p>
            <a:endParaRPr lang="en-US"/>
          </a:p>
        </p:txBody>
      </p:sp>
    </p:spTree>
    <p:extLst>
      <p:ext uri="{BB962C8B-B14F-4D97-AF65-F5344CB8AC3E}">
        <p14:creationId xmlns:p14="http://schemas.microsoft.com/office/powerpoint/2010/main" val="2201168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50FD-1749-6B32-C4E2-45BA3F46BADE}"/>
              </a:ext>
            </a:extLst>
          </p:cNvPr>
          <p:cNvSpPr>
            <a:spLocks noGrp="1"/>
          </p:cNvSpPr>
          <p:nvPr>
            <p:ph type="title"/>
          </p:nvPr>
        </p:nvSpPr>
        <p:spPr>
          <a:xfrm>
            <a:off x="839788" y="640080"/>
            <a:ext cx="3932237" cy="1069975"/>
          </a:xfrm>
        </p:spPr>
        <p:txBody>
          <a:bodyPr anchor="t">
            <a:normAutofit/>
          </a:bodyPr>
          <a:lstStyle>
            <a:lvl1pPr>
              <a:defRPr sz="3000"/>
            </a:lvl1pPr>
          </a:lstStyle>
          <a:p>
            <a:r>
              <a:rPr lang="en-US"/>
              <a:t>Click to edit Master title style</a:t>
            </a:r>
          </a:p>
        </p:txBody>
      </p:sp>
      <p:sp>
        <p:nvSpPr>
          <p:cNvPr id="3" name="Content Placeholder 2">
            <a:extLst>
              <a:ext uri="{FF2B5EF4-FFF2-40B4-BE49-F238E27FC236}">
                <a16:creationId xmlns:a16="http://schemas.microsoft.com/office/drawing/2014/main" id="{D3734D65-B365-95EE-54FD-870A0D8A919E}"/>
              </a:ext>
            </a:extLst>
          </p:cNvPr>
          <p:cNvSpPr>
            <a:spLocks noGrp="1"/>
          </p:cNvSpPr>
          <p:nvPr>
            <p:ph idx="1"/>
          </p:nvPr>
        </p:nvSpPr>
        <p:spPr>
          <a:xfrm>
            <a:off x="5183188" y="640080"/>
            <a:ext cx="6172200" cy="4873625"/>
          </a:xfrm>
        </p:spPr>
        <p:txBody>
          <a:bodyPr>
            <a:normAutofit/>
          </a:bodyPr>
          <a:lstStyle>
            <a:lvl1pPr>
              <a:defRPr sz="18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B4B2F56-2B0D-0EF4-56CD-C05932CCA913}"/>
              </a:ext>
            </a:extLst>
          </p:cNvPr>
          <p:cNvSpPr>
            <a:spLocks noGrp="1"/>
          </p:cNvSpPr>
          <p:nvPr>
            <p:ph type="body" sz="half" idx="2"/>
          </p:nvPr>
        </p:nvSpPr>
        <p:spPr>
          <a:xfrm>
            <a:off x="839788" y="1735455"/>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BB5AD11E-7CA2-195A-3AED-D4EA18A7CBF0}"/>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28B7F537-9B65-DFA6-B015-6F940544605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26790AD-ED52-1F38-55AF-266155ED0CFF}"/>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014559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ED91-2D10-3C13-53AF-C0D31F583690}"/>
              </a:ext>
            </a:extLst>
          </p:cNvPr>
          <p:cNvSpPr>
            <a:spLocks noGrp="1"/>
          </p:cNvSpPr>
          <p:nvPr>
            <p:ph type="title"/>
          </p:nvPr>
        </p:nvSpPr>
        <p:spPr>
          <a:xfrm>
            <a:off x="838200" y="640080"/>
            <a:ext cx="4343400" cy="1069975"/>
          </a:xfrm>
        </p:spPr>
        <p:txBody>
          <a:bodyPr rIns="228600"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5181600" y="640080"/>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838200" y="1714553"/>
            <a:ext cx="4343400" cy="3811588"/>
          </a:xfrm>
        </p:spPr>
        <p:txBody>
          <a:bodyPr rIns="22860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318EBA64-C577-6D2A-2089-5D4B26D9FD27}"/>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74958A6-E09D-E372-1B47-93CBA0788A71}"/>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83680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Pictures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ED91-2D10-3C13-53AF-C0D31F583690}"/>
              </a:ext>
            </a:extLst>
          </p:cNvPr>
          <p:cNvSpPr>
            <a:spLocks noGrp="1"/>
          </p:cNvSpPr>
          <p:nvPr>
            <p:ph type="title"/>
          </p:nvPr>
        </p:nvSpPr>
        <p:spPr>
          <a:xfrm>
            <a:off x="838199" y="640080"/>
            <a:ext cx="5257799" cy="1069975"/>
          </a:xfrm>
        </p:spPr>
        <p:txBody>
          <a:bodyPr rIns="228600"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6096000" y="640081"/>
            <a:ext cx="5257800" cy="24231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838199" y="1714553"/>
            <a:ext cx="5257799" cy="3811588"/>
          </a:xfrm>
        </p:spPr>
        <p:txBody>
          <a:bodyPr rIns="22860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318EBA64-C577-6D2A-2089-5D4B26D9FD27}"/>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74958A6-E09D-E372-1B47-93CBA0788A71}"/>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7" name="Picture Placeholder 2">
            <a:extLst>
              <a:ext uri="{FF2B5EF4-FFF2-40B4-BE49-F238E27FC236}">
                <a16:creationId xmlns:a16="http://schemas.microsoft.com/office/drawing/2014/main" id="{E82FCC31-BC93-90AB-AF4D-96D2AAC1DC24}"/>
              </a:ext>
            </a:extLst>
          </p:cNvPr>
          <p:cNvSpPr>
            <a:spLocks noGrp="1"/>
          </p:cNvSpPr>
          <p:nvPr>
            <p:ph type="pic" idx="11"/>
          </p:nvPr>
        </p:nvSpPr>
        <p:spPr>
          <a:xfrm>
            <a:off x="6096000" y="3102981"/>
            <a:ext cx="5257800" cy="24231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Tree>
    <p:extLst>
      <p:ext uri="{BB962C8B-B14F-4D97-AF65-F5344CB8AC3E}">
        <p14:creationId xmlns:p14="http://schemas.microsoft.com/office/powerpoint/2010/main" val="2522863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with Caption (Inver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ED91-2D10-3C13-53AF-C0D31F583690}"/>
              </a:ext>
            </a:extLst>
          </p:cNvPr>
          <p:cNvSpPr>
            <a:spLocks noGrp="1"/>
          </p:cNvSpPr>
          <p:nvPr>
            <p:ph type="title"/>
          </p:nvPr>
        </p:nvSpPr>
        <p:spPr>
          <a:xfrm>
            <a:off x="7010400" y="640080"/>
            <a:ext cx="4343400" cy="1069975"/>
          </a:xfrm>
        </p:spPr>
        <p:txBody>
          <a:bodyPr lIns="228600" rIns="91440"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836614" y="640080"/>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7008814" y="1706086"/>
            <a:ext cx="4343400" cy="3811588"/>
          </a:xfrm>
        </p:spPr>
        <p:txBody>
          <a:bodyPr lIns="228600" rIns="9144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58CC310E-4748-C5E8-AE54-7AC1A2994018}"/>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8E1EF47C-843F-BE5E-8F02-5DE1A2AC11B2}"/>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589816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Alternative 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5181600" y="1710055"/>
            <a:ext cx="6172200" cy="38036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838200" y="1710056"/>
            <a:ext cx="4341812" cy="3811588"/>
          </a:xfrm>
        </p:spPr>
        <p:txBody>
          <a:bodyPr rIns="22860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242FA145-7884-663E-2FD6-F146DBF165AD}"/>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5E442B31-B535-5FE2-2BC5-880EDD26FEF6}"/>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7" name="Title Placeholder 1">
            <a:extLst>
              <a:ext uri="{FF2B5EF4-FFF2-40B4-BE49-F238E27FC236}">
                <a16:creationId xmlns:a16="http://schemas.microsoft.com/office/drawing/2014/main" id="{19A7D85F-FFE4-4A07-245F-FEBB3A5BB908}"/>
              </a:ext>
            </a:extLst>
          </p:cNvPr>
          <p:cNvSpPr>
            <a:spLocks noGrp="1"/>
          </p:cNvSpPr>
          <p:nvPr>
            <p:ph type="title"/>
          </p:nvPr>
        </p:nvSpPr>
        <p:spPr>
          <a:xfrm>
            <a:off x="838200" y="365125"/>
            <a:ext cx="10515600" cy="1325563"/>
          </a:xfrm>
          <a:prstGeom prst="rect">
            <a:avLst/>
          </a:prstGeom>
        </p:spPr>
        <p:txBody>
          <a:bodyPr vert="horz" lIns="91440" tIns="45720" rIns="91440" bIns="45720" rtlCol="0" anchor="t">
            <a:normAutofit/>
          </a:bodyPr>
          <a:lstStyle/>
          <a:p>
            <a:r>
              <a:rPr lang="en-US"/>
              <a:t>Click to edit Master title style</a:t>
            </a:r>
          </a:p>
        </p:txBody>
      </p:sp>
    </p:spTree>
    <p:extLst>
      <p:ext uri="{BB962C8B-B14F-4D97-AF65-F5344CB8AC3E}">
        <p14:creationId xmlns:p14="http://schemas.microsoft.com/office/powerpoint/2010/main" val="3259083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lternative Picture with Caption (Invers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838197" y="1717992"/>
            <a:ext cx="6172200" cy="38036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7011988" y="1710055"/>
            <a:ext cx="4341812" cy="3811588"/>
          </a:xfrm>
        </p:spPr>
        <p:txBody>
          <a:bodyPr lIns="228600" rIns="9144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0F8A5377-95D6-C530-0CF9-020320B808C6}"/>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87417A37-EF31-074D-6E80-67675A8F2A72}"/>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7" name="Title Placeholder 1">
            <a:extLst>
              <a:ext uri="{FF2B5EF4-FFF2-40B4-BE49-F238E27FC236}">
                <a16:creationId xmlns:a16="http://schemas.microsoft.com/office/drawing/2014/main" id="{1C5E523F-BEDA-B92E-177F-92952F4CFFF3}"/>
              </a:ext>
            </a:extLst>
          </p:cNvPr>
          <p:cNvSpPr>
            <a:spLocks noGrp="1"/>
          </p:cNvSpPr>
          <p:nvPr>
            <p:ph type="title"/>
          </p:nvPr>
        </p:nvSpPr>
        <p:spPr>
          <a:xfrm>
            <a:off x="838200" y="365125"/>
            <a:ext cx="10515600" cy="1325563"/>
          </a:xfrm>
          <a:prstGeom prst="rect">
            <a:avLst/>
          </a:prstGeom>
        </p:spPr>
        <p:txBody>
          <a:bodyPr vert="horz" lIns="91440" tIns="45720" rIns="91440" bIns="45720" rtlCol="0" anchor="t">
            <a:normAutofit/>
          </a:bodyPr>
          <a:lstStyle/>
          <a:p>
            <a:r>
              <a:rPr lang="en-US"/>
              <a:t>Click to edit Master title style</a:t>
            </a:r>
          </a:p>
        </p:txBody>
      </p:sp>
    </p:spTree>
    <p:extLst>
      <p:ext uri="{BB962C8B-B14F-4D97-AF65-F5344CB8AC3E}">
        <p14:creationId xmlns:p14="http://schemas.microsoft.com/office/powerpoint/2010/main" val="772575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userDrawn="1"/>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72330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6AAD5-8DD1-DC4F-C3FC-B95E383F0D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586E25A-25B7-0AFF-66E9-21B3682472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CAAA45-371A-B61B-294F-DE211B14540A}"/>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5" name="Footer Placeholder 4">
            <a:extLst>
              <a:ext uri="{FF2B5EF4-FFF2-40B4-BE49-F238E27FC236}">
                <a16:creationId xmlns:a16="http://schemas.microsoft.com/office/drawing/2014/main" id="{9EE6060D-87A1-4A21-509E-5852E923CF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29F6B3-1E80-9120-F2A6-44E6AB084BF5}"/>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27205110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E6A91-2D10-E1DA-4346-43F91908BE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2A29A5-815C-527E-B2DC-FBCE17A53B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C45CA9-C736-BD95-5532-BD7D05049A93}"/>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5" name="Footer Placeholder 4">
            <a:extLst>
              <a:ext uri="{FF2B5EF4-FFF2-40B4-BE49-F238E27FC236}">
                <a16:creationId xmlns:a16="http://schemas.microsoft.com/office/drawing/2014/main" id="{B1877436-BE64-99AD-D140-5F1C7774B8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0D367-A36F-C89F-E1D7-95115A871A4E}"/>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178919203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A8E33-CA27-88E2-9F92-AA12430C84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E62745-7C1E-6A02-04C2-6F1EC0E018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EA6416-DEA8-2A6F-135E-7445E4B9DC74}"/>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5" name="Footer Placeholder 4">
            <a:extLst>
              <a:ext uri="{FF2B5EF4-FFF2-40B4-BE49-F238E27FC236}">
                <a16:creationId xmlns:a16="http://schemas.microsoft.com/office/drawing/2014/main" id="{42BDD8BD-2D8A-B3BD-27B8-7ED8DCCA54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B333E4-C1AC-A5A6-A1DE-1C42CDBC5843}"/>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3655301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5BDE1-317E-29CD-73F7-74703C9F8D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3B4BE4-BBEF-2B13-8055-53D27E94F1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172DEF-0F28-A62C-3CDD-30FA579384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AAE753-C79D-9851-31EF-E05956745397}"/>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6" name="Footer Placeholder 5">
            <a:extLst>
              <a:ext uri="{FF2B5EF4-FFF2-40B4-BE49-F238E27FC236}">
                <a16:creationId xmlns:a16="http://schemas.microsoft.com/office/drawing/2014/main" id="{3B705142-9F70-CC54-60A4-3E09BC83A2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EBA7BA-2731-3AED-08C7-C64BB662CAE2}"/>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5337042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A0CE2-7508-E81C-06F1-28A034A17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F21967-D4D0-6219-3AAB-9D2E4F75EE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2F3A03-1015-ACF5-F20B-DB2A14A5A2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3C0E5BF-58E2-49EB-D836-6ED99AA106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C1CF98-ECC9-55E8-CD6F-1D5D4638D0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0247C5-C34D-ADEC-AC65-FE6C8FD0C5C4}"/>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8" name="Footer Placeholder 7">
            <a:extLst>
              <a:ext uri="{FF2B5EF4-FFF2-40B4-BE49-F238E27FC236}">
                <a16:creationId xmlns:a16="http://schemas.microsoft.com/office/drawing/2014/main" id="{2D685EF8-754E-9EDF-566D-D2DBC48DF2D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5B8C502-F336-234A-C5BD-3A7EFE8771D2}"/>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16281371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4C712-081B-49DF-40D3-CA896D1E5E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01967A-6474-C9C7-09A5-D5C3F895D1FD}"/>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4" name="Footer Placeholder 3">
            <a:extLst>
              <a:ext uri="{FF2B5EF4-FFF2-40B4-BE49-F238E27FC236}">
                <a16:creationId xmlns:a16="http://schemas.microsoft.com/office/drawing/2014/main" id="{6C55163C-7A9E-4772-1C06-9759F6C308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B45EDF-18A2-7D96-7ADF-DA791280AF2C}"/>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96089434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C8D037-04A9-F5D8-556C-9ECCE6402FB1}"/>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3" name="Footer Placeholder 2">
            <a:extLst>
              <a:ext uri="{FF2B5EF4-FFF2-40B4-BE49-F238E27FC236}">
                <a16:creationId xmlns:a16="http://schemas.microsoft.com/office/drawing/2014/main" id="{45ED36C8-3553-1C68-A5E2-48BC581803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185F28-AB75-50BB-C03E-FAE7A9D589C7}"/>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62242933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03D1E-6132-B1F1-98DE-A0DBF68548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F0ECE0-A6ED-6CF1-9EC4-6E7C8946D8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5223C8-35DE-CFC4-E5AA-555D45C342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9319D3-C3D5-78F0-E7B8-91755BC3E3A2}"/>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6" name="Footer Placeholder 5">
            <a:extLst>
              <a:ext uri="{FF2B5EF4-FFF2-40B4-BE49-F238E27FC236}">
                <a16:creationId xmlns:a16="http://schemas.microsoft.com/office/drawing/2014/main" id="{89C369DA-C9FF-BFE0-1EA8-F78CD56427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7B09E0-F147-AD07-BE6A-9BBAD80DED87}"/>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15410737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86FB5-82B2-AAEA-443C-3E53C2AB3B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5BBF77-398D-E23F-F419-00CADA31C7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F95E83-21D3-CE30-DF9F-E78B4F1692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428B0B-767F-E2AF-B42A-8971AF98189E}"/>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6" name="Footer Placeholder 5">
            <a:extLst>
              <a:ext uri="{FF2B5EF4-FFF2-40B4-BE49-F238E27FC236}">
                <a16:creationId xmlns:a16="http://schemas.microsoft.com/office/drawing/2014/main" id="{CFA0D381-E325-7846-8518-6CB8F235E9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A7B72B-56E1-C7D4-9132-DEDFD5824502}"/>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6450722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D6BDF-36A7-5718-E5A5-DE5382070B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89E1C7-143D-57A1-72A1-EF36DB985F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2236C-253F-CDE9-3078-4DF99D383828}"/>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5" name="Footer Placeholder 4">
            <a:extLst>
              <a:ext uri="{FF2B5EF4-FFF2-40B4-BE49-F238E27FC236}">
                <a16:creationId xmlns:a16="http://schemas.microsoft.com/office/drawing/2014/main" id="{C609742D-9740-9A95-463E-174B2D718F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726397-AAEF-91D9-AB56-A5C31D582E3A}"/>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25808583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887D61-6E7E-6C92-72F6-6AC3A5DD73E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5BB4B8-BCF0-9CA6-F340-C0A77C7158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010D88-24BF-22A7-6352-8C048FA3B15E}"/>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5" name="Footer Placeholder 4">
            <a:extLst>
              <a:ext uri="{FF2B5EF4-FFF2-40B4-BE49-F238E27FC236}">
                <a16:creationId xmlns:a16="http://schemas.microsoft.com/office/drawing/2014/main" id="{5BCAFD18-A41E-5830-3B37-37E15B1982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40DB3D-B834-0C92-B6FC-71D0A7CFE447}"/>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84123469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FCFE-E3AC-5A49-AB52-7B585736DA5C}"/>
              </a:ext>
            </a:extLst>
          </p:cNvPr>
          <p:cNvSpPr>
            <a:spLocks noGrp="1"/>
          </p:cNvSpPr>
          <p:nvPr>
            <p:ph type="ctrTitle"/>
          </p:nvPr>
        </p:nvSpPr>
        <p:spPr>
          <a:xfrm>
            <a:off x="1524000" y="1122363"/>
            <a:ext cx="9144000" cy="2387600"/>
          </a:xfrm>
        </p:spPr>
        <p:txBody>
          <a:bodyPr anchor="b"/>
          <a:lstStyle>
            <a:lvl1pPr algn="ctr">
              <a:defRPr sz="6000" b="1" i="0">
                <a:latin typeface="+mj-lt"/>
              </a:defRPr>
            </a:lvl1pPr>
          </a:lstStyle>
          <a:p>
            <a:r>
              <a:rPr lang="en-US"/>
              <a:t>Click to edit Master title style</a:t>
            </a:r>
          </a:p>
        </p:txBody>
      </p:sp>
      <p:sp>
        <p:nvSpPr>
          <p:cNvPr id="3" name="Subtitle 2">
            <a:extLst>
              <a:ext uri="{FF2B5EF4-FFF2-40B4-BE49-F238E27FC236}">
                <a16:creationId xmlns:a16="http://schemas.microsoft.com/office/drawing/2014/main" id="{5697D152-A22F-464C-9C1C-D6E70F476F81}"/>
              </a:ext>
            </a:extLst>
          </p:cNvPr>
          <p:cNvSpPr>
            <a:spLocks noGrp="1"/>
          </p:cNvSpPr>
          <p:nvPr>
            <p:ph type="subTitle" idx="1"/>
          </p:nvPr>
        </p:nvSpPr>
        <p:spPr>
          <a:xfrm>
            <a:off x="1524000" y="3602038"/>
            <a:ext cx="9144000" cy="1655762"/>
          </a:xfrm>
        </p:spPr>
        <p:txBody>
          <a:bodyPr/>
          <a:lstStyle>
            <a:lvl1pPr marL="0" indent="0" algn="ctr">
              <a:buNone/>
              <a:defRPr sz="2400" b="0" i="0">
                <a:latin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12964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6187-F6B8-AC44-9D7A-A7C736DA5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595E6-CE14-8942-9616-1BDD6E236860}"/>
              </a:ext>
            </a:extLst>
          </p:cNvPr>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4101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65CAF67C-05D9-E035-DD4E-5DB53A813F9F}"/>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cxnSp>
        <p:nvCxnSpPr>
          <p:cNvPr id="3" name="Straight Connector 2">
            <a:extLst>
              <a:ext uri="{FF2B5EF4-FFF2-40B4-BE49-F238E27FC236}">
                <a16:creationId xmlns:a16="http://schemas.microsoft.com/office/drawing/2014/main" id="{CD6D67B6-5BB8-A321-DCC1-1CDE6D6F2B3E}"/>
              </a:ext>
            </a:extLst>
          </p:cNvPr>
          <p:cNvCxnSpPr>
            <a:cxnSpLocks/>
          </p:cNvCxnSpPr>
          <p:nvPr userDrawn="1"/>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62678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76D-77D7-1A45-91D1-8AFE41729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03B8F-EF2D-A146-8C3E-22846C450B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46874-1196-5246-9CB9-C6D4A51F3B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6725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B00-05FE-0842-A0E8-9645A44F91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C8197-8236-F04B-B69A-98FED6B50FF1}"/>
              </a:ext>
            </a:extLst>
          </p:cNvPr>
          <p:cNvSpPr>
            <a:spLocks noGrp="1"/>
          </p:cNvSpPr>
          <p:nvPr>
            <p:ph type="body" idx="1"/>
          </p:nvPr>
        </p:nvSpPr>
        <p:spPr>
          <a:xfrm>
            <a:off x="839788" y="1681163"/>
            <a:ext cx="5157787"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53F859-F5F2-784C-8AC4-C56A71A1AC8F}"/>
              </a:ext>
            </a:extLst>
          </p:cNvPr>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32B1-DF26-154B-AA2F-44BD59F17863}"/>
              </a:ext>
            </a:extLst>
          </p:cNvPr>
          <p:cNvSpPr>
            <a:spLocks noGrp="1"/>
          </p:cNvSpPr>
          <p:nvPr>
            <p:ph type="body" sz="quarter" idx="3"/>
          </p:nvPr>
        </p:nvSpPr>
        <p:spPr>
          <a:xfrm>
            <a:off x="6172200" y="1681163"/>
            <a:ext cx="5183188"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42E3E7-6451-0747-8809-DDE98E6B7635}"/>
              </a:ext>
            </a:extLst>
          </p:cNvPr>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4136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3DF3-AC55-584C-B99A-A52890ABC8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63110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2764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blank" preserve="1">
  <p:cSld name="Fully-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945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F94C-12C0-C24C-8F1B-DD7926C4D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066F4-7466-E245-A5E5-E8ED23FCB413}"/>
              </a:ext>
            </a:extLst>
          </p:cNvPr>
          <p:cNvSpPr>
            <a:spLocks noGrp="1"/>
          </p:cNvSpPr>
          <p:nvPr>
            <p:ph idx="1"/>
          </p:nvPr>
        </p:nvSpPr>
        <p:spPr>
          <a:xfrm>
            <a:off x="5183188" y="987425"/>
            <a:ext cx="6172200" cy="4873625"/>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78C06-B8C0-724A-882F-4C5FFDAFC5F3}"/>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a:extLst>
              <a:ext uri="{FF2B5EF4-FFF2-40B4-BE49-F238E27FC236}">
                <a16:creationId xmlns:a16="http://schemas.microsoft.com/office/drawing/2014/main" id="{0772AB1D-AD15-EE40-B988-EBE8174638B8}"/>
              </a:ext>
            </a:extLst>
          </p:cNvPr>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B7ABA80-BCE4-B20F-4ED2-67D0FB916F88}"/>
              </a:ext>
            </a:extLst>
          </p:cNvPr>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8429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78D0-6ECA-8648-A088-37877487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02544-BA53-FD4E-8F5C-C6F86755C19D}"/>
              </a:ext>
            </a:extLst>
          </p:cNvPr>
          <p:cNvSpPr>
            <a:spLocks noGrp="1"/>
          </p:cNvSpPr>
          <p:nvPr>
            <p:ph type="pic" idx="1"/>
          </p:nvPr>
        </p:nvSpPr>
        <p:spPr>
          <a:xfrm>
            <a:off x="5183188" y="987425"/>
            <a:ext cx="6172200" cy="4873625"/>
          </a:xfrm>
        </p:spPr>
        <p:txBody>
          <a:bodyPr/>
          <a:lstStyle>
            <a:lvl1pPr marL="0" indent="0">
              <a:buNone/>
              <a:defRPr sz="3200">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4DE78FC-C2BF-174C-BEB1-388D3807FEC1}"/>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33314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pic>
        <p:nvPicPr>
          <p:cNvPr id="7" name="Picture 6" descr="A picture containing clipart&#10;&#10;Description automatically generated">
            <a:extLst>
              <a:ext uri="{FF2B5EF4-FFF2-40B4-BE49-F238E27FC236}">
                <a16:creationId xmlns:a16="http://schemas.microsoft.com/office/drawing/2014/main" id="{9A7EA1FE-70E8-377A-9BCA-4A1930CC561D}"/>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54B80E5E-C6B1-0D18-CCDF-82BD487A9022}"/>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274428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6350650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userDrawn="1"/>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818954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image" Target="../media/image1.gif"/><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theme" Target="../theme/theme2.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3.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image" Target="../media/image1.gif"/><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AE405B-E484-1F44-BA92-DA0679518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8C3E7-28E6-4346-85A5-E468F7D3E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8" name="Straight Connector 57">
            <a:extLst>
              <a:ext uri="{FF2B5EF4-FFF2-40B4-BE49-F238E27FC236}">
                <a16:creationId xmlns:a16="http://schemas.microsoft.com/office/drawing/2014/main" id="{153D4319-6701-BB41-86DD-1E8E5CE28547}"/>
              </a:ext>
            </a:extLst>
          </p:cNvPr>
          <p:cNvCxnSpPr>
            <a:cxnSpLocks/>
          </p:cNvCxnSpPr>
          <p:nvPr userDrawn="1"/>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Picture 58" descr="A picture containing clipart&#10;&#10;Description automatically generated">
            <a:extLst>
              <a:ext uri="{FF2B5EF4-FFF2-40B4-BE49-F238E27FC236}">
                <a16:creationId xmlns:a16="http://schemas.microsoft.com/office/drawing/2014/main" id="{794B8C55-2D15-E748-AB4D-6A62BBC3BBE0}"/>
              </a:ext>
            </a:extLst>
          </p:cNvPr>
          <p:cNvPicPr>
            <a:picLocks noChangeAspect="1"/>
          </p:cNvPicPr>
          <p:nvPr userDrawn="1"/>
        </p:nvPicPr>
        <p:blipFill>
          <a:blip r:embed="rId13"/>
          <a:stretch>
            <a:fillRect/>
          </a:stretch>
        </p:blipFill>
        <p:spPr>
          <a:xfrm>
            <a:off x="276705" y="6246199"/>
            <a:ext cx="1119809" cy="495153"/>
          </a:xfrm>
          <a:prstGeom prst="rect">
            <a:avLst/>
          </a:prstGeom>
        </p:spPr>
      </p:pic>
    </p:spTree>
    <p:extLst>
      <p:ext uri="{BB962C8B-B14F-4D97-AF65-F5344CB8AC3E}">
        <p14:creationId xmlns:p14="http://schemas.microsoft.com/office/powerpoint/2010/main" val="3332867967"/>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5" r:id="rId8"/>
    <p:sldLayoutId id="2147483690" r:id="rId9"/>
    <p:sldLayoutId id="2147483691" r:id="rId10"/>
    <p:sldLayoutId id="2147483694"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i="0" kern="1200">
          <a:solidFill>
            <a:schemeClr val="accent1"/>
          </a:solidFill>
          <a:latin typeface="Verdana" panose="020B0604030504040204" pitchFamily="34" charset="0"/>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AE405B-E484-1F44-BA92-DA0679518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8C3E7-28E6-4346-85A5-E468F7D3E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8" name="Straight Connector 57">
            <a:extLst>
              <a:ext uri="{FF2B5EF4-FFF2-40B4-BE49-F238E27FC236}">
                <a16:creationId xmlns:a16="http://schemas.microsoft.com/office/drawing/2014/main" id="{153D4319-6701-BB41-86DD-1E8E5CE28547}"/>
              </a:ext>
            </a:extLst>
          </p:cNvPr>
          <p:cNvCxnSpPr>
            <a:cxnSpLocks/>
          </p:cNvCxnSpPr>
          <p:nvPr/>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Picture 58" descr="A picture containing clipart&#10;&#10;Description automatically generated">
            <a:extLst>
              <a:ext uri="{FF2B5EF4-FFF2-40B4-BE49-F238E27FC236}">
                <a16:creationId xmlns:a16="http://schemas.microsoft.com/office/drawing/2014/main" id="{794B8C55-2D15-E748-AB4D-6A62BBC3BBE0}"/>
              </a:ext>
            </a:extLst>
          </p:cNvPr>
          <p:cNvPicPr>
            <a:picLocks noChangeAspect="1"/>
          </p:cNvPicPr>
          <p:nvPr/>
        </p:nvPicPr>
        <p:blipFill>
          <a:blip r:embed="rId36"/>
          <a:stretch>
            <a:fillRect/>
          </a:stretch>
        </p:blipFill>
        <p:spPr>
          <a:xfrm>
            <a:off x="276705" y="6246199"/>
            <a:ext cx="1119809" cy="495153"/>
          </a:xfrm>
          <a:prstGeom prst="rect">
            <a:avLst/>
          </a:prstGeom>
        </p:spPr>
      </p:pic>
      <p:cxnSp>
        <p:nvCxnSpPr>
          <p:cNvPr id="4" name="Straight Connector 3">
            <a:extLst>
              <a:ext uri="{FF2B5EF4-FFF2-40B4-BE49-F238E27FC236}">
                <a16:creationId xmlns:a16="http://schemas.microsoft.com/office/drawing/2014/main" id="{ADF7A29A-0292-73AA-F083-6E595BAA8123}"/>
              </a:ext>
            </a:extLst>
          </p:cNvPr>
          <p:cNvCxnSpPr>
            <a:cxnSpLocks/>
          </p:cNvCxnSpPr>
          <p:nvPr userDrawn="1"/>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clipart&#10;&#10;Description automatically generated">
            <a:extLst>
              <a:ext uri="{FF2B5EF4-FFF2-40B4-BE49-F238E27FC236}">
                <a16:creationId xmlns:a16="http://schemas.microsoft.com/office/drawing/2014/main" id="{9477345E-DF3E-2C6E-4A34-F2D69FF9D719}"/>
              </a:ext>
            </a:extLst>
          </p:cNvPr>
          <p:cNvPicPr>
            <a:picLocks noChangeAspect="1"/>
          </p:cNvPicPr>
          <p:nvPr userDrawn="1"/>
        </p:nvPicPr>
        <p:blipFill>
          <a:blip r:embed="rId36"/>
          <a:stretch>
            <a:fillRect/>
          </a:stretch>
        </p:blipFill>
        <p:spPr>
          <a:xfrm>
            <a:off x="276705" y="6246199"/>
            <a:ext cx="1119809" cy="495153"/>
          </a:xfrm>
          <a:prstGeom prst="rect">
            <a:avLst/>
          </a:prstGeom>
        </p:spPr>
      </p:pic>
    </p:spTree>
    <p:extLst>
      <p:ext uri="{BB962C8B-B14F-4D97-AF65-F5344CB8AC3E}">
        <p14:creationId xmlns:p14="http://schemas.microsoft.com/office/powerpoint/2010/main" val="2521153185"/>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28" r:id="rId13"/>
    <p:sldLayoutId id="2147483729" r:id="rId14"/>
    <p:sldLayoutId id="2147483731" r:id="rId15"/>
    <p:sldLayoutId id="2147483732" r:id="rId16"/>
    <p:sldLayoutId id="2147483733" r:id="rId17"/>
    <p:sldLayoutId id="2147483734" r:id="rId18"/>
    <p:sldLayoutId id="2147483735" r:id="rId19"/>
    <p:sldLayoutId id="2147483737" r:id="rId20"/>
    <p:sldLayoutId id="2147483738" r:id="rId21"/>
    <p:sldLayoutId id="2147483739" r:id="rId22"/>
    <p:sldLayoutId id="2147483741" r:id="rId23"/>
    <p:sldLayoutId id="2147483742" r:id="rId24"/>
    <p:sldLayoutId id="2147483743" r:id="rId25"/>
    <p:sldLayoutId id="2147483746" r:id="rId26"/>
    <p:sldLayoutId id="2147483747" r:id="rId27"/>
    <p:sldLayoutId id="2147483748" r:id="rId28"/>
    <p:sldLayoutId id="2147483749" r:id="rId29"/>
    <p:sldLayoutId id="2147483750" r:id="rId30"/>
    <p:sldLayoutId id="2147483751" r:id="rId31"/>
    <p:sldLayoutId id="2147483752" r:id="rId32"/>
    <p:sldLayoutId id="2147483753" r:id="rId33"/>
    <p:sldLayoutId id="2147483757" r:id="rId3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i="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2CBAF9-2965-A7C6-845B-62B5E12FB7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28E179-5E80-77E1-3E99-B4B3300155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62F81F-BA8C-758D-D699-32EC909F1F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E6E620-59F5-2C4A-92BD-F98311598A11}" type="datetimeFigureOut">
              <a:rPr lang="en-US" smtClean="0"/>
              <a:t>3/25/26</a:t>
            </a:fld>
            <a:endParaRPr lang="en-US"/>
          </a:p>
        </p:txBody>
      </p:sp>
      <p:sp>
        <p:nvSpPr>
          <p:cNvPr id="5" name="Footer Placeholder 4">
            <a:extLst>
              <a:ext uri="{FF2B5EF4-FFF2-40B4-BE49-F238E27FC236}">
                <a16:creationId xmlns:a16="http://schemas.microsoft.com/office/drawing/2014/main" id="{A8564B79-09C9-5020-93B1-FAC65CCB8A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CA6E8D9-C481-7218-0559-0C6D8A14D7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A4FBA9-C6FD-EE4B-9F7E-379E16761BEB}" type="slidenum">
              <a:rPr lang="en-US" smtClean="0"/>
              <a:t>‹#›</a:t>
            </a:fld>
            <a:endParaRPr lang="en-US"/>
          </a:p>
        </p:txBody>
      </p:sp>
    </p:spTree>
    <p:extLst>
      <p:ext uri="{BB962C8B-B14F-4D97-AF65-F5344CB8AC3E}">
        <p14:creationId xmlns:p14="http://schemas.microsoft.com/office/powerpoint/2010/main" val="1451717990"/>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AE405B-E484-1F44-BA92-DA0679518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8C3E7-28E6-4346-85A5-E468F7D3E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8" name="Straight Connector 57">
            <a:extLst>
              <a:ext uri="{FF2B5EF4-FFF2-40B4-BE49-F238E27FC236}">
                <a16:creationId xmlns:a16="http://schemas.microsoft.com/office/drawing/2014/main" id="{153D4319-6701-BB41-86DD-1E8E5CE28547}"/>
              </a:ext>
            </a:extLst>
          </p:cNvPr>
          <p:cNvCxnSpPr>
            <a:cxnSpLocks/>
          </p:cNvCxnSpPr>
          <p:nvPr/>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Picture 58" descr="A picture containing clipart&#10;&#10;Description automatically generated">
            <a:extLst>
              <a:ext uri="{FF2B5EF4-FFF2-40B4-BE49-F238E27FC236}">
                <a16:creationId xmlns:a16="http://schemas.microsoft.com/office/drawing/2014/main" id="{794B8C55-2D15-E748-AB4D-6A62BBC3BBE0}"/>
              </a:ext>
            </a:extLst>
          </p:cNvPr>
          <p:cNvPicPr>
            <a:picLocks noChangeAspect="1"/>
          </p:cNvPicPr>
          <p:nvPr/>
        </p:nvPicPr>
        <p:blipFill>
          <a:blip r:embed="rId15"/>
          <a:stretch>
            <a:fillRect/>
          </a:stretch>
        </p:blipFill>
        <p:spPr>
          <a:xfrm>
            <a:off x="276705" y="6246199"/>
            <a:ext cx="1119809" cy="495153"/>
          </a:xfrm>
          <a:prstGeom prst="rect">
            <a:avLst/>
          </a:prstGeom>
        </p:spPr>
      </p:pic>
      <p:cxnSp>
        <p:nvCxnSpPr>
          <p:cNvPr id="4" name="Straight Connector 3">
            <a:extLst>
              <a:ext uri="{FF2B5EF4-FFF2-40B4-BE49-F238E27FC236}">
                <a16:creationId xmlns:a16="http://schemas.microsoft.com/office/drawing/2014/main" id="{75CC1EA0-8D57-D902-1BE8-8FCC4D5BBB36}"/>
              </a:ext>
            </a:extLst>
          </p:cNvPr>
          <p:cNvCxnSpPr>
            <a:cxnSpLocks/>
          </p:cNvCxnSpPr>
          <p:nvPr userDrawn="1"/>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clipart&#10;&#10;Description automatically generated">
            <a:extLst>
              <a:ext uri="{FF2B5EF4-FFF2-40B4-BE49-F238E27FC236}">
                <a16:creationId xmlns:a16="http://schemas.microsoft.com/office/drawing/2014/main" id="{DA96A409-0530-A5F0-99CF-4177755327AB}"/>
              </a:ext>
            </a:extLst>
          </p:cNvPr>
          <p:cNvPicPr>
            <a:picLocks noChangeAspect="1"/>
          </p:cNvPicPr>
          <p:nvPr userDrawn="1"/>
        </p:nvPicPr>
        <p:blipFill>
          <a:blip r:embed="rId15"/>
          <a:stretch>
            <a:fillRect/>
          </a:stretch>
        </p:blipFill>
        <p:spPr>
          <a:xfrm>
            <a:off x="276705" y="6246199"/>
            <a:ext cx="1119809" cy="495153"/>
          </a:xfrm>
          <a:prstGeom prst="rect">
            <a:avLst/>
          </a:prstGeom>
        </p:spPr>
      </p:pic>
    </p:spTree>
    <p:extLst>
      <p:ext uri="{BB962C8B-B14F-4D97-AF65-F5344CB8AC3E}">
        <p14:creationId xmlns:p14="http://schemas.microsoft.com/office/powerpoint/2010/main" val="3233541644"/>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i="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skyfoundry.com/"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37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piller.s3.us-east-2.amazonaws.com/2022_CMVP_Option_C_Energy_Balance_Example_Comparison+Group.xlsm"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17.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11FC88F-BB76-B842-B4E9-49C7603ACA13}"/>
              </a:ext>
            </a:extLst>
          </p:cNvPr>
          <p:cNvSpPr>
            <a:spLocks noGrp="1"/>
          </p:cNvSpPr>
          <p:nvPr>
            <p:ph type="ctrTitle"/>
          </p:nvPr>
        </p:nvSpPr>
        <p:spPr>
          <a:xfrm>
            <a:off x="1161143" y="2235200"/>
            <a:ext cx="9869714" cy="2387600"/>
          </a:xfrm>
        </p:spPr>
        <p:txBody>
          <a:bodyPr anchor="ctr">
            <a:normAutofit/>
          </a:bodyPr>
          <a:lstStyle/>
          <a:p>
            <a:r>
              <a:rPr lang="en-US" sz="4000" b="0">
                <a:cs typeface="Calibri Light"/>
              </a:rPr>
              <a:t>MODULE 5</a:t>
            </a:r>
            <a:br>
              <a:rPr lang="en-US" b="0">
                <a:cs typeface="Calibri Light"/>
              </a:rPr>
            </a:br>
            <a:r>
              <a:rPr lang="en-US">
                <a:cs typeface="Calibri Light"/>
              </a:rPr>
              <a:t>Whole Facility Approaches</a:t>
            </a:r>
            <a:endParaRPr lang="en-US" sz="5800">
              <a:cs typeface="Calibri Light"/>
            </a:endParaRPr>
          </a:p>
        </p:txBody>
      </p:sp>
    </p:spTree>
    <p:extLst>
      <p:ext uri="{BB962C8B-B14F-4D97-AF65-F5344CB8AC3E}">
        <p14:creationId xmlns:p14="http://schemas.microsoft.com/office/powerpoint/2010/main" val="1773658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9658F-C393-CCB9-8539-C4ACEC20A11F}"/>
              </a:ext>
            </a:extLst>
          </p:cNvPr>
          <p:cNvSpPr>
            <a:spLocks noGrp="1"/>
          </p:cNvSpPr>
          <p:nvPr>
            <p:ph type="title"/>
          </p:nvPr>
        </p:nvSpPr>
        <p:spPr/>
        <p:txBody>
          <a:bodyPr/>
          <a:lstStyle/>
          <a:p>
            <a:r>
              <a:rPr lang="en-US" dirty="0"/>
              <a:t>Learning Objectives</a:t>
            </a:r>
          </a:p>
        </p:txBody>
      </p:sp>
      <p:sp>
        <p:nvSpPr>
          <p:cNvPr id="9" name="Content Placeholder 8">
            <a:extLst>
              <a:ext uri="{FF2B5EF4-FFF2-40B4-BE49-F238E27FC236}">
                <a16:creationId xmlns:a16="http://schemas.microsoft.com/office/drawing/2014/main" id="{6F2E022A-CF75-85B5-6EE4-14371269CDE6}"/>
              </a:ext>
            </a:extLst>
          </p:cNvPr>
          <p:cNvSpPr>
            <a:spLocks noGrp="1"/>
          </p:cNvSpPr>
          <p:nvPr>
            <p:ph idx="1"/>
          </p:nvPr>
        </p:nvSpPr>
        <p:spPr/>
        <p:txBody>
          <a:bodyPr vert="horz" lIns="91440" tIns="45720" rIns="91440" bIns="45720" rtlCol="0" anchor="t">
            <a:normAutofit lnSpcReduction="10000"/>
          </a:bodyPr>
          <a:lstStyle/>
          <a:p>
            <a:pPr marL="457200" indent="-457200">
              <a:buFont typeface="Arial" panose="020B0604020202020204" pitchFamily="34" charset="0"/>
              <a:buChar char="•"/>
            </a:pPr>
            <a:r>
              <a:rPr lang="en-US" sz="2400" dirty="0">
                <a:cs typeface="Semplicita Pro"/>
              </a:rPr>
              <a:t>Define key terms: </a:t>
            </a:r>
            <a:r>
              <a:rPr lang="en-US" sz="2400" i="1" dirty="0">
                <a:cs typeface="Semplicita Pro"/>
              </a:rPr>
              <a:t>whole facility approach</a:t>
            </a:r>
            <a:r>
              <a:rPr lang="en-US" sz="2400" dirty="0">
                <a:cs typeface="Semplicita Pro"/>
              </a:rPr>
              <a:t>, </a:t>
            </a:r>
            <a:r>
              <a:rPr lang="en-US" sz="2400" i="1" dirty="0">
                <a:cs typeface="Semplicita Pro"/>
              </a:rPr>
              <a:t>statistical and physical models</a:t>
            </a:r>
            <a:r>
              <a:rPr lang="en-US" sz="2400" dirty="0">
                <a:cs typeface="Semplicita Pro"/>
              </a:rPr>
              <a:t>, </a:t>
            </a:r>
            <a:r>
              <a:rPr lang="en-US" sz="2400" i="1" dirty="0">
                <a:cs typeface="Semplicita Pro"/>
              </a:rPr>
              <a:t>significant parameter</a:t>
            </a:r>
            <a:r>
              <a:rPr lang="en-US" sz="2400" dirty="0">
                <a:cs typeface="Semplicita Pro"/>
              </a:rPr>
              <a:t>, </a:t>
            </a:r>
            <a:r>
              <a:rPr lang="en-US" sz="2400" i="1" dirty="0">
                <a:cs typeface="Semplicita Pro"/>
              </a:rPr>
              <a:t>proxy variable</a:t>
            </a:r>
            <a:r>
              <a:rPr lang="en-US" sz="2400" dirty="0">
                <a:cs typeface="Semplicita Pro"/>
              </a:rPr>
              <a:t>, </a:t>
            </a:r>
            <a:r>
              <a:rPr lang="en-US" sz="2400" i="1" dirty="0">
                <a:cs typeface="Semplicita Pro"/>
              </a:rPr>
              <a:t>stepwise analysis</a:t>
            </a:r>
            <a:r>
              <a:rPr lang="en-US" sz="2400" dirty="0">
                <a:cs typeface="Semplicita Pro"/>
              </a:rPr>
              <a:t>, </a:t>
            </a:r>
            <a:r>
              <a:rPr lang="en-US" sz="2400" i="1" dirty="0">
                <a:cs typeface="Semplicita Pro"/>
              </a:rPr>
              <a:t>parameter sweep</a:t>
            </a:r>
            <a:r>
              <a:rPr lang="en-US" sz="2400" dirty="0">
                <a:cs typeface="Semplicita Pro"/>
              </a:rPr>
              <a:t>, </a:t>
            </a:r>
            <a:r>
              <a:rPr lang="en-US" sz="2400" i="1" dirty="0">
                <a:cs typeface="Semplicita Pro"/>
              </a:rPr>
              <a:t>static factor</a:t>
            </a:r>
            <a:r>
              <a:rPr lang="en-US" sz="2400" dirty="0">
                <a:cs typeface="Semplicita Pro"/>
              </a:rPr>
              <a:t>, </a:t>
            </a:r>
            <a:r>
              <a:rPr lang="en-US" sz="2400" i="1" dirty="0">
                <a:cs typeface="Semplicita Pro"/>
              </a:rPr>
              <a:t>non-routine adjustment</a:t>
            </a:r>
          </a:p>
          <a:p>
            <a:pPr marL="457200" indent="-457200">
              <a:lnSpc>
                <a:spcPct val="100000"/>
              </a:lnSpc>
              <a:spcBef>
                <a:spcPts val="1600"/>
              </a:spcBef>
              <a:buFont typeface="Arial" panose="020B0604020202020204" pitchFamily="34" charset="0"/>
              <a:buChar char="•"/>
            </a:pPr>
            <a:r>
              <a:rPr lang="en-US" sz="2400" dirty="0">
                <a:cs typeface="Semplicita Pro"/>
              </a:rPr>
              <a:t>Discuss the strengths and weaknesses of whole facility approaches</a:t>
            </a:r>
          </a:p>
          <a:p>
            <a:pPr marL="457200" indent="-457200">
              <a:buFont typeface="Arial" panose="020B0604020202020204" pitchFamily="34" charset="0"/>
              <a:buChar char="•"/>
            </a:pPr>
            <a:r>
              <a:rPr lang="en-US" sz="2400" dirty="0">
                <a:cs typeface="Semplicita Pro"/>
              </a:rPr>
              <a:t>Identify the metering requirements of whole facility approaches </a:t>
            </a:r>
          </a:p>
          <a:p>
            <a:pPr marL="457200" indent="-457200">
              <a:lnSpc>
                <a:spcPct val="100000"/>
              </a:lnSpc>
              <a:spcBef>
                <a:spcPts val="1600"/>
              </a:spcBef>
              <a:buFont typeface="Arial" panose="020B0604020202020204" pitchFamily="34" charset="0"/>
              <a:buChar char="•"/>
            </a:pPr>
            <a:r>
              <a:rPr lang="en-US" sz="2400" dirty="0">
                <a:cs typeface="Semplicita Pro"/>
              </a:rPr>
              <a:t>Differentiate between contractual and utility program whole facility approaches </a:t>
            </a:r>
          </a:p>
        </p:txBody>
      </p:sp>
    </p:spTree>
    <p:extLst>
      <p:ext uri="{BB962C8B-B14F-4D97-AF65-F5344CB8AC3E}">
        <p14:creationId xmlns:p14="http://schemas.microsoft.com/office/powerpoint/2010/main" val="2723515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4720D-2EB5-5FA1-CEE3-28AF46DB3B82}"/>
              </a:ext>
            </a:extLst>
          </p:cNvPr>
          <p:cNvSpPr>
            <a:spLocks noGrp="1"/>
          </p:cNvSpPr>
          <p:nvPr>
            <p:ph type="title"/>
          </p:nvPr>
        </p:nvSpPr>
        <p:spPr/>
        <p:txBody>
          <a:bodyPr/>
          <a:lstStyle/>
          <a:p>
            <a:r>
              <a:rPr lang="en-US"/>
              <a:t>What Is a Whole Facility Approach?</a:t>
            </a:r>
          </a:p>
        </p:txBody>
      </p:sp>
      <p:sp>
        <p:nvSpPr>
          <p:cNvPr id="3" name="Content Placeholder 2">
            <a:extLst>
              <a:ext uri="{FF2B5EF4-FFF2-40B4-BE49-F238E27FC236}">
                <a16:creationId xmlns:a16="http://schemas.microsoft.com/office/drawing/2014/main" id="{75203688-7ED3-B346-0D33-81C707A573A2}"/>
              </a:ext>
            </a:extLst>
          </p:cNvPr>
          <p:cNvSpPr>
            <a:spLocks noGrp="1"/>
          </p:cNvSpPr>
          <p:nvPr>
            <p:ph idx="1"/>
          </p:nvPr>
        </p:nvSpPr>
        <p:spPr/>
        <p:txBody>
          <a:bodyPr>
            <a:normAutofit/>
          </a:bodyPr>
          <a:lstStyle/>
          <a:p>
            <a:r>
              <a:rPr lang="en-US" sz="2400"/>
              <a:t>Whole facility approaches measure the effects of ECMs on whole facilities (or parts of facilities) rather than the effects on isolated equipment or systems.</a:t>
            </a:r>
          </a:p>
          <a:p>
            <a:r>
              <a:rPr lang="en-US" sz="2400"/>
              <a:t>Such approaches generate estimates of “total” savings, usually encompassing multiple interventions and often including savings from measures that are too difficult or costly to directly quantify using other means.</a:t>
            </a:r>
          </a:p>
          <a:p>
            <a:r>
              <a:rPr lang="en-US" sz="2400"/>
              <a:t>Sometimes a whole facility is </a:t>
            </a:r>
            <a:r>
              <a:rPr lang="en-US" sz="2400" i="1"/>
              <a:t>necessary</a:t>
            </a:r>
            <a:r>
              <a:rPr lang="en-US" sz="2400"/>
              <a:t>—and sometimes it is simply </a:t>
            </a:r>
            <a:r>
              <a:rPr lang="en-US" sz="2400" i="1"/>
              <a:t>preferred </a:t>
            </a:r>
            <a:r>
              <a:rPr lang="en-US" sz="2400"/>
              <a:t>due to the ready availability of meters.</a:t>
            </a:r>
          </a:p>
        </p:txBody>
      </p:sp>
      <p:pic>
        <p:nvPicPr>
          <p:cNvPr id="6" name="Graphic 5">
            <a:extLst>
              <a:ext uri="{FF2B5EF4-FFF2-40B4-BE49-F238E27FC236}">
                <a16:creationId xmlns:a16="http://schemas.microsoft.com/office/drawing/2014/main" id="{16EE8FE9-0313-9ABF-BAB9-581735363C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4047388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C05CB27-EE5B-8C41-1C06-059A8A37FDF4}"/>
              </a:ext>
            </a:extLst>
          </p:cNvPr>
          <p:cNvSpPr>
            <a:spLocks noGrp="1"/>
          </p:cNvSpPr>
          <p:nvPr>
            <p:ph type="title"/>
          </p:nvPr>
        </p:nvSpPr>
        <p:spPr/>
        <p:txBody>
          <a:bodyPr/>
          <a:lstStyle/>
          <a:p>
            <a:r>
              <a:rPr lang="en-US" dirty="0"/>
              <a:t>Statistical and Hybrid/Physical Models</a:t>
            </a:r>
          </a:p>
        </p:txBody>
      </p:sp>
      <p:sp>
        <p:nvSpPr>
          <p:cNvPr id="10" name="Content Placeholder 9">
            <a:extLst>
              <a:ext uri="{FF2B5EF4-FFF2-40B4-BE49-F238E27FC236}">
                <a16:creationId xmlns:a16="http://schemas.microsoft.com/office/drawing/2014/main" id="{28D284A3-2A83-3C8F-7A98-2452FEF2D40B}"/>
              </a:ext>
            </a:extLst>
          </p:cNvPr>
          <p:cNvSpPr>
            <a:spLocks noGrp="1"/>
          </p:cNvSpPr>
          <p:nvPr>
            <p:ph idx="1"/>
          </p:nvPr>
        </p:nvSpPr>
        <p:spPr>
          <a:xfrm>
            <a:off x="838200" y="1966793"/>
            <a:ext cx="10515600" cy="4210169"/>
          </a:xfrm>
        </p:spPr>
        <p:txBody>
          <a:bodyPr>
            <a:normAutofit/>
          </a:bodyPr>
          <a:lstStyle/>
          <a:p>
            <a:r>
              <a:rPr lang="en-US" sz="2400" dirty="0"/>
              <a:t>There are two fundamental methods in whole facility approaches for developing adjusted baseline models:</a:t>
            </a:r>
          </a:p>
          <a:p>
            <a:pPr marL="514350" indent="-514350">
              <a:buFont typeface="+mj-lt"/>
              <a:buAutoNum type="arabicPeriod"/>
            </a:pPr>
            <a:r>
              <a:rPr lang="en-US" sz="2400" dirty="0"/>
              <a:t>Statistical, or “inverse” modeling, which relies on the measurement of independent and dependent variables and the analysis of their relationship. In Module 1, we called these models </a:t>
            </a:r>
            <a:r>
              <a:rPr lang="en-US" sz="2400" i="1" dirty="0"/>
              <a:t>statistical models</a:t>
            </a:r>
            <a:r>
              <a:rPr lang="en-US" sz="2400" dirty="0"/>
              <a:t>.</a:t>
            </a:r>
          </a:p>
          <a:p>
            <a:pPr marL="514350" indent="-514350">
              <a:buFont typeface="+mj-lt"/>
              <a:buAutoNum type="arabicPeriod"/>
            </a:pPr>
            <a:r>
              <a:rPr lang="en-US" sz="2400" dirty="0"/>
              <a:t>Physics-based “forward” simulation modeling. Throughout this training, we call these models </a:t>
            </a:r>
            <a:r>
              <a:rPr lang="en-US" sz="2400" i="1" dirty="0"/>
              <a:t>physical models</a:t>
            </a:r>
            <a:r>
              <a:rPr lang="en-US" sz="2400" dirty="0"/>
              <a:t>.</a:t>
            </a:r>
          </a:p>
        </p:txBody>
      </p:sp>
      <p:pic>
        <p:nvPicPr>
          <p:cNvPr id="13" name="Graphic 12">
            <a:extLst>
              <a:ext uri="{FF2B5EF4-FFF2-40B4-BE49-F238E27FC236}">
                <a16:creationId xmlns:a16="http://schemas.microsoft.com/office/drawing/2014/main" id="{1C20E8EE-4B44-E713-BD26-5D09F065D1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903968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CA9B1-CD18-AF50-3CD4-8ADBDFB536BC}"/>
              </a:ext>
            </a:extLst>
          </p:cNvPr>
          <p:cNvSpPr>
            <a:spLocks noGrp="1"/>
          </p:cNvSpPr>
          <p:nvPr>
            <p:ph type="title"/>
          </p:nvPr>
        </p:nvSpPr>
        <p:spPr/>
        <p:txBody>
          <a:bodyPr>
            <a:normAutofit/>
          </a:bodyPr>
          <a:lstStyle/>
          <a:p>
            <a:r>
              <a:rPr lang="en-US" sz="2800" dirty="0"/>
              <a:t>STATISTICAL MODELS = COUNTERFACTUAL MACHINES</a:t>
            </a:r>
          </a:p>
        </p:txBody>
      </p:sp>
      <p:sp>
        <p:nvSpPr>
          <p:cNvPr id="4" name="Rectangle 1">
            <a:extLst>
              <a:ext uri="{FF2B5EF4-FFF2-40B4-BE49-F238E27FC236}">
                <a16:creationId xmlns:a16="http://schemas.microsoft.com/office/drawing/2014/main" id="{038B5B62-67B1-8F77-7156-C11D35B308FF}"/>
              </a:ext>
            </a:extLst>
          </p:cNvPr>
          <p:cNvSpPr>
            <a:spLocks noGrp="1" noChangeArrowheads="1"/>
          </p:cNvSpPr>
          <p:nvPr>
            <p:ph idx="1"/>
          </p:nvPr>
        </p:nvSpPr>
        <p:spPr bwMode="auto">
          <a:xfrm>
            <a:off x="838200" y="1739135"/>
            <a:ext cx="923345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endParaRPr lang="en-US" altLang="en-US" sz="1800" dirty="0">
              <a:solidFill>
                <a:srgbClr val="000000"/>
              </a:solidFill>
            </a:endParaRPr>
          </a:p>
          <a:p>
            <a:pPr lvl="0"/>
            <a:r>
              <a:rPr lang="en-US" altLang="en-US" sz="1800" dirty="0">
                <a:solidFill>
                  <a:srgbClr val="000000"/>
                </a:solidFill>
              </a:rPr>
              <a:t>STEP 1: BASELINE PERIOD (Learning / fitting)</a:t>
            </a:r>
          </a:p>
          <a:p>
            <a:pPr lvl="0"/>
            <a:r>
              <a:rPr lang="en-US" altLang="en-US" sz="1800" dirty="0">
                <a:solidFill>
                  <a:srgbClr val="000000"/>
                </a:solidFill>
              </a:rPr>
              <a:t>   Energy = f(Weather, Occupancy, Time) + error</a:t>
            </a:r>
          </a:p>
          <a:p>
            <a:pPr lvl="0"/>
            <a:r>
              <a:rPr lang="en-US" altLang="en-US" sz="1800" dirty="0">
                <a:solidFill>
                  <a:srgbClr val="000000"/>
                </a:solidFill>
              </a:rPr>
              <a:t>   ↓</a:t>
            </a:r>
          </a:p>
          <a:p>
            <a:pPr lvl="0"/>
            <a:r>
              <a:rPr lang="en-US" altLang="en-US" sz="1800" dirty="0">
                <a:solidFill>
                  <a:srgbClr val="000000"/>
                </a:solidFill>
              </a:rPr>
              <a:t>   Model learns relationships</a:t>
            </a:r>
          </a:p>
          <a:p>
            <a:pPr lvl="0"/>
            <a:endParaRPr lang="en-US" altLang="en-US" sz="1800" dirty="0">
              <a:solidFill>
                <a:srgbClr val="000000"/>
              </a:solidFill>
            </a:endParaRPr>
          </a:p>
          <a:p>
            <a:pPr lvl="0"/>
            <a:r>
              <a:rPr lang="en-US" altLang="en-US" sz="1800" dirty="0">
                <a:solidFill>
                  <a:srgbClr val="000000"/>
                </a:solidFill>
              </a:rPr>
              <a:t>STEP 2: REPORTING PERIOD ()</a:t>
            </a:r>
          </a:p>
          <a:p>
            <a:pPr lvl="0"/>
            <a:r>
              <a:rPr lang="en-US" altLang="en-US" sz="1800" dirty="0">
                <a:solidFill>
                  <a:srgbClr val="000000"/>
                </a:solidFill>
              </a:rPr>
              <a:t>   Input: This year's conditions</a:t>
            </a:r>
          </a:p>
          <a:p>
            <a:pPr lvl="0"/>
            <a:r>
              <a:rPr lang="en-US" altLang="en-US" sz="1800" dirty="0">
                <a:solidFill>
                  <a:srgbClr val="000000"/>
                </a:solidFill>
              </a:rPr>
              <a:t>   Apply: Learned relationships</a:t>
            </a:r>
          </a:p>
          <a:p>
            <a:pPr lvl="0"/>
            <a:r>
              <a:rPr lang="en-US" altLang="en-US" sz="1800" dirty="0">
                <a:solidFill>
                  <a:srgbClr val="000000"/>
                </a:solidFill>
              </a:rPr>
              <a:t>   Output: THE COUNTERFACTUAL</a:t>
            </a:r>
          </a:p>
          <a:p>
            <a:pPr lvl="0"/>
            <a:r>
              <a:rPr lang="en-US" altLang="en-US" sz="1800" dirty="0">
                <a:solidFill>
                  <a:srgbClr val="000000"/>
                </a:solidFill>
              </a:rPr>
              <a:t>   Meaning: "What WOULD have happened"</a:t>
            </a:r>
          </a:p>
          <a:p>
            <a:pPr lvl="0"/>
            <a:endParaRPr lang="en-US" altLang="en-US" sz="1800" dirty="0">
              <a:solidFill>
                <a:srgbClr val="000000"/>
              </a:solidFill>
            </a:endParaRPr>
          </a:p>
          <a:p>
            <a:pPr lvl="0"/>
            <a:r>
              <a:rPr lang="en-US" altLang="en-US" sz="1800" dirty="0">
                <a:solidFill>
                  <a:srgbClr val="000000"/>
                </a:solidFill>
              </a:rPr>
              <a:t>STEP 3: CALCULATE SAVINGS</a:t>
            </a:r>
          </a:p>
          <a:p>
            <a:pPr lvl="0"/>
            <a:r>
              <a:rPr lang="en-US" altLang="en-US" sz="1800" dirty="0">
                <a:solidFill>
                  <a:srgbClr val="000000"/>
                </a:solidFill>
              </a:rPr>
              <a:t>   Counterfactual - Actual = Avoided Energy</a:t>
            </a:r>
          </a:p>
          <a:p>
            <a:pPr lvl="0"/>
            <a:endParaRPr lang="en-US" altLang="en-US" sz="1800" dirty="0">
              <a:solidFill>
                <a:srgbClr val="000000"/>
              </a:solidFill>
            </a:endParaRPr>
          </a:p>
          <a:p>
            <a:pPr lvl="0" algn="ctr"/>
            <a:r>
              <a:rPr lang="en-US" altLang="en-US" sz="1800" dirty="0">
                <a:solidFill>
                  <a:srgbClr val="000000"/>
                </a:solidFill>
              </a:rPr>
              <a:t>The model  baseline into future.</a:t>
            </a:r>
          </a:p>
        </p:txBody>
      </p:sp>
    </p:spTree>
    <p:extLst>
      <p:ext uri="{BB962C8B-B14F-4D97-AF65-F5344CB8AC3E}">
        <p14:creationId xmlns:p14="http://schemas.microsoft.com/office/powerpoint/2010/main" val="2649781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C9770-5387-1336-4C7D-0C6C690C8021}"/>
              </a:ext>
            </a:extLst>
          </p:cNvPr>
          <p:cNvSpPr>
            <a:spLocks noGrp="1"/>
          </p:cNvSpPr>
          <p:nvPr>
            <p:ph type="title"/>
          </p:nvPr>
        </p:nvSpPr>
        <p:spPr/>
        <p:txBody>
          <a:bodyPr/>
          <a:lstStyle/>
          <a:p>
            <a:r>
              <a:rPr lang="en-US"/>
              <a:t>Whole Facility Approaches</a:t>
            </a:r>
            <a:br>
              <a:rPr lang="en-US"/>
            </a:br>
            <a:r>
              <a:rPr lang="en-US" sz="4000" b="0" i="1"/>
              <a:t>Statistical (AKA Option C)</a:t>
            </a:r>
            <a:endParaRPr lang="en-US" b="0" i="1"/>
          </a:p>
        </p:txBody>
      </p:sp>
      <p:sp>
        <p:nvSpPr>
          <p:cNvPr id="13" name="Text Placeholder 12">
            <a:extLst>
              <a:ext uri="{FF2B5EF4-FFF2-40B4-BE49-F238E27FC236}">
                <a16:creationId xmlns:a16="http://schemas.microsoft.com/office/drawing/2014/main" id="{A5E00475-EF3F-36CF-03A1-C5498DA5897F}"/>
              </a:ext>
            </a:extLst>
          </p:cNvPr>
          <p:cNvSpPr>
            <a:spLocks noGrp="1"/>
          </p:cNvSpPr>
          <p:nvPr>
            <p:ph type="body" idx="1"/>
          </p:nvPr>
        </p:nvSpPr>
        <p:spPr/>
        <p:txBody>
          <a:bodyPr/>
          <a:lstStyle/>
          <a:p>
            <a:r>
              <a:rPr lang="en-US"/>
              <a:t>Strengths</a:t>
            </a:r>
          </a:p>
        </p:txBody>
      </p:sp>
      <p:sp>
        <p:nvSpPr>
          <p:cNvPr id="6" name="Content Placeholder 5">
            <a:extLst>
              <a:ext uri="{FF2B5EF4-FFF2-40B4-BE49-F238E27FC236}">
                <a16:creationId xmlns:a16="http://schemas.microsoft.com/office/drawing/2014/main" id="{6E7DB861-D414-2A64-2ED2-B7006A5645FF}"/>
              </a:ext>
            </a:extLst>
          </p:cNvPr>
          <p:cNvSpPr>
            <a:spLocks noGrp="1"/>
          </p:cNvSpPr>
          <p:nvPr>
            <p:ph sz="half" idx="2"/>
          </p:nvPr>
        </p:nvSpPr>
        <p:spPr/>
        <p:txBody>
          <a:bodyPr>
            <a:normAutofit fontScale="85000" lnSpcReduction="10000"/>
          </a:bodyPr>
          <a:lstStyle/>
          <a:p>
            <a:pPr marL="457200" indent="-457200">
              <a:lnSpc>
                <a:spcPct val="100000"/>
              </a:lnSpc>
              <a:buFont typeface="Arial" panose="020B0604020202020204" pitchFamily="34" charset="0"/>
              <a:buChar char="•"/>
            </a:pPr>
            <a:r>
              <a:rPr lang="en-US"/>
              <a:t>All the metering you need is often already installed: utility billing meter.</a:t>
            </a:r>
          </a:p>
          <a:p>
            <a:pPr marL="457200" indent="-457200">
              <a:lnSpc>
                <a:spcPct val="100000"/>
              </a:lnSpc>
              <a:buFont typeface="Arial" panose="020B0604020202020204" pitchFamily="34" charset="0"/>
              <a:buChar char="•"/>
            </a:pPr>
            <a:r>
              <a:rPr lang="en-US"/>
              <a:t>Sometimes cheaper.</a:t>
            </a:r>
          </a:p>
          <a:p>
            <a:pPr marL="457200" indent="-457200">
              <a:lnSpc>
                <a:spcPct val="100000"/>
              </a:lnSpc>
              <a:buFont typeface="Arial" panose="020B0604020202020204" pitchFamily="34" charset="0"/>
              <a:buChar char="•"/>
            </a:pPr>
            <a:r>
              <a:rPr lang="en-US"/>
              <a:t>Captures interactive effects.</a:t>
            </a:r>
          </a:p>
        </p:txBody>
      </p:sp>
      <p:sp>
        <p:nvSpPr>
          <p:cNvPr id="14" name="Text Placeholder 13">
            <a:extLst>
              <a:ext uri="{FF2B5EF4-FFF2-40B4-BE49-F238E27FC236}">
                <a16:creationId xmlns:a16="http://schemas.microsoft.com/office/drawing/2014/main" id="{3EC8739D-DDC8-5D0A-F824-0DC6303631D9}"/>
              </a:ext>
            </a:extLst>
          </p:cNvPr>
          <p:cNvSpPr>
            <a:spLocks noGrp="1"/>
          </p:cNvSpPr>
          <p:nvPr>
            <p:ph type="body" sz="quarter" idx="3"/>
          </p:nvPr>
        </p:nvSpPr>
        <p:spPr/>
        <p:txBody>
          <a:bodyPr/>
          <a:lstStyle/>
          <a:p>
            <a:r>
              <a:rPr lang="en-US"/>
              <a:t>Weaknesses</a:t>
            </a:r>
          </a:p>
        </p:txBody>
      </p:sp>
      <p:sp>
        <p:nvSpPr>
          <p:cNvPr id="15" name="Content Placeholder 14">
            <a:extLst>
              <a:ext uri="{FF2B5EF4-FFF2-40B4-BE49-F238E27FC236}">
                <a16:creationId xmlns:a16="http://schemas.microsoft.com/office/drawing/2014/main" id="{59AA42BA-0561-F894-F2CE-8D917E5D111F}"/>
              </a:ext>
            </a:extLst>
          </p:cNvPr>
          <p:cNvSpPr>
            <a:spLocks noGrp="1"/>
          </p:cNvSpPr>
          <p:nvPr>
            <p:ph sz="quarter" idx="4"/>
          </p:nvPr>
        </p:nvSpPr>
        <p:spPr/>
        <p:txBody>
          <a:bodyPr>
            <a:normAutofit fontScale="85000" lnSpcReduction="10000"/>
          </a:bodyPr>
          <a:lstStyle/>
          <a:p>
            <a:pPr marL="457200" indent="-457200">
              <a:lnSpc>
                <a:spcPct val="100000"/>
              </a:lnSpc>
              <a:buFont typeface="Arial" panose="020B0604020202020204" pitchFamily="34" charset="0"/>
              <a:buChar char="•"/>
            </a:pPr>
            <a:r>
              <a:rPr lang="en-US"/>
              <a:t>Can you identify the factors that influence energy use and create a model?</a:t>
            </a:r>
          </a:p>
          <a:p>
            <a:pPr marL="457200" indent="-457200">
              <a:buFont typeface="Arial" panose="020B0604020202020204" pitchFamily="34" charset="0"/>
              <a:buChar char="•"/>
            </a:pPr>
            <a:r>
              <a:rPr lang="en-US"/>
              <a:t>Can you see the savings at this level?</a:t>
            </a:r>
          </a:p>
          <a:p>
            <a:pPr marL="457200" indent="-457200">
              <a:lnSpc>
                <a:spcPct val="100000"/>
              </a:lnSpc>
              <a:buFont typeface="Arial" panose="020B0604020202020204" pitchFamily="34" charset="0"/>
              <a:buChar char="•"/>
            </a:pPr>
            <a:r>
              <a:rPr lang="en-US"/>
              <a:t>Cannot determine ECM-level results.</a:t>
            </a:r>
          </a:p>
          <a:p>
            <a:pPr marL="457200" indent="-457200">
              <a:lnSpc>
                <a:spcPct val="100000"/>
              </a:lnSpc>
              <a:buFont typeface="Arial" panose="020B0604020202020204" pitchFamily="34" charset="0"/>
              <a:buChar char="•"/>
            </a:pPr>
            <a:r>
              <a:rPr lang="en-US"/>
              <a:t>Possibly complex non-routine adjustments.</a:t>
            </a:r>
          </a:p>
        </p:txBody>
      </p:sp>
      <p:pic>
        <p:nvPicPr>
          <p:cNvPr id="9" name="Graphic 1">
            <a:extLst>
              <a:ext uri="{FF2B5EF4-FFF2-40B4-BE49-F238E27FC236}">
                <a16:creationId xmlns:a16="http://schemas.microsoft.com/office/drawing/2014/main" id="{1887F3E3-3D39-C7EC-B96F-682A0DC157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723191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DC610-EA3F-FA59-3DAD-FF0C5CF629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DE497-92A5-7472-A675-E3AB7A82D3AB}"/>
              </a:ext>
            </a:extLst>
          </p:cNvPr>
          <p:cNvSpPr>
            <a:spLocks noGrp="1"/>
          </p:cNvSpPr>
          <p:nvPr>
            <p:ph type="title"/>
          </p:nvPr>
        </p:nvSpPr>
        <p:spPr/>
        <p:txBody>
          <a:bodyPr/>
          <a:lstStyle/>
          <a:p>
            <a:r>
              <a:rPr lang="en-US"/>
              <a:t>Whole Facility Approaches</a:t>
            </a:r>
            <a:br>
              <a:rPr lang="en-US"/>
            </a:br>
            <a:r>
              <a:rPr lang="en-US" sz="4000" b="0" i="1"/>
              <a:t>Statistical (AKA Option C)</a:t>
            </a:r>
            <a:endParaRPr lang="en-US" b="0" i="1"/>
          </a:p>
        </p:txBody>
      </p:sp>
      <p:sp>
        <p:nvSpPr>
          <p:cNvPr id="13" name="Text Placeholder 12">
            <a:extLst>
              <a:ext uri="{FF2B5EF4-FFF2-40B4-BE49-F238E27FC236}">
                <a16:creationId xmlns:a16="http://schemas.microsoft.com/office/drawing/2014/main" id="{D7265896-6E38-A1CD-8E58-FDB5813C12BC}"/>
              </a:ext>
            </a:extLst>
          </p:cNvPr>
          <p:cNvSpPr>
            <a:spLocks noGrp="1"/>
          </p:cNvSpPr>
          <p:nvPr>
            <p:ph type="body" idx="1"/>
          </p:nvPr>
        </p:nvSpPr>
        <p:spPr/>
        <p:txBody>
          <a:bodyPr/>
          <a:lstStyle/>
          <a:p>
            <a:r>
              <a:rPr lang="en-US" dirty="0"/>
              <a:t>Examples</a:t>
            </a:r>
          </a:p>
        </p:txBody>
      </p:sp>
      <p:sp>
        <p:nvSpPr>
          <p:cNvPr id="6" name="Content Placeholder 5">
            <a:extLst>
              <a:ext uri="{FF2B5EF4-FFF2-40B4-BE49-F238E27FC236}">
                <a16:creationId xmlns:a16="http://schemas.microsoft.com/office/drawing/2014/main" id="{1163C12D-BFBB-9C97-5B9E-960B6CD8FEB7}"/>
              </a:ext>
            </a:extLst>
          </p:cNvPr>
          <p:cNvSpPr>
            <a:spLocks noGrp="1"/>
          </p:cNvSpPr>
          <p:nvPr>
            <p:ph sz="half" idx="2"/>
          </p:nvPr>
        </p:nvSpPr>
        <p:spPr>
          <a:xfrm>
            <a:off x="839788" y="2505075"/>
            <a:ext cx="8550397" cy="3684588"/>
          </a:xfrm>
        </p:spPr>
        <p:txBody>
          <a:bodyPr>
            <a:normAutofit/>
          </a:bodyPr>
          <a:lstStyle/>
          <a:p>
            <a:pPr marL="457200" indent="-457200">
              <a:lnSpc>
                <a:spcPct val="100000"/>
              </a:lnSpc>
              <a:buFont typeface="Arial" panose="020B0604020202020204" pitchFamily="34" charset="0"/>
              <a:buChar char="•"/>
            </a:pPr>
            <a:r>
              <a:rPr lang="en-US" dirty="0"/>
              <a:t>Custom </a:t>
            </a:r>
          </a:p>
          <a:p>
            <a:pPr marL="457200" indent="-457200">
              <a:lnSpc>
                <a:spcPct val="100000"/>
              </a:lnSpc>
              <a:buFont typeface="Arial" panose="020B0604020202020204" pitchFamily="34" charset="0"/>
              <a:buChar char="•"/>
            </a:pPr>
            <a:r>
              <a:rPr lang="en-US" dirty="0"/>
              <a:t>NMEC (California and elsewhere)</a:t>
            </a:r>
          </a:p>
          <a:p>
            <a:pPr marL="1143000" lvl="1" indent="-457200"/>
            <a:r>
              <a:rPr lang="en-US" dirty="0"/>
              <a:t>Normalized Metered Energy Consumption </a:t>
            </a:r>
          </a:p>
          <a:p>
            <a:pPr marL="457200" indent="-457200">
              <a:lnSpc>
                <a:spcPct val="100000"/>
              </a:lnSpc>
              <a:buFont typeface="Arial" panose="020B0604020202020204" pitchFamily="34" charset="0"/>
              <a:buChar char="•"/>
            </a:pPr>
            <a:r>
              <a:rPr lang="en-US" dirty="0"/>
              <a:t>Strategic Energy Management (ISO 50001)</a:t>
            </a:r>
          </a:p>
          <a:p>
            <a:pPr marL="457200" indent="-457200">
              <a:lnSpc>
                <a:spcPct val="100000"/>
              </a:lnSpc>
              <a:buFont typeface="Arial" panose="020B0604020202020204" pitchFamily="34" charset="0"/>
              <a:buChar char="•"/>
            </a:pPr>
            <a:r>
              <a:rPr lang="en-US" dirty="0"/>
              <a:t>CalTrack / </a:t>
            </a:r>
            <a:r>
              <a:rPr lang="en-US" dirty="0" err="1"/>
              <a:t>OpenEE</a:t>
            </a:r>
            <a:r>
              <a:rPr lang="en-US" dirty="0"/>
              <a:t> Meter</a:t>
            </a:r>
          </a:p>
        </p:txBody>
      </p:sp>
      <p:pic>
        <p:nvPicPr>
          <p:cNvPr id="9" name="Graphic 1">
            <a:extLst>
              <a:ext uri="{FF2B5EF4-FFF2-40B4-BE49-F238E27FC236}">
                <a16:creationId xmlns:a16="http://schemas.microsoft.com/office/drawing/2014/main" id="{B3A1AAE5-DABD-12B6-56F6-C54CBDEA33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272050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Load Shape Matters Now</a:t>
            </a:r>
          </a:p>
        </p:txBody>
      </p:sp>
      <p:sp>
        <p:nvSpPr>
          <p:cNvPr id="3" name="Content Placeholder 2"/>
          <p:cNvSpPr>
            <a:spLocks noGrp="1"/>
          </p:cNvSpPr>
          <p:nvPr>
            <p:ph idx="1"/>
          </p:nvPr>
        </p:nvSpPr>
        <p:spPr/>
        <p:txBody>
          <a:bodyPr/>
          <a:lstStyle/>
          <a:p>
            <a:endParaRPr dirty="0"/>
          </a:p>
          <a:p>
            <a:pPr>
              <a:defRPr sz="2000"/>
            </a:pPr>
            <a:r>
              <a:rPr sz="2400" dirty="0"/>
              <a:t>• Energy rates vary by time-of-use (TOU), season, and demand charges.</a:t>
            </a:r>
          </a:p>
          <a:p>
            <a:pPr>
              <a:defRPr sz="2000"/>
            </a:pPr>
            <a:r>
              <a:rPr sz="2400" dirty="0"/>
              <a:t>• A kWh saved during peak hours is more valuable than off-peak.</a:t>
            </a:r>
          </a:p>
          <a:p>
            <a:pPr>
              <a:defRPr sz="2000"/>
            </a:pPr>
            <a:r>
              <a:rPr sz="2400" dirty="0"/>
              <a:t>• Load shape reveals the distribution of energy use over time.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A8711B2-C6EB-6F7A-AE6C-1EEB271F8F3A}"/>
              </a:ext>
            </a:extLst>
          </p:cNvPr>
          <p:cNvSpPr>
            <a:spLocks noGrp="1"/>
          </p:cNvSpPr>
          <p:nvPr>
            <p:ph type="title"/>
          </p:nvPr>
        </p:nvSpPr>
        <p:spPr/>
        <p:txBody>
          <a:bodyPr>
            <a:normAutofit/>
          </a:bodyPr>
          <a:lstStyle/>
          <a:p>
            <a:r>
              <a:rPr lang="en-US"/>
              <a:t>Significant Parameters </a:t>
            </a:r>
            <a:br>
              <a:rPr lang="en-US"/>
            </a:br>
            <a:r>
              <a:rPr lang="en-US" sz="3200" b="0" i="1"/>
              <a:t>Statistical Models</a:t>
            </a:r>
            <a:endParaRPr lang="en-US" b="0" i="1"/>
          </a:p>
        </p:txBody>
      </p:sp>
      <p:sp>
        <p:nvSpPr>
          <p:cNvPr id="10" name="Content Placeholder 9">
            <a:extLst>
              <a:ext uri="{FF2B5EF4-FFF2-40B4-BE49-F238E27FC236}">
                <a16:creationId xmlns:a16="http://schemas.microsoft.com/office/drawing/2014/main" id="{47E77E7C-40DB-214A-83D5-18E3656691DD}"/>
              </a:ext>
            </a:extLst>
          </p:cNvPr>
          <p:cNvSpPr>
            <a:spLocks noGrp="1"/>
          </p:cNvSpPr>
          <p:nvPr>
            <p:ph idx="1"/>
          </p:nvPr>
        </p:nvSpPr>
        <p:spPr/>
        <p:txBody>
          <a:bodyPr>
            <a:normAutofit/>
          </a:bodyPr>
          <a:lstStyle/>
          <a:p>
            <a:r>
              <a:rPr lang="en-US" sz="2400" b="1"/>
              <a:t>Significant parameters </a:t>
            </a:r>
            <a:r>
              <a:rPr lang="en-US" sz="2400"/>
              <a:t>are identifiable factors (occurring within the measurement boundary) that meaningfully influence a dependent variable.</a:t>
            </a:r>
          </a:p>
          <a:p>
            <a:r>
              <a:rPr lang="en-US" sz="2400"/>
              <a:t>Identifying significant parameters requires both subject matter expertise and professional judgment.</a:t>
            </a:r>
          </a:p>
          <a:p>
            <a:r>
              <a:rPr lang="en-US" sz="2400"/>
              <a:t>Some significant parameters might be used as </a:t>
            </a:r>
            <a:r>
              <a:rPr lang="en-US" sz="2400" b="1"/>
              <a:t>independent variables</a:t>
            </a:r>
            <a:r>
              <a:rPr lang="en-US" sz="2400"/>
              <a:t> in the </a:t>
            </a:r>
            <a:r>
              <a:rPr lang="en-US" sz="2400" b="1"/>
              <a:t>baseline model</a:t>
            </a:r>
            <a:r>
              <a:rPr lang="en-US" sz="2400"/>
              <a:t>.</a:t>
            </a:r>
          </a:p>
        </p:txBody>
      </p:sp>
      <p:pic>
        <p:nvPicPr>
          <p:cNvPr id="6" name="Graphic 5">
            <a:extLst>
              <a:ext uri="{FF2B5EF4-FFF2-40B4-BE49-F238E27FC236}">
                <a16:creationId xmlns:a16="http://schemas.microsoft.com/office/drawing/2014/main" id="{C8F700E0-5E33-6FE6-BC31-05EFF5C9B2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908255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4720D-2EB5-5FA1-CEE3-28AF46DB3B82}"/>
              </a:ext>
            </a:extLst>
          </p:cNvPr>
          <p:cNvSpPr>
            <a:spLocks noGrp="1"/>
          </p:cNvSpPr>
          <p:nvPr>
            <p:ph type="title"/>
          </p:nvPr>
        </p:nvSpPr>
        <p:spPr/>
        <p:txBody>
          <a:bodyPr/>
          <a:lstStyle/>
          <a:p>
            <a:r>
              <a:rPr lang="en-US" dirty="0"/>
              <a:t>Physical Models</a:t>
            </a:r>
            <a:endParaRPr lang="en-US" b="0" i="1" dirty="0"/>
          </a:p>
        </p:txBody>
      </p:sp>
      <p:sp>
        <p:nvSpPr>
          <p:cNvPr id="3" name="Content Placeholder 2">
            <a:extLst>
              <a:ext uri="{FF2B5EF4-FFF2-40B4-BE49-F238E27FC236}">
                <a16:creationId xmlns:a16="http://schemas.microsoft.com/office/drawing/2014/main" id="{75203688-7ED3-B346-0D33-81C707A573A2}"/>
              </a:ext>
            </a:extLst>
          </p:cNvPr>
          <p:cNvSpPr>
            <a:spLocks noGrp="1"/>
          </p:cNvSpPr>
          <p:nvPr>
            <p:ph idx="1"/>
          </p:nvPr>
        </p:nvSpPr>
        <p:spPr>
          <a:xfrm>
            <a:off x="838200" y="1690688"/>
            <a:ext cx="10515600" cy="4351338"/>
          </a:xfrm>
        </p:spPr>
        <p:txBody>
          <a:bodyPr>
            <a:noAutofit/>
          </a:bodyPr>
          <a:lstStyle/>
          <a:p>
            <a:r>
              <a:rPr lang="en-US" sz="2400" dirty="0"/>
              <a:t>These are simplified models describing first principles engineering (such as heat and mass transfer) created with custom spreadsheets or complex (open- or closed-source) software tools.</a:t>
            </a:r>
          </a:p>
          <a:p>
            <a:r>
              <a:rPr lang="en-US" sz="2400" dirty="0"/>
              <a:t>Regardless of the software used, physical models:</a:t>
            </a:r>
          </a:p>
          <a:p>
            <a:pPr marL="1143000" lvl="1" indent="-457200"/>
            <a:r>
              <a:rPr lang="en-US" dirty="0"/>
              <a:t>Use sets of input data</a:t>
            </a:r>
          </a:p>
          <a:p>
            <a:pPr marL="1143000" lvl="1" indent="-457200"/>
            <a:r>
              <a:rPr lang="en-US" dirty="0"/>
              <a:t>Are connected by algorithms</a:t>
            </a:r>
          </a:p>
          <a:p>
            <a:pPr marL="1143000" lvl="1" indent="-457200"/>
            <a:r>
              <a:rPr lang="en-US" dirty="0"/>
              <a:t>Generate sets of output data </a:t>
            </a:r>
          </a:p>
        </p:txBody>
      </p:sp>
      <p:pic>
        <p:nvPicPr>
          <p:cNvPr id="6" name="Graphic 5">
            <a:extLst>
              <a:ext uri="{FF2B5EF4-FFF2-40B4-BE49-F238E27FC236}">
                <a16:creationId xmlns:a16="http://schemas.microsoft.com/office/drawing/2014/main" id="{16EE8FE9-0313-9ABF-BAB9-581735363C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219570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4720D-2EB5-5FA1-CEE3-28AF46DB3B82}"/>
              </a:ext>
            </a:extLst>
          </p:cNvPr>
          <p:cNvSpPr>
            <a:spLocks noGrp="1"/>
          </p:cNvSpPr>
          <p:nvPr>
            <p:ph type="title"/>
          </p:nvPr>
        </p:nvSpPr>
        <p:spPr/>
        <p:txBody>
          <a:bodyPr/>
          <a:lstStyle/>
          <a:p>
            <a:r>
              <a:rPr lang="en-US" dirty="0"/>
              <a:t>Physical Models</a:t>
            </a:r>
            <a:endParaRPr lang="en-US" b="0" i="1" dirty="0"/>
          </a:p>
        </p:txBody>
      </p:sp>
      <p:sp>
        <p:nvSpPr>
          <p:cNvPr id="3" name="Content Placeholder 2">
            <a:extLst>
              <a:ext uri="{FF2B5EF4-FFF2-40B4-BE49-F238E27FC236}">
                <a16:creationId xmlns:a16="http://schemas.microsoft.com/office/drawing/2014/main" id="{75203688-7ED3-B346-0D33-81C707A573A2}"/>
              </a:ext>
            </a:extLst>
          </p:cNvPr>
          <p:cNvSpPr>
            <a:spLocks noGrp="1"/>
          </p:cNvSpPr>
          <p:nvPr>
            <p:ph idx="1"/>
          </p:nvPr>
        </p:nvSpPr>
        <p:spPr>
          <a:xfrm>
            <a:off x="838200" y="1690688"/>
            <a:ext cx="10515600" cy="4351338"/>
          </a:xfrm>
        </p:spPr>
        <p:txBody>
          <a:bodyPr>
            <a:noAutofit/>
          </a:bodyPr>
          <a:lstStyle/>
          <a:p>
            <a:r>
              <a:rPr lang="en-US" sz="2400" dirty="0"/>
              <a:t>Physical models are useful for…</a:t>
            </a:r>
          </a:p>
          <a:p>
            <a:pPr marL="1143000" lvl="1" indent="-457200"/>
            <a:r>
              <a:rPr lang="en-US" dirty="0"/>
              <a:t>New construction</a:t>
            </a:r>
          </a:p>
          <a:p>
            <a:pPr marL="1143000" lvl="1" indent="-457200"/>
            <a:r>
              <a:rPr lang="en-US" dirty="0"/>
              <a:t>Code compliance (such as California’s Title 24)</a:t>
            </a:r>
          </a:p>
          <a:p>
            <a:pPr marL="1143000" lvl="1" indent="-457200"/>
            <a:r>
              <a:rPr lang="en-US" dirty="0"/>
              <a:t>Interactive effects</a:t>
            </a:r>
          </a:p>
          <a:p>
            <a:pPr marL="1143000" lvl="1" indent="-457200"/>
            <a:r>
              <a:rPr lang="en-US" dirty="0"/>
              <a:t>Non-routine adjustments</a:t>
            </a:r>
          </a:p>
          <a:p>
            <a:pPr marL="1600200" lvl="2" indent="-457200"/>
            <a:r>
              <a:rPr lang="en-US" dirty="0"/>
              <a:t>Static Factors = all the variables in a simulation….</a:t>
            </a:r>
          </a:p>
        </p:txBody>
      </p:sp>
      <p:pic>
        <p:nvPicPr>
          <p:cNvPr id="6" name="Graphic 5">
            <a:extLst>
              <a:ext uri="{FF2B5EF4-FFF2-40B4-BE49-F238E27FC236}">
                <a16:creationId xmlns:a16="http://schemas.microsoft.com/office/drawing/2014/main" id="{16EE8FE9-0313-9ABF-BAB9-581735363C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490799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42A76-FBCA-F3EF-01A8-E9D7989AF71E}"/>
              </a:ext>
            </a:extLst>
          </p:cNvPr>
          <p:cNvSpPr>
            <a:spLocks noGrp="1"/>
          </p:cNvSpPr>
          <p:nvPr>
            <p:ph type="title"/>
          </p:nvPr>
        </p:nvSpPr>
        <p:spPr>
          <a:xfrm>
            <a:off x="838200" y="2766219"/>
            <a:ext cx="10515600" cy="1325563"/>
          </a:xfrm>
        </p:spPr>
        <p:txBody>
          <a:bodyPr/>
          <a:lstStyle/>
          <a:p>
            <a:pPr algn="ctr"/>
            <a:r>
              <a:rPr lang="en-US" dirty="0"/>
              <a:t>Physical Models: Tools</a:t>
            </a:r>
          </a:p>
        </p:txBody>
      </p:sp>
    </p:spTree>
    <p:extLst>
      <p:ext uri="{BB962C8B-B14F-4D97-AF65-F5344CB8AC3E}">
        <p14:creationId xmlns:p14="http://schemas.microsoft.com/office/powerpoint/2010/main" val="1161113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27100-94B1-E0FA-4EA9-18681C91617C}"/>
              </a:ext>
            </a:extLst>
          </p:cNvPr>
          <p:cNvSpPr>
            <a:spLocks noGrp="1"/>
          </p:cNvSpPr>
          <p:nvPr>
            <p:ph type="title"/>
          </p:nvPr>
        </p:nvSpPr>
        <p:spPr/>
        <p:txBody>
          <a:bodyPr/>
          <a:lstStyle/>
          <a:p>
            <a:r>
              <a:rPr lang="en-US" dirty="0"/>
              <a:t>Building Energy Asset Score</a:t>
            </a:r>
          </a:p>
        </p:txBody>
      </p:sp>
      <p:sp>
        <p:nvSpPr>
          <p:cNvPr id="3" name="Content Placeholder 2">
            <a:extLst>
              <a:ext uri="{FF2B5EF4-FFF2-40B4-BE49-F238E27FC236}">
                <a16:creationId xmlns:a16="http://schemas.microsoft.com/office/drawing/2014/main" id="{56327D38-3A2E-02B6-61D5-065E358B8F4B}"/>
              </a:ext>
            </a:extLst>
          </p:cNvPr>
          <p:cNvSpPr>
            <a:spLocks noGrp="1"/>
          </p:cNvSpPr>
          <p:nvPr>
            <p:ph idx="1"/>
          </p:nvPr>
        </p:nvSpPr>
        <p:spPr/>
        <p:txBody>
          <a:bodyPr/>
          <a:lstStyle/>
          <a:p>
            <a:r>
              <a:rPr lang="en-US" dirty="0"/>
              <a:t>(Mention that this is another dimension of ”Performance”)</a:t>
            </a:r>
          </a:p>
          <a:p>
            <a:r>
              <a:rPr lang="en-US" dirty="0"/>
              <a:t>Is the equipment / assets in place to run efficiently. No guarantee!  But important to know when thinking about M&amp;V planning</a:t>
            </a:r>
          </a:p>
        </p:txBody>
      </p:sp>
      <p:sp>
        <p:nvSpPr>
          <p:cNvPr id="5" name="TextBox 4">
            <a:extLst>
              <a:ext uri="{FF2B5EF4-FFF2-40B4-BE49-F238E27FC236}">
                <a16:creationId xmlns:a16="http://schemas.microsoft.com/office/drawing/2014/main" id="{D4347183-A2BB-5A5F-4705-6F944D018724}"/>
              </a:ext>
            </a:extLst>
          </p:cNvPr>
          <p:cNvSpPr txBox="1"/>
          <p:nvPr/>
        </p:nvSpPr>
        <p:spPr>
          <a:xfrm>
            <a:off x="2222938" y="5992297"/>
            <a:ext cx="9130862" cy="369332"/>
          </a:xfrm>
          <a:prstGeom prst="rect">
            <a:avLst/>
          </a:prstGeom>
          <a:noFill/>
        </p:spPr>
        <p:txBody>
          <a:bodyPr wrap="square">
            <a:spAutoFit/>
          </a:bodyPr>
          <a:lstStyle/>
          <a:p>
            <a:pPr algn="r"/>
            <a:r>
              <a:rPr lang="en-US" b="1" dirty="0">
                <a:latin typeface="Verdana" panose="020B0604030504040204" pitchFamily="34" charset="0"/>
                <a:ea typeface="Verdana" panose="020B0604030504040204" pitchFamily="34" charset="0"/>
                <a:cs typeface="Verdana" panose="020B0604030504040204" pitchFamily="34" charset="0"/>
              </a:rPr>
              <a:t>Further Reading</a:t>
            </a:r>
            <a:r>
              <a:rPr lang="en-US" dirty="0">
                <a:latin typeface="Verdana" panose="020B0604030504040204" pitchFamily="34" charset="0"/>
                <a:ea typeface="Verdana" panose="020B0604030504040204" pitchFamily="34" charset="0"/>
                <a:cs typeface="Verdana" panose="020B0604030504040204" pitchFamily="34" charset="0"/>
              </a:rPr>
              <a:t>: energy.gov/</a:t>
            </a:r>
            <a:r>
              <a:rPr lang="en-US" dirty="0" err="1">
                <a:latin typeface="Verdana" panose="020B0604030504040204" pitchFamily="34" charset="0"/>
                <a:ea typeface="Verdana" panose="020B0604030504040204" pitchFamily="34" charset="0"/>
                <a:cs typeface="Verdana" panose="020B0604030504040204" pitchFamily="34" charset="0"/>
              </a:rPr>
              <a:t>eere</a:t>
            </a:r>
            <a:r>
              <a:rPr lang="en-US" dirty="0">
                <a:latin typeface="Verdana" panose="020B0604030504040204" pitchFamily="34" charset="0"/>
                <a:ea typeface="Verdana" panose="020B0604030504040204" pitchFamily="34" charset="0"/>
                <a:cs typeface="Verdana" panose="020B0604030504040204" pitchFamily="34" charset="0"/>
              </a:rPr>
              <a:t>/buildings/building-energy-asset-score</a:t>
            </a:r>
          </a:p>
        </p:txBody>
      </p:sp>
    </p:spTree>
    <p:extLst>
      <p:ext uri="{BB962C8B-B14F-4D97-AF65-F5344CB8AC3E}">
        <p14:creationId xmlns:p14="http://schemas.microsoft.com/office/powerpoint/2010/main" val="1605589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A8711B2-C6EB-6F7A-AE6C-1EEB271F8F3A}"/>
              </a:ext>
            </a:extLst>
          </p:cNvPr>
          <p:cNvSpPr>
            <a:spLocks noGrp="1"/>
          </p:cNvSpPr>
          <p:nvPr>
            <p:ph type="title"/>
          </p:nvPr>
        </p:nvSpPr>
        <p:spPr/>
        <p:txBody>
          <a:bodyPr>
            <a:normAutofit/>
          </a:bodyPr>
          <a:lstStyle/>
          <a:p>
            <a:r>
              <a:rPr lang="en-US" dirty="0"/>
              <a:t>Significant Parameters </a:t>
            </a:r>
            <a:br>
              <a:rPr lang="en-US" dirty="0"/>
            </a:br>
            <a:r>
              <a:rPr lang="en-US" sz="3200" b="0" i="1" dirty="0"/>
              <a:t>Physical Models</a:t>
            </a:r>
            <a:endParaRPr lang="en-US" b="0" i="1" dirty="0"/>
          </a:p>
        </p:txBody>
      </p:sp>
      <p:sp>
        <p:nvSpPr>
          <p:cNvPr id="10" name="Content Placeholder 9">
            <a:extLst>
              <a:ext uri="{FF2B5EF4-FFF2-40B4-BE49-F238E27FC236}">
                <a16:creationId xmlns:a16="http://schemas.microsoft.com/office/drawing/2014/main" id="{47E77E7C-40DB-214A-83D5-18E3656691DD}"/>
              </a:ext>
            </a:extLst>
          </p:cNvPr>
          <p:cNvSpPr>
            <a:spLocks noGrp="1"/>
          </p:cNvSpPr>
          <p:nvPr>
            <p:ph idx="1"/>
          </p:nvPr>
        </p:nvSpPr>
        <p:spPr/>
        <p:txBody>
          <a:bodyPr>
            <a:normAutofit/>
          </a:bodyPr>
          <a:lstStyle/>
          <a:p>
            <a:r>
              <a:rPr lang="en-US" sz="2400" dirty="0"/>
              <a:t>Physical models contain many more inputs than statistical models.</a:t>
            </a:r>
          </a:p>
          <a:p>
            <a:r>
              <a:rPr lang="en-US" sz="2400" dirty="0"/>
              <a:t>Significant parameters are the subset of all the inputs that have a significant influence on the outputs.</a:t>
            </a:r>
          </a:p>
          <a:p>
            <a:r>
              <a:rPr lang="en-US" sz="2400" dirty="0"/>
              <a:t>The challenge for M&amp;V is to identify and quantify a manageable number of parameters. Judgement is required!</a:t>
            </a:r>
          </a:p>
        </p:txBody>
      </p:sp>
      <p:pic>
        <p:nvPicPr>
          <p:cNvPr id="6" name="Graphic 5">
            <a:extLst>
              <a:ext uri="{FF2B5EF4-FFF2-40B4-BE49-F238E27FC236}">
                <a16:creationId xmlns:a16="http://schemas.microsoft.com/office/drawing/2014/main" id="{C8F700E0-5E33-6FE6-BC31-05EFF5C9B2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567824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59ED-080D-0464-B3E7-142659F6039D}"/>
              </a:ext>
            </a:extLst>
          </p:cNvPr>
          <p:cNvSpPr>
            <a:spLocks noGrp="1"/>
          </p:cNvSpPr>
          <p:nvPr>
            <p:ph type="title"/>
          </p:nvPr>
        </p:nvSpPr>
        <p:spPr/>
        <p:txBody>
          <a:bodyPr>
            <a:normAutofit/>
          </a:bodyPr>
          <a:lstStyle/>
          <a:p>
            <a:r>
              <a:rPr lang="en-US" sz="4000" dirty="0"/>
              <a:t>Sensitivity Analysis</a:t>
            </a:r>
            <a:br>
              <a:rPr lang="en-US" sz="4000" dirty="0"/>
            </a:br>
            <a:r>
              <a:rPr lang="en-US" sz="4000" b="0" i="1" dirty="0"/>
              <a:t>For Physical Models</a:t>
            </a:r>
          </a:p>
        </p:txBody>
      </p:sp>
      <p:sp>
        <p:nvSpPr>
          <p:cNvPr id="3" name="Content Placeholder 2">
            <a:extLst>
              <a:ext uri="{FF2B5EF4-FFF2-40B4-BE49-F238E27FC236}">
                <a16:creationId xmlns:a16="http://schemas.microsoft.com/office/drawing/2014/main" id="{9C455C97-88AB-E485-D850-65D81A730D12}"/>
              </a:ext>
            </a:extLst>
          </p:cNvPr>
          <p:cNvSpPr>
            <a:spLocks noGrp="1"/>
          </p:cNvSpPr>
          <p:nvPr>
            <p:ph idx="1"/>
          </p:nvPr>
        </p:nvSpPr>
        <p:spPr/>
        <p:txBody>
          <a:bodyPr>
            <a:normAutofit/>
          </a:bodyPr>
          <a:lstStyle/>
          <a:p>
            <a:pPr>
              <a:spcBef>
                <a:spcPts val="1200"/>
              </a:spcBef>
            </a:pPr>
            <a:r>
              <a:rPr lang="en-US" sz="2400" dirty="0"/>
              <a:t>Input sensitivity tests are performed to determine which inputs have the greatest impact on the dependent variable.</a:t>
            </a:r>
          </a:p>
          <a:p>
            <a:pPr>
              <a:spcBef>
                <a:spcPts val="1200"/>
              </a:spcBef>
            </a:pPr>
            <a:r>
              <a:rPr lang="en-US" sz="2400" dirty="0"/>
              <a:t>Typically, the influence of each parameter is ranked, and appropriate parameter measurement systems are identified until the budget for measurement systems is approached. Often, a building management system (BMS) can be cost effectively configured to provide near-direct measurements of significant parameters, which can be transformed into the inputs of the physical model.</a:t>
            </a:r>
          </a:p>
        </p:txBody>
      </p:sp>
      <p:pic>
        <p:nvPicPr>
          <p:cNvPr id="6" name="Graphic 5">
            <a:extLst>
              <a:ext uri="{FF2B5EF4-FFF2-40B4-BE49-F238E27FC236}">
                <a16:creationId xmlns:a16="http://schemas.microsoft.com/office/drawing/2014/main" id="{96840C4D-726C-683C-D3F8-F2BDDEE6E6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308437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4254C8-9791-51EE-737F-7538976A28B3}"/>
              </a:ext>
            </a:extLst>
          </p:cNvPr>
          <p:cNvSpPr>
            <a:spLocks noGrp="1"/>
          </p:cNvSpPr>
          <p:nvPr>
            <p:ph type="title"/>
          </p:nvPr>
        </p:nvSpPr>
        <p:spPr/>
        <p:txBody>
          <a:bodyPr/>
          <a:lstStyle/>
          <a:p>
            <a:r>
              <a:rPr lang="en-US"/>
              <a:t>Additional Tools</a:t>
            </a:r>
          </a:p>
        </p:txBody>
      </p:sp>
      <p:sp>
        <p:nvSpPr>
          <p:cNvPr id="11" name="Content Placeholder 10">
            <a:extLst>
              <a:ext uri="{FF2B5EF4-FFF2-40B4-BE49-F238E27FC236}">
                <a16:creationId xmlns:a16="http://schemas.microsoft.com/office/drawing/2014/main" id="{1BDE9092-8900-6E87-C9ED-7240A6CF0983}"/>
              </a:ext>
            </a:extLst>
          </p:cNvPr>
          <p:cNvSpPr>
            <a:spLocks noGrp="1"/>
          </p:cNvSpPr>
          <p:nvPr>
            <p:ph idx="1"/>
          </p:nvPr>
        </p:nvSpPr>
        <p:spPr>
          <a:xfrm>
            <a:off x="838200" y="1939159"/>
            <a:ext cx="3200400" cy="1723204"/>
          </a:xfrm>
        </p:spPr>
        <p:txBody>
          <a:bodyPr>
            <a:normAutofit/>
          </a:bodyPr>
          <a:lstStyle/>
          <a:p>
            <a:pPr algn="ctr"/>
            <a:r>
              <a:rPr lang="en-US" sz="2400" b="1"/>
              <a:t>Introduction to Monte Carlo Simulation in Excel</a:t>
            </a:r>
          </a:p>
        </p:txBody>
      </p:sp>
      <p:sp>
        <p:nvSpPr>
          <p:cNvPr id="12" name="Content Placeholder 10">
            <a:extLst>
              <a:ext uri="{FF2B5EF4-FFF2-40B4-BE49-F238E27FC236}">
                <a16:creationId xmlns:a16="http://schemas.microsoft.com/office/drawing/2014/main" id="{CF25849A-6B69-D5E8-649A-4227400A2E8E}"/>
              </a:ext>
            </a:extLst>
          </p:cNvPr>
          <p:cNvSpPr txBox="1">
            <a:spLocks/>
          </p:cNvSpPr>
          <p:nvPr/>
        </p:nvSpPr>
        <p:spPr>
          <a:xfrm>
            <a:off x="4495800" y="1939159"/>
            <a:ext cx="3200400" cy="1723204"/>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400" b="1"/>
              <a:t>Parametric Analysis Tool (PAT) Interface Guide</a:t>
            </a:r>
          </a:p>
        </p:txBody>
      </p:sp>
      <p:sp>
        <p:nvSpPr>
          <p:cNvPr id="13" name="Content Placeholder 10">
            <a:extLst>
              <a:ext uri="{FF2B5EF4-FFF2-40B4-BE49-F238E27FC236}">
                <a16:creationId xmlns:a16="http://schemas.microsoft.com/office/drawing/2014/main" id="{E58445FE-65E3-9D1F-9C06-4B1301EE81AF}"/>
              </a:ext>
            </a:extLst>
          </p:cNvPr>
          <p:cNvSpPr txBox="1">
            <a:spLocks/>
          </p:cNvSpPr>
          <p:nvPr/>
        </p:nvSpPr>
        <p:spPr>
          <a:xfrm>
            <a:off x="8153400" y="1939159"/>
            <a:ext cx="3200400" cy="1723204"/>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400" b="1"/>
              <a:t>Parametric Runs in eQUEST</a:t>
            </a:r>
          </a:p>
        </p:txBody>
      </p:sp>
      <p:pic>
        <p:nvPicPr>
          <p:cNvPr id="14" name="Picture 13">
            <a:extLst>
              <a:ext uri="{FF2B5EF4-FFF2-40B4-BE49-F238E27FC236}">
                <a16:creationId xmlns:a16="http://schemas.microsoft.com/office/drawing/2014/main" id="{6A73B6D8-9CE9-02B7-DCC1-247B21D24C18}"/>
              </a:ext>
            </a:extLst>
          </p:cNvPr>
          <p:cNvPicPr>
            <a:picLocks noChangeAspect="1"/>
          </p:cNvPicPr>
          <p:nvPr/>
        </p:nvPicPr>
        <p:blipFill>
          <a:blip r:embed="rId3"/>
          <a:stretch>
            <a:fillRect/>
          </a:stretch>
        </p:blipFill>
        <p:spPr>
          <a:xfrm>
            <a:off x="1181100" y="3662363"/>
            <a:ext cx="2514600" cy="2514600"/>
          </a:xfrm>
          <a:prstGeom prst="rect">
            <a:avLst/>
          </a:prstGeom>
        </p:spPr>
      </p:pic>
      <p:pic>
        <p:nvPicPr>
          <p:cNvPr id="15" name="Picture 14">
            <a:extLst>
              <a:ext uri="{FF2B5EF4-FFF2-40B4-BE49-F238E27FC236}">
                <a16:creationId xmlns:a16="http://schemas.microsoft.com/office/drawing/2014/main" id="{470BF39C-8C98-BE7F-D649-29FDCC4E4E09}"/>
              </a:ext>
            </a:extLst>
          </p:cNvPr>
          <p:cNvPicPr>
            <a:picLocks noChangeAspect="1"/>
          </p:cNvPicPr>
          <p:nvPr/>
        </p:nvPicPr>
        <p:blipFill>
          <a:blip r:embed="rId4"/>
          <a:stretch>
            <a:fillRect/>
          </a:stretch>
        </p:blipFill>
        <p:spPr>
          <a:xfrm>
            <a:off x="4838700" y="3662363"/>
            <a:ext cx="2514600" cy="2514600"/>
          </a:xfrm>
          <a:prstGeom prst="rect">
            <a:avLst/>
          </a:prstGeom>
        </p:spPr>
      </p:pic>
      <p:pic>
        <p:nvPicPr>
          <p:cNvPr id="16" name="Picture 15">
            <a:extLst>
              <a:ext uri="{FF2B5EF4-FFF2-40B4-BE49-F238E27FC236}">
                <a16:creationId xmlns:a16="http://schemas.microsoft.com/office/drawing/2014/main" id="{60BD3FC0-73DB-F0AB-8BFF-37451A79647F}"/>
              </a:ext>
            </a:extLst>
          </p:cNvPr>
          <p:cNvPicPr>
            <a:picLocks noChangeAspect="1"/>
          </p:cNvPicPr>
          <p:nvPr/>
        </p:nvPicPr>
        <p:blipFill>
          <a:blip r:embed="rId5"/>
          <a:stretch>
            <a:fillRect/>
          </a:stretch>
        </p:blipFill>
        <p:spPr>
          <a:xfrm>
            <a:off x="8496300" y="3662363"/>
            <a:ext cx="2514600" cy="2514600"/>
          </a:xfrm>
          <a:prstGeom prst="rect">
            <a:avLst/>
          </a:prstGeom>
        </p:spPr>
      </p:pic>
    </p:spTree>
    <p:extLst>
      <p:ext uri="{BB962C8B-B14F-4D97-AF65-F5344CB8AC3E}">
        <p14:creationId xmlns:p14="http://schemas.microsoft.com/office/powerpoint/2010/main" val="1937577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E8BEE-CC7C-218E-AD9C-407003C02293}"/>
              </a:ext>
            </a:extLst>
          </p:cNvPr>
          <p:cNvSpPr>
            <a:spLocks noGrp="1"/>
          </p:cNvSpPr>
          <p:nvPr>
            <p:ph type="title"/>
          </p:nvPr>
        </p:nvSpPr>
        <p:spPr/>
        <p:txBody>
          <a:bodyPr/>
          <a:lstStyle/>
          <a:p>
            <a:r>
              <a:rPr lang="en-US"/>
              <a:t>Static Factors</a:t>
            </a:r>
          </a:p>
        </p:txBody>
      </p:sp>
      <p:sp>
        <p:nvSpPr>
          <p:cNvPr id="3" name="Content Placeholder 2">
            <a:extLst>
              <a:ext uri="{FF2B5EF4-FFF2-40B4-BE49-F238E27FC236}">
                <a16:creationId xmlns:a16="http://schemas.microsoft.com/office/drawing/2014/main" id="{5C9BF369-5B14-EF24-5DC5-4B14C365F97C}"/>
              </a:ext>
            </a:extLst>
          </p:cNvPr>
          <p:cNvSpPr>
            <a:spLocks noGrp="1"/>
          </p:cNvSpPr>
          <p:nvPr>
            <p:ph idx="1"/>
          </p:nvPr>
        </p:nvSpPr>
        <p:spPr>
          <a:xfrm>
            <a:off x="838200" y="1690688"/>
            <a:ext cx="10515600" cy="4351338"/>
          </a:xfrm>
        </p:spPr>
        <p:txBody>
          <a:bodyPr>
            <a:normAutofit/>
          </a:bodyPr>
          <a:lstStyle/>
          <a:p>
            <a:r>
              <a:rPr lang="en-US" sz="2400" b="1"/>
              <a:t>Static factors</a:t>
            </a:r>
            <a:r>
              <a:rPr lang="en-US" sz="2400"/>
              <a:t> can significantly influence a dependent variable but are stable during the baseline and are not expected to vary during reporting period. They are all the variables not selected as “significant.”</a:t>
            </a:r>
          </a:p>
          <a:p>
            <a:r>
              <a:rPr lang="en-US" sz="2400"/>
              <a:t>By their very nature, projects employing whole facility approaches have expansive measurement boundaries that encompass many parameters that can and do influence the dependent variable.</a:t>
            </a:r>
          </a:p>
          <a:p>
            <a:r>
              <a:rPr lang="en-US" sz="2400"/>
              <a:t>Because finite time and resources are available to establish baseline static factors, judgment of where and how to prioritize efforts is needed.</a:t>
            </a:r>
          </a:p>
        </p:txBody>
      </p:sp>
      <p:pic>
        <p:nvPicPr>
          <p:cNvPr id="6" name="Graphic 5">
            <a:extLst>
              <a:ext uri="{FF2B5EF4-FFF2-40B4-BE49-F238E27FC236}">
                <a16:creationId xmlns:a16="http://schemas.microsoft.com/office/drawing/2014/main" id="{D05203DF-6583-1410-5276-ACA11936C9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968785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FAC9F-C8A6-0DBE-5900-1D72F80C906B}"/>
              </a:ext>
            </a:extLst>
          </p:cNvPr>
          <p:cNvSpPr>
            <a:spLocks noGrp="1"/>
          </p:cNvSpPr>
          <p:nvPr>
            <p:ph type="title"/>
          </p:nvPr>
        </p:nvSpPr>
        <p:spPr/>
        <p:txBody>
          <a:bodyPr/>
          <a:lstStyle/>
          <a:p>
            <a:r>
              <a:rPr lang="en-US"/>
              <a:t>Documenting Static Factors</a:t>
            </a:r>
          </a:p>
        </p:txBody>
      </p:sp>
      <p:sp>
        <p:nvSpPr>
          <p:cNvPr id="3" name="Content Placeholder 2">
            <a:extLst>
              <a:ext uri="{FF2B5EF4-FFF2-40B4-BE49-F238E27FC236}">
                <a16:creationId xmlns:a16="http://schemas.microsoft.com/office/drawing/2014/main" id="{AF2E5EAF-8AE0-B76B-24A0-1BF0BD53E9BA}"/>
              </a:ext>
            </a:extLst>
          </p:cNvPr>
          <p:cNvSpPr>
            <a:spLocks noGrp="1"/>
          </p:cNvSpPr>
          <p:nvPr>
            <p:ph idx="1"/>
          </p:nvPr>
        </p:nvSpPr>
        <p:spPr/>
        <p:txBody>
          <a:bodyPr>
            <a:normAutofit/>
          </a:bodyPr>
          <a:lstStyle/>
          <a:p>
            <a:r>
              <a:rPr lang="en-US" sz="2400"/>
              <a:t>The development of an adequate and accurate accounting of a project’s baseline static factors allows for an equitable estimate of the impact of a change in static factors if and when such a change is observed. This is referred to as a </a:t>
            </a:r>
            <a:r>
              <a:rPr lang="en-US" sz="2400" b="1"/>
              <a:t>non-routine adjustment</a:t>
            </a:r>
            <a:r>
              <a:rPr lang="en-US" sz="2400"/>
              <a:t>.</a:t>
            </a:r>
          </a:p>
          <a:p>
            <a:r>
              <a:rPr lang="en-US" sz="2400"/>
              <a:t>An effective M&amp;V plan should identify the project’s baseline static factors and address how, when, and by whom static factors will be monitored during the reporting period.</a:t>
            </a:r>
          </a:p>
        </p:txBody>
      </p:sp>
      <p:pic>
        <p:nvPicPr>
          <p:cNvPr id="6" name="Graphic 5">
            <a:extLst>
              <a:ext uri="{FF2B5EF4-FFF2-40B4-BE49-F238E27FC236}">
                <a16:creationId xmlns:a16="http://schemas.microsoft.com/office/drawing/2014/main" id="{A43F49B8-847F-7583-B650-23FCE0AE1E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4081566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77A84-642A-BD96-2B95-8DEB568707E9}"/>
              </a:ext>
            </a:extLst>
          </p:cNvPr>
          <p:cNvSpPr>
            <a:spLocks noGrp="1"/>
          </p:cNvSpPr>
          <p:nvPr>
            <p:ph type="title"/>
          </p:nvPr>
        </p:nvSpPr>
        <p:spPr/>
        <p:txBody>
          <a:bodyPr/>
          <a:lstStyle/>
          <a:p>
            <a:r>
              <a:rPr lang="en-US"/>
              <a:t>Proxy Variables</a:t>
            </a:r>
          </a:p>
        </p:txBody>
      </p:sp>
      <p:sp>
        <p:nvSpPr>
          <p:cNvPr id="3" name="Content Placeholder 2">
            <a:extLst>
              <a:ext uri="{FF2B5EF4-FFF2-40B4-BE49-F238E27FC236}">
                <a16:creationId xmlns:a16="http://schemas.microsoft.com/office/drawing/2014/main" id="{6DDD28A5-F261-024A-9A9B-C5E57E4B7797}"/>
              </a:ext>
            </a:extLst>
          </p:cNvPr>
          <p:cNvSpPr>
            <a:spLocks noGrp="1"/>
          </p:cNvSpPr>
          <p:nvPr>
            <p:ph idx="1"/>
          </p:nvPr>
        </p:nvSpPr>
        <p:spPr/>
        <p:txBody>
          <a:bodyPr>
            <a:normAutofit/>
          </a:bodyPr>
          <a:lstStyle/>
          <a:p>
            <a:pPr>
              <a:spcBef>
                <a:spcPts val="1200"/>
              </a:spcBef>
            </a:pPr>
            <a:r>
              <a:rPr lang="en-US" sz="2400"/>
              <a:t>Budget or technical constraints often require that </a:t>
            </a:r>
            <a:r>
              <a:rPr lang="en-US" sz="2400" b="1"/>
              <a:t>proxy variables</a:t>
            </a:r>
            <a:r>
              <a:rPr lang="en-US" sz="2400"/>
              <a:t> be substituted for significant parameters. </a:t>
            </a:r>
          </a:p>
          <a:p>
            <a:pPr>
              <a:spcBef>
                <a:spcPts val="1200"/>
              </a:spcBef>
            </a:pPr>
            <a:r>
              <a:rPr lang="en-US" sz="2400"/>
              <a:t>A proxy variable must have an understood, highly correlated relationship with a group of significant factors while also being simpler and less expensive to measure than measuring all the significant parameters that it represents separately.</a:t>
            </a:r>
          </a:p>
          <a:p>
            <a:pPr>
              <a:spcBef>
                <a:spcPts val="1200"/>
              </a:spcBef>
            </a:pPr>
            <a:r>
              <a:rPr lang="en-US" sz="2400"/>
              <a:t>Proxy variables are selected based on a cost/benefit analysis. </a:t>
            </a:r>
          </a:p>
        </p:txBody>
      </p:sp>
      <p:pic>
        <p:nvPicPr>
          <p:cNvPr id="6" name="Graphic 5">
            <a:extLst>
              <a:ext uri="{FF2B5EF4-FFF2-40B4-BE49-F238E27FC236}">
                <a16:creationId xmlns:a16="http://schemas.microsoft.com/office/drawing/2014/main" id="{F9E5135D-7433-40BD-8617-BF0555038C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pic>
        <p:nvPicPr>
          <p:cNvPr id="5" name="Graphic 4">
            <a:extLst>
              <a:ext uri="{FF2B5EF4-FFF2-40B4-BE49-F238E27FC236}">
                <a16:creationId xmlns:a16="http://schemas.microsoft.com/office/drawing/2014/main" id="{DA679BA3-A82A-A867-B84E-A94AF10ED5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14114" y="156488"/>
            <a:ext cx="914400" cy="914400"/>
          </a:xfrm>
          <a:prstGeom prst="rect">
            <a:avLst/>
          </a:prstGeom>
        </p:spPr>
      </p:pic>
    </p:spTree>
    <p:extLst>
      <p:ext uri="{BB962C8B-B14F-4D97-AF65-F5344CB8AC3E}">
        <p14:creationId xmlns:p14="http://schemas.microsoft.com/office/powerpoint/2010/main" val="4023880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4720D-2EB5-5FA1-CEE3-28AF46DB3B82}"/>
              </a:ext>
            </a:extLst>
          </p:cNvPr>
          <p:cNvSpPr>
            <a:spLocks noGrp="1"/>
          </p:cNvSpPr>
          <p:nvPr>
            <p:ph type="title"/>
          </p:nvPr>
        </p:nvSpPr>
        <p:spPr/>
        <p:txBody>
          <a:bodyPr>
            <a:normAutofit/>
          </a:bodyPr>
          <a:lstStyle/>
          <a:p>
            <a:r>
              <a:rPr lang="en-US" sz="4000" dirty="0"/>
              <a:t>Using (Calibrated) Physical Models</a:t>
            </a:r>
          </a:p>
        </p:txBody>
      </p:sp>
      <p:sp>
        <p:nvSpPr>
          <p:cNvPr id="3" name="Content Placeholder 2">
            <a:extLst>
              <a:ext uri="{FF2B5EF4-FFF2-40B4-BE49-F238E27FC236}">
                <a16:creationId xmlns:a16="http://schemas.microsoft.com/office/drawing/2014/main" id="{75203688-7ED3-B346-0D33-81C707A573A2}"/>
              </a:ext>
            </a:extLst>
          </p:cNvPr>
          <p:cNvSpPr>
            <a:spLocks noGrp="1"/>
          </p:cNvSpPr>
          <p:nvPr>
            <p:ph sz="half" idx="1"/>
          </p:nvPr>
        </p:nvSpPr>
        <p:spPr>
          <a:xfrm>
            <a:off x="838201" y="1690688"/>
            <a:ext cx="4112622" cy="4056969"/>
          </a:xfrm>
        </p:spPr>
        <p:txBody>
          <a:bodyPr>
            <a:normAutofit/>
          </a:bodyPr>
          <a:lstStyle/>
          <a:p>
            <a:r>
              <a:rPr lang="en-US" sz="2000" b="1"/>
              <a:t>Goals</a:t>
            </a:r>
            <a:r>
              <a:rPr lang="en-US" sz="2000"/>
              <a:t> </a:t>
            </a:r>
          </a:p>
          <a:p>
            <a:pPr marL="342900" indent="-342900">
              <a:buFont typeface="Arial" panose="020B0604020202020204" pitchFamily="34" charset="0"/>
              <a:buChar char="•"/>
            </a:pPr>
            <a:r>
              <a:rPr lang="en-US" sz="2000"/>
              <a:t>Identify significant model inputs. For calibration, measure.</a:t>
            </a:r>
          </a:p>
          <a:p>
            <a:pPr marL="342900" indent="-342900">
              <a:buFont typeface="Arial" panose="020B0604020202020204" pitchFamily="34" charset="0"/>
              <a:buChar char="•"/>
            </a:pPr>
            <a:r>
              <a:rPr lang="en-US" sz="2000"/>
              <a:t>Identify insignificant model inputs. For calibration, use fixed value.</a:t>
            </a:r>
          </a:p>
          <a:p>
            <a:r>
              <a:rPr lang="en-US" sz="2000"/>
              <a:t>ASHRAE Guideline 14 has criteria for “good enough” calibration, but some judgment is required!</a:t>
            </a:r>
          </a:p>
        </p:txBody>
      </p:sp>
      <p:pic>
        <p:nvPicPr>
          <p:cNvPr id="6" name="Graphic 5">
            <a:extLst>
              <a:ext uri="{FF2B5EF4-FFF2-40B4-BE49-F238E27FC236}">
                <a16:creationId xmlns:a16="http://schemas.microsoft.com/office/drawing/2014/main" id="{16EE8FE9-0313-9ABF-BAB9-581735363C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pic>
        <p:nvPicPr>
          <p:cNvPr id="13" name="Content Placeholder 12">
            <a:extLst>
              <a:ext uri="{FF2B5EF4-FFF2-40B4-BE49-F238E27FC236}">
                <a16:creationId xmlns:a16="http://schemas.microsoft.com/office/drawing/2014/main" id="{759374AE-8068-449E-7617-2ED2EDA823FA}"/>
              </a:ext>
            </a:extLst>
          </p:cNvPr>
          <p:cNvPicPr>
            <a:picLocks noGrp="1" noChangeAspect="1"/>
          </p:cNvPicPr>
          <p:nvPr>
            <p:ph sz="half" idx="2"/>
          </p:nvPr>
        </p:nvPicPr>
        <p:blipFill>
          <a:blip r:embed="rId4"/>
          <a:stretch>
            <a:fillRect/>
          </a:stretch>
        </p:blipFill>
        <p:spPr>
          <a:xfrm>
            <a:off x="5010952" y="1690688"/>
            <a:ext cx="6737405" cy="4380752"/>
          </a:xfrm>
          <a:prstGeom prst="rect">
            <a:avLst/>
          </a:prstGeom>
        </p:spPr>
      </p:pic>
    </p:spTree>
    <p:extLst>
      <p:ext uri="{BB962C8B-B14F-4D97-AF65-F5344CB8AC3E}">
        <p14:creationId xmlns:p14="http://schemas.microsoft.com/office/powerpoint/2010/main" val="3327326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EA398-EA06-3731-1B0D-64368BF4E0F5}"/>
              </a:ext>
            </a:extLst>
          </p:cNvPr>
          <p:cNvSpPr>
            <a:spLocks noGrp="1"/>
          </p:cNvSpPr>
          <p:nvPr>
            <p:ph type="title"/>
          </p:nvPr>
        </p:nvSpPr>
        <p:spPr/>
        <p:txBody>
          <a:bodyPr/>
          <a:lstStyle/>
          <a:p>
            <a:r>
              <a:rPr lang="en-US"/>
              <a:t>Interactive Effects</a:t>
            </a:r>
          </a:p>
        </p:txBody>
      </p:sp>
      <p:sp>
        <p:nvSpPr>
          <p:cNvPr id="3" name="Content Placeholder 2">
            <a:extLst>
              <a:ext uri="{FF2B5EF4-FFF2-40B4-BE49-F238E27FC236}">
                <a16:creationId xmlns:a16="http://schemas.microsoft.com/office/drawing/2014/main" id="{DEF7AB78-C737-37BB-CEAB-9098F975DF1F}"/>
              </a:ext>
            </a:extLst>
          </p:cNvPr>
          <p:cNvSpPr>
            <a:spLocks noGrp="1"/>
          </p:cNvSpPr>
          <p:nvPr>
            <p:ph idx="1"/>
          </p:nvPr>
        </p:nvSpPr>
        <p:spPr/>
        <p:txBody>
          <a:bodyPr>
            <a:normAutofit/>
          </a:bodyPr>
          <a:lstStyle/>
          <a:p>
            <a:r>
              <a:rPr lang="en-US" sz="2400" dirty="0"/>
              <a:t>When whole facility </a:t>
            </a:r>
            <a:r>
              <a:rPr lang="en-US" sz="2400" b="1" dirty="0"/>
              <a:t>statistical models </a:t>
            </a:r>
            <a:r>
              <a:rPr lang="en-US" sz="2400" dirty="0"/>
              <a:t>are used, it is difficult to quantify the savings generated by an individual ECM. It is also unnecessary to quantify any interactions that occur between ECMs—a common issue in retrofit isolation approaches.  </a:t>
            </a:r>
          </a:p>
          <a:p>
            <a:r>
              <a:rPr lang="en-US" sz="2400" dirty="0"/>
              <a:t>By contrast, </a:t>
            </a:r>
            <a:r>
              <a:rPr lang="en-US" sz="2400" b="1" dirty="0"/>
              <a:t>physical models</a:t>
            </a:r>
            <a:r>
              <a:rPr lang="en-US" sz="2400" dirty="0"/>
              <a:t> can be used to develop estimates of both individual ECM savings and “</a:t>
            </a:r>
            <a:r>
              <a:rPr lang="en-US" sz="2400" dirty="0">
                <a:solidFill>
                  <a:srgbClr val="00B050"/>
                </a:solidFill>
              </a:rPr>
              <a:t>package</a:t>
            </a:r>
            <a:r>
              <a:rPr lang="en-US" sz="2400" dirty="0"/>
              <a:t>” savings: savings estimates that account for interactions between ECMs.</a:t>
            </a:r>
          </a:p>
          <a:p>
            <a:r>
              <a:rPr lang="en-US" sz="2400" dirty="0"/>
              <a:t>Be careful!! </a:t>
            </a:r>
            <a:r>
              <a:rPr lang="en-US" sz="2400" dirty="0">
                <a:solidFill>
                  <a:srgbClr val="00B050"/>
                </a:solidFill>
              </a:rPr>
              <a:t>Order of Operations </a:t>
            </a:r>
            <a:r>
              <a:rPr lang="en-US" sz="2400" dirty="0"/>
              <a:t>Matters!!</a:t>
            </a:r>
          </a:p>
          <a:p>
            <a:r>
              <a:rPr lang="en-US" sz="2400" dirty="0"/>
              <a:t>	= Attributing savings to multiple measures – what order?</a:t>
            </a:r>
          </a:p>
          <a:p>
            <a:endParaRPr lang="en-US" sz="2400" dirty="0"/>
          </a:p>
        </p:txBody>
      </p:sp>
      <p:pic>
        <p:nvPicPr>
          <p:cNvPr id="6" name="Graphic 5">
            <a:extLst>
              <a:ext uri="{FF2B5EF4-FFF2-40B4-BE49-F238E27FC236}">
                <a16:creationId xmlns:a16="http://schemas.microsoft.com/office/drawing/2014/main" id="{7DD3AC71-51F9-35D9-63F8-EBDA84ECC1B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07970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A079D-1ADA-8316-92D3-2A5803F71A5A}"/>
              </a:ext>
            </a:extLst>
          </p:cNvPr>
          <p:cNvSpPr>
            <a:spLocks noGrp="1"/>
          </p:cNvSpPr>
          <p:nvPr>
            <p:ph type="title"/>
          </p:nvPr>
        </p:nvSpPr>
        <p:spPr/>
        <p:txBody>
          <a:bodyPr/>
          <a:lstStyle/>
          <a:p>
            <a:r>
              <a:rPr lang="en-US" dirty="0"/>
              <a:t>Advanced Monitoring Methods for Static Factor Changes</a:t>
            </a:r>
          </a:p>
        </p:txBody>
      </p:sp>
      <p:sp>
        <p:nvSpPr>
          <p:cNvPr id="3" name="Content Placeholder 2">
            <a:extLst>
              <a:ext uri="{FF2B5EF4-FFF2-40B4-BE49-F238E27FC236}">
                <a16:creationId xmlns:a16="http://schemas.microsoft.com/office/drawing/2014/main" id="{E729B684-3B05-DA8B-3A76-CA7630F2BA2D}"/>
              </a:ext>
            </a:extLst>
          </p:cNvPr>
          <p:cNvSpPr>
            <a:spLocks noGrp="1"/>
          </p:cNvSpPr>
          <p:nvPr>
            <p:ph idx="1"/>
          </p:nvPr>
        </p:nvSpPr>
        <p:spPr/>
        <p:txBody>
          <a:bodyPr>
            <a:normAutofit/>
          </a:bodyPr>
          <a:lstStyle/>
          <a:p>
            <a:r>
              <a:rPr lang="en-US" sz="2400" dirty="0"/>
              <a:t>Advanced whole facility M&amp;V methods that leverage data analytics technology are available. In general, these methods use custom “data pipelines” along with automated routines to identify changes in static factors. When a change is identified, first principles engineering techniques can be applied to estimate its impact.</a:t>
            </a:r>
          </a:p>
          <a:p>
            <a:r>
              <a:rPr lang="en-US" sz="2400" dirty="0"/>
              <a:t>An entire industry focuses on fault detection (FDD) and anomaly detection. One example of this technology is </a:t>
            </a:r>
            <a:r>
              <a:rPr lang="en-US" sz="2400" dirty="0" err="1"/>
              <a:t>SkySpark’s</a:t>
            </a:r>
            <a:r>
              <a:rPr lang="en-US" sz="2400" dirty="0"/>
              <a:t> suite of energy analysis tools: </a:t>
            </a:r>
            <a:r>
              <a:rPr lang="en-US" sz="2400" dirty="0">
                <a:hlinkClick r:id="rId3"/>
              </a:rPr>
              <a:t>https://skyfoundry.com/</a:t>
            </a:r>
            <a:r>
              <a:rPr lang="en-US" sz="2400" dirty="0"/>
              <a:t>.</a:t>
            </a:r>
          </a:p>
        </p:txBody>
      </p:sp>
      <p:pic>
        <p:nvPicPr>
          <p:cNvPr id="6" name="Graphic 5">
            <a:extLst>
              <a:ext uri="{FF2B5EF4-FFF2-40B4-BE49-F238E27FC236}">
                <a16:creationId xmlns:a16="http://schemas.microsoft.com/office/drawing/2014/main" id="{FAED6AC3-18CB-C25C-DFAB-FFAF7A3EE8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0503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FAC9F-C8A6-0DBE-5900-1D72F80C906B}"/>
              </a:ext>
            </a:extLst>
          </p:cNvPr>
          <p:cNvSpPr>
            <a:spLocks noGrp="1"/>
          </p:cNvSpPr>
          <p:nvPr>
            <p:ph type="title"/>
          </p:nvPr>
        </p:nvSpPr>
        <p:spPr/>
        <p:txBody>
          <a:bodyPr/>
          <a:lstStyle/>
          <a:p>
            <a:r>
              <a:rPr lang="en-US"/>
              <a:t>Uncertainty for Whole Facility</a:t>
            </a:r>
          </a:p>
        </p:txBody>
      </p:sp>
      <p:sp>
        <p:nvSpPr>
          <p:cNvPr id="5" name="Text Placeholder 4">
            <a:extLst>
              <a:ext uri="{FF2B5EF4-FFF2-40B4-BE49-F238E27FC236}">
                <a16:creationId xmlns:a16="http://schemas.microsoft.com/office/drawing/2014/main" id="{E75B8952-1CB8-D479-353B-280869B72508}"/>
              </a:ext>
            </a:extLst>
          </p:cNvPr>
          <p:cNvSpPr>
            <a:spLocks noGrp="1"/>
          </p:cNvSpPr>
          <p:nvPr>
            <p:ph type="body" idx="1"/>
          </p:nvPr>
        </p:nvSpPr>
        <p:spPr/>
        <p:txBody>
          <a:bodyPr>
            <a:normAutofit/>
          </a:bodyPr>
          <a:lstStyle/>
          <a:p>
            <a:r>
              <a:rPr lang="en-US" sz="2800"/>
              <a:t>Statistical Models</a:t>
            </a:r>
          </a:p>
        </p:txBody>
      </p:sp>
      <p:sp>
        <p:nvSpPr>
          <p:cNvPr id="3" name="Content Placeholder 2">
            <a:extLst>
              <a:ext uri="{FF2B5EF4-FFF2-40B4-BE49-F238E27FC236}">
                <a16:creationId xmlns:a16="http://schemas.microsoft.com/office/drawing/2014/main" id="{AF2E5EAF-8AE0-B76B-24A0-1BF0BD53E9BA}"/>
              </a:ext>
            </a:extLst>
          </p:cNvPr>
          <p:cNvSpPr>
            <a:spLocks noGrp="1"/>
          </p:cNvSpPr>
          <p:nvPr>
            <p:ph sz="half" idx="2"/>
          </p:nvPr>
        </p:nvSpPr>
        <p:spPr/>
        <p:txBody>
          <a:bodyPr>
            <a:normAutofit/>
          </a:bodyPr>
          <a:lstStyle/>
          <a:p>
            <a:pPr marL="457200" indent="-457200">
              <a:buFont typeface="Arial" panose="020B0604020202020204" pitchFamily="34" charset="0"/>
              <a:buChar char="•"/>
            </a:pPr>
            <a:r>
              <a:rPr lang="en-US" sz="2400"/>
              <a:t>CV(RMSE) is the main statistic of interest.</a:t>
            </a:r>
          </a:p>
          <a:p>
            <a:pPr marL="457200" indent="-457200">
              <a:buFont typeface="Arial" panose="020B0604020202020204" pitchFamily="34" charset="0"/>
              <a:buChar char="•"/>
            </a:pPr>
            <a:r>
              <a:rPr lang="en-US" sz="2400"/>
              <a:t>Fractional savings uncertainty (FSU).</a:t>
            </a:r>
          </a:p>
          <a:p>
            <a:pPr marL="457200" indent="-457200">
              <a:buFont typeface="Arial" panose="020B0604020202020204" pitchFamily="34" charset="0"/>
              <a:buChar char="•"/>
            </a:pPr>
            <a:r>
              <a:rPr lang="en-US" sz="2400"/>
              <a:t>“Savings” should be at least two times the RMSE.</a:t>
            </a:r>
          </a:p>
        </p:txBody>
      </p:sp>
      <p:sp>
        <p:nvSpPr>
          <p:cNvPr id="7" name="Text Placeholder 6">
            <a:extLst>
              <a:ext uri="{FF2B5EF4-FFF2-40B4-BE49-F238E27FC236}">
                <a16:creationId xmlns:a16="http://schemas.microsoft.com/office/drawing/2014/main" id="{1F031BF4-95ED-A6B0-CF64-6E64BBB19B8E}"/>
              </a:ext>
            </a:extLst>
          </p:cNvPr>
          <p:cNvSpPr>
            <a:spLocks noGrp="1"/>
          </p:cNvSpPr>
          <p:nvPr>
            <p:ph type="body" sz="quarter" idx="3"/>
          </p:nvPr>
        </p:nvSpPr>
        <p:spPr/>
        <p:txBody>
          <a:bodyPr>
            <a:normAutofit/>
          </a:bodyPr>
          <a:lstStyle/>
          <a:p>
            <a:r>
              <a:rPr lang="en-US" sz="2800" dirty="0"/>
              <a:t>Physical Models</a:t>
            </a:r>
          </a:p>
        </p:txBody>
      </p:sp>
      <p:sp>
        <p:nvSpPr>
          <p:cNvPr id="8" name="Content Placeholder 7">
            <a:extLst>
              <a:ext uri="{FF2B5EF4-FFF2-40B4-BE49-F238E27FC236}">
                <a16:creationId xmlns:a16="http://schemas.microsoft.com/office/drawing/2014/main" id="{0AB24533-6F37-1E63-9404-4E716C797157}"/>
              </a:ext>
            </a:extLst>
          </p:cNvPr>
          <p:cNvSpPr>
            <a:spLocks noGrp="1"/>
          </p:cNvSpPr>
          <p:nvPr>
            <p:ph sz="quarter" idx="4"/>
          </p:nvPr>
        </p:nvSpPr>
        <p:spPr/>
        <p:txBody>
          <a:bodyPr>
            <a:normAutofit/>
          </a:bodyPr>
          <a:lstStyle/>
          <a:p>
            <a:pPr marL="457200" indent="-457200">
              <a:buFont typeface="Arial" panose="020B0604020202020204" pitchFamily="34" charset="0"/>
              <a:buChar char="•"/>
            </a:pPr>
            <a:r>
              <a:rPr lang="en-US" sz="2400"/>
              <a:t>A full discussion of uncertainty is beyond the scope of this class.</a:t>
            </a:r>
          </a:p>
          <a:p>
            <a:pPr marL="457200" indent="-457200">
              <a:buFont typeface="Arial" panose="020B0604020202020204" pitchFamily="34" charset="0"/>
              <a:buChar char="•"/>
            </a:pPr>
            <a:r>
              <a:rPr lang="en-US" sz="2400"/>
              <a:t>More information can be found through ASHRAE.</a:t>
            </a:r>
          </a:p>
        </p:txBody>
      </p:sp>
      <p:pic>
        <p:nvPicPr>
          <p:cNvPr id="6" name="Graphic 5">
            <a:extLst>
              <a:ext uri="{FF2B5EF4-FFF2-40B4-BE49-F238E27FC236}">
                <a16:creationId xmlns:a16="http://schemas.microsoft.com/office/drawing/2014/main" id="{A43F49B8-847F-7583-B650-23FCE0AE1E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47098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2175410-15AA-6841-5C7C-4F7EA0C936DC}"/>
              </a:ext>
            </a:extLst>
          </p:cNvPr>
          <p:cNvSpPr>
            <a:spLocks noGrp="1"/>
          </p:cNvSpPr>
          <p:nvPr>
            <p:ph type="title"/>
          </p:nvPr>
        </p:nvSpPr>
        <p:spPr/>
        <p:txBody>
          <a:bodyPr/>
          <a:lstStyle/>
          <a:p>
            <a:r>
              <a:rPr lang="en-US"/>
              <a:t>Fractional Savings Uncertainty</a:t>
            </a:r>
          </a:p>
        </p:txBody>
      </p:sp>
      <p:sp>
        <p:nvSpPr>
          <p:cNvPr id="8" name="Content Placeholder 7">
            <a:extLst>
              <a:ext uri="{FF2B5EF4-FFF2-40B4-BE49-F238E27FC236}">
                <a16:creationId xmlns:a16="http://schemas.microsoft.com/office/drawing/2014/main" id="{CEAE260D-5DCC-9731-955E-88C071367314}"/>
              </a:ext>
            </a:extLst>
          </p:cNvPr>
          <p:cNvSpPr>
            <a:spLocks noGrp="1"/>
          </p:cNvSpPr>
          <p:nvPr>
            <p:ph sz="half" idx="1"/>
          </p:nvPr>
        </p:nvSpPr>
        <p:spPr>
          <a:xfrm>
            <a:off x="838200" y="2770049"/>
            <a:ext cx="5181600" cy="1471672"/>
          </a:xfrm>
        </p:spPr>
        <p:txBody>
          <a:bodyPr anchor="ctr">
            <a:normAutofit/>
          </a:bodyPr>
          <a:lstStyle/>
          <a:p>
            <a:pPr algn="ctr"/>
            <a:r>
              <a:rPr lang="en-US" sz="2000" b="1"/>
              <a:t>Reddy and Claridge, “Uncertainty of ‘Measured’ Energy Savings from Statistical Baseline Models”</a:t>
            </a:r>
          </a:p>
        </p:txBody>
      </p:sp>
      <p:sp>
        <p:nvSpPr>
          <p:cNvPr id="9" name="Content Placeholder 8">
            <a:extLst>
              <a:ext uri="{FF2B5EF4-FFF2-40B4-BE49-F238E27FC236}">
                <a16:creationId xmlns:a16="http://schemas.microsoft.com/office/drawing/2014/main" id="{7607801E-FF3A-1EFC-8B91-E9C89FADD1CC}"/>
              </a:ext>
            </a:extLst>
          </p:cNvPr>
          <p:cNvSpPr>
            <a:spLocks noGrp="1"/>
          </p:cNvSpPr>
          <p:nvPr>
            <p:ph sz="half" idx="2"/>
          </p:nvPr>
        </p:nvSpPr>
        <p:spPr>
          <a:xfrm>
            <a:off x="6172200" y="2770049"/>
            <a:ext cx="5181600" cy="1471672"/>
          </a:xfrm>
        </p:spPr>
        <p:txBody>
          <a:bodyPr anchor="ctr">
            <a:normAutofit/>
          </a:bodyPr>
          <a:lstStyle/>
          <a:p>
            <a:pPr algn="ctr"/>
            <a:r>
              <a:rPr lang="en-US" sz="2000" b="1"/>
              <a:t>Touzani et al., “Evaluation of Methods to Assess the Uncertainty in Estimated Energy Savings”</a:t>
            </a:r>
          </a:p>
        </p:txBody>
      </p:sp>
      <p:sp>
        <p:nvSpPr>
          <p:cNvPr id="11" name="TextBox 10">
            <a:extLst>
              <a:ext uri="{FF2B5EF4-FFF2-40B4-BE49-F238E27FC236}">
                <a16:creationId xmlns:a16="http://schemas.microsoft.com/office/drawing/2014/main" id="{943CC712-F4E9-052D-3D61-D864555AB285}"/>
              </a:ext>
            </a:extLst>
          </p:cNvPr>
          <p:cNvSpPr txBox="1"/>
          <p:nvPr/>
        </p:nvSpPr>
        <p:spPr>
          <a:xfrm>
            <a:off x="838200" y="1690688"/>
            <a:ext cx="10515600" cy="830997"/>
          </a:xfrm>
          <a:prstGeom prst="rect">
            <a:avLst/>
          </a:prstGeom>
          <a:noFill/>
        </p:spPr>
        <p:txBody>
          <a:bodyPr wrap="square">
            <a:spAutoFit/>
          </a:bodyPr>
          <a:lstStyle/>
          <a:p>
            <a:r>
              <a:rPr lang="en-US" sz="2400">
                <a:latin typeface="Verdana" panose="020B0604030504040204" pitchFamily="34" charset="0"/>
                <a:ea typeface="Verdana" panose="020B0604030504040204" pitchFamily="34" charset="0"/>
                <a:cs typeface="Verdana" panose="020B0604030504040204" pitchFamily="34" charset="0"/>
              </a:rPr>
              <a:t>The ratio of uncertainty in “savings” to the total expected (or realized) energy ”savings.”</a:t>
            </a:r>
          </a:p>
        </p:txBody>
      </p:sp>
      <p:pic>
        <p:nvPicPr>
          <p:cNvPr id="12" name="Picture 11">
            <a:extLst>
              <a:ext uri="{FF2B5EF4-FFF2-40B4-BE49-F238E27FC236}">
                <a16:creationId xmlns:a16="http://schemas.microsoft.com/office/drawing/2014/main" id="{0857A7BC-E573-8DC1-89D4-D2D60D5AEEC5}"/>
              </a:ext>
            </a:extLst>
          </p:cNvPr>
          <p:cNvPicPr>
            <a:picLocks noChangeAspect="1"/>
          </p:cNvPicPr>
          <p:nvPr/>
        </p:nvPicPr>
        <p:blipFill>
          <a:blip r:embed="rId2"/>
          <a:stretch>
            <a:fillRect/>
          </a:stretch>
        </p:blipFill>
        <p:spPr>
          <a:xfrm>
            <a:off x="7848600" y="4253567"/>
            <a:ext cx="1828800" cy="1828800"/>
          </a:xfrm>
          <a:prstGeom prst="rect">
            <a:avLst/>
          </a:prstGeom>
        </p:spPr>
      </p:pic>
      <p:pic>
        <p:nvPicPr>
          <p:cNvPr id="13" name="Picture 12">
            <a:extLst>
              <a:ext uri="{FF2B5EF4-FFF2-40B4-BE49-F238E27FC236}">
                <a16:creationId xmlns:a16="http://schemas.microsoft.com/office/drawing/2014/main" id="{1323F000-CA72-30D4-DC8D-CBC723FB7DAF}"/>
              </a:ext>
            </a:extLst>
          </p:cNvPr>
          <p:cNvPicPr>
            <a:picLocks noChangeAspect="1"/>
          </p:cNvPicPr>
          <p:nvPr/>
        </p:nvPicPr>
        <p:blipFill>
          <a:blip r:embed="rId3"/>
          <a:stretch>
            <a:fillRect/>
          </a:stretch>
        </p:blipFill>
        <p:spPr>
          <a:xfrm>
            <a:off x="2514600" y="4253567"/>
            <a:ext cx="1828800" cy="1828800"/>
          </a:xfrm>
          <a:prstGeom prst="rect">
            <a:avLst/>
          </a:prstGeom>
        </p:spPr>
      </p:pic>
    </p:spTree>
    <p:extLst>
      <p:ext uri="{BB962C8B-B14F-4D97-AF65-F5344CB8AC3E}">
        <p14:creationId xmlns:p14="http://schemas.microsoft.com/office/powerpoint/2010/main" val="1654103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76BCF2-DC35-8CCF-8BFA-18C0A2A5D681}"/>
              </a:ext>
            </a:extLst>
          </p:cNvPr>
          <p:cNvSpPr>
            <a:spLocks noGrp="1"/>
          </p:cNvSpPr>
          <p:nvPr>
            <p:ph type="title"/>
          </p:nvPr>
        </p:nvSpPr>
        <p:spPr/>
        <p:txBody>
          <a:bodyPr/>
          <a:lstStyle/>
          <a:p>
            <a:r>
              <a:rPr lang="en-US"/>
              <a:t>Fractional Savings Uncertainty</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14EF4E8F-6044-E598-674F-5ADC94F8CE22}"/>
                  </a:ext>
                </a:extLst>
              </p:cNvPr>
              <p:cNvSpPr>
                <a:spLocks noGrp="1"/>
              </p:cNvSpPr>
              <p:nvPr>
                <p:ph idx="1"/>
              </p:nvPr>
            </p:nvSpPr>
            <p:spPr/>
            <p:txBody>
              <a:bodyPr anchor="t"/>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𝑈</m:t>
                          </m:r>
                        </m:num>
                        <m:den>
                          <m:r>
                            <a:rPr lang="en-US" b="0" i="1" smtClean="0">
                              <a:latin typeface="Cambria Math" panose="02040503050406030204" pitchFamily="18" charset="0"/>
                            </a:rPr>
                            <m:t>𝑆𝑎𝑣𝑖𝑛𝑔𝑠</m:t>
                          </m:r>
                        </m:den>
                      </m:f>
                    </m:oMath>
                  </m:oMathPara>
                </a14:m>
                <a:endParaRPr lang="en-US">
                  <a:ea typeface="Verdana" panose="020B0604030504040204" pitchFamily="34" charset="0"/>
                </a:endParaRPr>
              </a:p>
              <a:p>
                <a:pPr algn="ctr">
                  <a:spcBef>
                    <a:spcPts val="3600"/>
                  </a:spcBef>
                </a:pPr>
                <a:r>
                  <a:rPr lang="en-US">
                    <a:ea typeface="Verdana" panose="020B0604030504040204" pitchFamily="34" charset="0"/>
                  </a:rPr>
                  <a:t>… where U = total amount of uncertainty.</a:t>
                </a:r>
              </a:p>
            </p:txBody>
          </p:sp>
        </mc:Choice>
        <mc:Fallback xmlns="">
          <p:sp>
            <p:nvSpPr>
              <p:cNvPr id="6" name="Content Placeholder 5">
                <a:extLst>
                  <a:ext uri="{FF2B5EF4-FFF2-40B4-BE49-F238E27FC236}">
                    <a16:creationId xmlns:a16="http://schemas.microsoft.com/office/drawing/2014/main" id="{14EF4E8F-6044-E598-674F-5ADC94F8CE22}"/>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97512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674E1B3-A009-BBB5-18CE-37A5E3A4C5A5}"/>
              </a:ext>
            </a:extLst>
          </p:cNvPr>
          <p:cNvSpPr>
            <a:spLocks noGrp="1"/>
          </p:cNvSpPr>
          <p:nvPr>
            <p:ph type="title"/>
          </p:nvPr>
        </p:nvSpPr>
        <p:spPr/>
        <p:txBody>
          <a:bodyPr/>
          <a:lstStyle/>
          <a:p>
            <a:r>
              <a:rPr lang="en-US"/>
              <a:t>Excel Example</a:t>
            </a:r>
          </a:p>
        </p:txBody>
      </p:sp>
      <p:sp>
        <p:nvSpPr>
          <p:cNvPr id="16" name="Content Placeholder 15">
            <a:extLst>
              <a:ext uri="{FF2B5EF4-FFF2-40B4-BE49-F238E27FC236}">
                <a16:creationId xmlns:a16="http://schemas.microsoft.com/office/drawing/2014/main" id="{1B7B1471-FBB0-361D-BD19-4FF433A4369B}"/>
              </a:ext>
            </a:extLst>
          </p:cNvPr>
          <p:cNvSpPr>
            <a:spLocks noGrp="1"/>
          </p:cNvSpPr>
          <p:nvPr>
            <p:ph idx="1"/>
          </p:nvPr>
        </p:nvSpPr>
        <p:spPr/>
        <p:txBody>
          <a:bodyPr/>
          <a:lstStyle/>
          <a:p>
            <a:r>
              <a:rPr lang="en-US">
                <a:hlinkClick r:id="rId3"/>
              </a:rPr>
              <a:t>CMVP_Option_C_Energy_Balance_Example.xlsm</a:t>
            </a:r>
            <a:endParaRPr lang="en-US"/>
          </a:p>
        </p:txBody>
      </p:sp>
      <p:pic>
        <p:nvPicPr>
          <p:cNvPr id="18" name="Picture 17">
            <a:extLst>
              <a:ext uri="{FF2B5EF4-FFF2-40B4-BE49-F238E27FC236}">
                <a16:creationId xmlns:a16="http://schemas.microsoft.com/office/drawing/2014/main" id="{BB95B218-BCB4-8A7A-8BBD-93E1737FC80E}"/>
              </a:ext>
            </a:extLst>
          </p:cNvPr>
          <p:cNvPicPr>
            <a:picLocks noChangeAspect="1"/>
          </p:cNvPicPr>
          <p:nvPr/>
        </p:nvPicPr>
        <p:blipFill>
          <a:blip r:embed="rId4"/>
          <a:stretch>
            <a:fillRect/>
          </a:stretch>
        </p:blipFill>
        <p:spPr>
          <a:xfrm>
            <a:off x="838200" y="2636185"/>
            <a:ext cx="10515600" cy="2730217"/>
          </a:xfrm>
          <a:prstGeom prst="rect">
            <a:avLst/>
          </a:prstGeom>
        </p:spPr>
      </p:pic>
      <p:pic>
        <p:nvPicPr>
          <p:cNvPr id="10" name="Graphic 9">
            <a:extLst>
              <a:ext uri="{FF2B5EF4-FFF2-40B4-BE49-F238E27FC236}">
                <a16:creationId xmlns:a16="http://schemas.microsoft.com/office/drawing/2014/main" id="{520FD42C-8BB7-24E0-F3A0-3F43887A4B2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621765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AE0FA44E-FEA0-7B5B-911F-F1A2171E70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36695" y="89019"/>
            <a:ext cx="914400" cy="914400"/>
          </a:xfrm>
          <a:prstGeom prst="rect">
            <a:avLst/>
          </a:prstGeom>
        </p:spPr>
      </p:pic>
      <p:sp>
        <p:nvSpPr>
          <p:cNvPr id="2" name="Title 1">
            <a:extLst>
              <a:ext uri="{FF2B5EF4-FFF2-40B4-BE49-F238E27FC236}">
                <a16:creationId xmlns:a16="http://schemas.microsoft.com/office/drawing/2014/main" id="{F6804B5E-1A90-7807-7945-F3CACA53F651}"/>
              </a:ext>
            </a:extLst>
          </p:cNvPr>
          <p:cNvSpPr>
            <a:spLocks noGrp="1"/>
          </p:cNvSpPr>
          <p:nvPr>
            <p:ph type="title"/>
          </p:nvPr>
        </p:nvSpPr>
        <p:spPr/>
        <p:txBody>
          <a:bodyPr>
            <a:normAutofit/>
          </a:bodyPr>
          <a:lstStyle/>
          <a:p>
            <a:r>
              <a:rPr lang="en-US" sz="3800"/>
              <a:t>Utility Program Considerations</a:t>
            </a:r>
          </a:p>
        </p:txBody>
      </p:sp>
      <p:sp>
        <p:nvSpPr>
          <p:cNvPr id="3" name="Content Placeholder 2">
            <a:extLst>
              <a:ext uri="{FF2B5EF4-FFF2-40B4-BE49-F238E27FC236}">
                <a16:creationId xmlns:a16="http://schemas.microsoft.com/office/drawing/2014/main" id="{25B64E73-7965-45FB-84D6-A3277D471C41}"/>
              </a:ext>
            </a:extLst>
          </p:cNvPr>
          <p:cNvSpPr>
            <a:spLocks noGrp="1"/>
          </p:cNvSpPr>
          <p:nvPr>
            <p:ph idx="1"/>
          </p:nvPr>
        </p:nvSpPr>
        <p:spPr/>
        <p:txBody>
          <a:bodyPr>
            <a:normAutofit/>
          </a:bodyPr>
          <a:lstStyle/>
          <a:p>
            <a:r>
              <a:rPr lang="en-US" sz="2400" dirty="0"/>
              <a:t>Depending on the regulations that govern an energy efficiency program, calculating savings using a whole facility approach may or may not be permissible. </a:t>
            </a:r>
          </a:p>
          <a:p>
            <a:pPr marL="1143000" lvl="1" indent="-457200"/>
            <a:r>
              <a:rPr lang="en-US" dirty="0"/>
              <a:t>Review the utility and regulator guidelines and restrictions to determine if a whole facility approach can be used. </a:t>
            </a:r>
          </a:p>
          <a:p>
            <a:pPr marL="1143000" lvl="1" indent="-457200"/>
            <a:r>
              <a:rPr lang="en-US" dirty="0"/>
              <a:t>If the whole facility approach is allowed, requirements for data cleaning, model statistics, eligible projects, adjustments, savings magnitude, and reporting requirements will be outlined in the utility and regulator guidelines.</a:t>
            </a:r>
          </a:p>
        </p:txBody>
      </p:sp>
      <p:pic>
        <p:nvPicPr>
          <p:cNvPr id="8" name="Graphic 7">
            <a:extLst>
              <a:ext uri="{FF2B5EF4-FFF2-40B4-BE49-F238E27FC236}">
                <a16:creationId xmlns:a16="http://schemas.microsoft.com/office/drawing/2014/main" id="{617BC3AE-4E7A-2031-87FE-AC89AB6902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99714" y="89019"/>
            <a:ext cx="914400" cy="914400"/>
          </a:xfrm>
          <a:prstGeom prst="rect">
            <a:avLst/>
          </a:prstGeom>
        </p:spPr>
      </p:pic>
      <p:pic>
        <p:nvPicPr>
          <p:cNvPr id="10" name="Graphic 9">
            <a:extLst>
              <a:ext uri="{FF2B5EF4-FFF2-40B4-BE49-F238E27FC236}">
                <a16:creationId xmlns:a16="http://schemas.microsoft.com/office/drawing/2014/main" id="{557FB275-6150-245D-4400-A57AE41A81C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6129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B727A-46F6-28FB-3C8F-48EA26233F3A}"/>
              </a:ext>
            </a:extLst>
          </p:cNvPr>
          <p:cNvSpPr>
            <a:spLocks noGrp="1"/>
          </p:cNvSpPr>
          <p:nvPr>
            <p:ph type="title"/>
          </p:nvPr>
        </p:nvSpPr>
        <p:spPr/>
        <p:txBody>
          <a:bodyPr/>
          <a:lstStyle/>
          <a:p>
            <a:r>
              <a:rPr lang="en-US" dirty="0"/>
              <a:t>Measurement Boundary</a:t>
            </a:r>
          </a:p>
        </p:txBody>
      </p:sp>
      <p:sp>
        <p:nvSpPr>
          <p:cNvPr id="3" name="Content Placeholder 2">
            <a:extLst>
              <a:ext uri="{FF2B5EF4-FFF2-40B4-BE49-F238E27FC236}">
                <a16:creationId xmlns:a16="http://schemas.microsoft.com/office/drawing/2014/main" id="{EA6CD6AE-CEE4-5B80-B1B9-4574EEB6D8EF}"/>
              </a:ext>
            </a:extLst>
          </p:cNvPr>
          <p:cNvSpPr>
            <a:spLocks noGrp="1"/>
          </p:cNvSpPr>
          <p:nvPr>
            <p:ph idx="1"/>
          </p:nvPr>
        </p:nvSpPr>
        <p:spPr/>
        <p:txBody>
          <a:bodyPr/>
          <a:lstStyle/>
          <a:p>
            <a:r>
              <a:rPr lang="en-US" dirty="0"/>
              <a:t>Meters don’t always just measure one building. </a:t>
            </a:r>
          </a:p>
          <a:p>
            <a:r>
              <a:rPr lang="en-US" dirty="0"/>
              <a:t>Over or under served</a:t>
            </a:r>
          </a:p>
          <a:p>
            <a:endParaRPr lang="en-US" dirty="0"/>
          </a:p>
          <a:p>
            <a:r>
              <a:rPr lang="en-US" dirty="0"/>
              <a:t>You can always put your own metering on </a:t>
            </a:r>
            <a:r>
              <a:rPr lang="en-US"/>
              <a:t>the building!</a:t>
            </a:r>
          </a:p>
        </p:txBody>
      </p:sp>
    </p:spTree>
    <p:extLst>
      <p:ext uri="{BB962C8B-B14F-4D97-AF65-F5344CB8AC3E}">
        <p14:creationId xmlns:p14="http://schemas.microsoft.com/office/powerpoint/2010/main" val="229678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A4DE5-3D22-1F3A-975B-E71151133F3F}"/>
              </a:ext>
            </a:extLst>
          </p:cNvPr>
          <p:cNvSpPr>
            <a:spLocks noGrp="1"/>
          </p:cNvSpPr>
          <p:nvPr>
            <p:ph type="title"/>
          </p:nvPr>
        </p:nvSpPr>
        <p:spPr/>
        <p:txBody>
          <a:bodyPr/>
          <a:lstStyle/>
          <a:p>
            <a:r>
              <a:rPr lang="en-US"/>
              <a:t>Key Takeaways</a:t>
            </a:r>
          </a:p>
        </p:txBody>
      </p:sp>
      <p:sp>
        <p:nvSpPr>
          <p:cNvPr id="3" name="Content Placeholder 2">
            <a:extLst>
              <a:ext uri="{FF2B5EF4-FFF2-40B4-BE49-F238E27FC236}">
                <a16:creationId xmlns:a16="http://schemas.microsoft.com/office/drawing/2014/main" id="{1B5E4337-ECC2-7EF4-9444-FF9FDFB85E37}"/>
              </a:ext>
            </a:extLst>
          </p:cNvPr>
          <p:cNvSpPr>
            <a:spLocks noGrp="1"/>
          </p:cNvSpPr>
          <p:nvPr>
            <p:ph idx="1"/>
          </p:nvPr>
        </p:nvSpPr>
        <p:spPr/>
        <p:txBody>
          <a:bodyPr>
            <a:normAutofit/>
          </a:bodyPr>
          <a:lstStyle/>
          <a:p>
            <a:pPr marL="457200" indent="-457200">
              <a:spcBef>
                <a:spcPts val="1200"/>
              </a:spcBef>
              <a:buFont typeface="Arial" panose="020B0604020202020204" pitchFamily="34" charset="0"/>
              <a:buChar char="•"/>
            </a:pPr>
            <a:r>
              <a:rPr lang="en-US" sz="2400" dirty="0"/>
              <a:t>There are two types of models: statistical and physical.</a:t>
            </a:r>
          </a:p>
          <a:p>
            <a:pPr marL="457200" indent="-457200">
              <a:lnSpc>
                <a:spcPct val="100000"/>
              </a:lnSpc>
              <a:spcBef>
                <a:spcPts val="1200"/>
              </a:spcBef>
              <a:buFont typeface="Arial" panose="020B0604020202020204" pitchFamily="34" charset="0"/>
              <a:buChar char="•"/>
            </a:pPr>
            <a:r>
              <a:rPr lang="en-US" sz="2400" dirty="0"/>
              <a:t>The main advantage of the whole facility approach is that it captures all energy savings, regardless of cause. </a:t>
            </a:r>
          </a:p>
          <a:p>
            <a:pPr marL="457200" indent="-457200">
              <a:lnSpc>
                <a:spcPct val="100000"/>
              </a:lnSpc>
              <a:spcBef>
                <a:spcPts val="1200"/>
              </a:spcBef>
              <a:buFont typeface="Arial" panose="020B0604020202020204" pitchFamily="34" charset="0"/>
              <a:buChar char="•"/>
            </a:pPr>
            <a:r>
              <a:rPr lang="en-US" sz="2400" dirty="0"/>
              <a:t>For statistical models, the main disadvantage is that it can be more difficult to attribute energy savings to specific retrofits.</a:t>
            </a:r>
          </a:p>
          <a:p>
            <a:pPr marL="457200" indent="-457200">
              <a:lnSpc>
                <a:spcPct val="100000"/>
              </a:lnSpc>
              <a:spcBef>
                <a:spcPts val="1200"/>
              </a:spcBef>
              <a:buFont typeface="Arial" panose="020B0604020202020204" pitchFamily="34" charset="0"/>
              <a:buChar char="•"/>
            </a:pPr>
            <a:r>
              <a:rPr lang="en-US" sz="2400" dirty="0"/>
              <a:t>Energy Models (physical) are often superior, but difficult </a:t>
            </a:r>
          </a:p>
          <a:p>
            <a:pPr marL="457200" indent="-457200">
              <a:lnSpc>
                <a:spcPct val="100000"/>
              </a:lnSpc>
              <a:spcBef>
                <a:spcPts val="1200"/>
              </a:spcBef>
              <a:buFont typeface="Arial" panose="020B0604020202020204" pitchFamily="34" charset="0"/>
              <a:buChar char="•"/>
            </a:pPr>
            <a:r>
              <a:rPr lang="en-US" sz="2400" dirty="0"/>
              <a:t>The potential for “noise” (non-routine adjustments) is always an issue.</a:t>
            </a:r>
          </a:p>
          <a:p>
            <a:pPr marL="457200" indent="-457200">
              <a:spcBef>
                <a:spcPts val="1200"/>
              </a:spcBef>
              <a:buFont typeface="Arial" panose="020B0604020202020204" pitchFamily="34" charset="0"/>
              <a:buChar char="•"/>
            </a:pPr>
            <a:r>
              <a:rPr lang="en-US" sz="2400" dirty="0"/>
              <a:t>In all cases, balance costs and benefits!</a:t>
            </a:r>
          </a:p>
        </p:txBody>
      </p:sp>
    </p:spTree>
    <p:extLst>
      <p:ext uri="{BB962C8B-B14F-4D97-AF65-F5344CB8AC3E}">
        <p14:creationId xmlns:p14="http://schemas.microsoft.com/office/powerpoint/2010/main" val="2284226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D1E94-CCC0-5B8D-7C2A-B5ECA149D6F5}"/>
              </a:ext>
            </a:extLst>
          </p:cNvPr>
          <p:cNvSpPr>
            <a:spLocks noGrp="1"/>
          </p:cNvSpPr>
          <p:nvPr>
            <p:ph type="title"/>
          </p:nvPr>
        </p:nvSpPr>
        <p:spPr/>
        <p:txBody>
          <a:bodyPr/>
          <a:lstStyle/>
          <a:p>
            <a:r>
              <a:rPr lang="en-US" b="0" dirty="0"/>
              <a:t>Module 5: Whole Facility Approaches</a:t>
            </a:r>
            <a:endParaRPr lang="en-US" dirty="0"/>
          </a:p>
        </p:txBody>
      </p:sp>
      <p:sp>
        <p:nvSpPr>
          <p:cNvPr id="3" name="Content Placeholder 2">
            <a:extLst>
              <a:ext uri="{FF2B5EF4-FFF2-40B4-BE49-F238E27FC236}">
                <a16:creationId xmlns:a16="http://schemas.microsoft.com/office/drawing/2014/main" id="{FD953F3A-CF92-D2D7-2D8B-E97AA5FF98BC}"/>
              </a:ext>
            </a:extLst>
          </p:cNvPr>
          <p:cNvSpPr>
            <a:spLocks noGrp="1"/>
          </p:cNvSpPr>
          <p:nvPr>
            <p:ph idx="1"/>
          </p:nvPr>
        </p:nvSpPr>
        <p:spPr/>
        <p:txBody>
          <a:bodyPr/>
          <a:lstStyle/>
          <a:p>
            <a:pPr marL="514350" indent="-514350">
              <a:buFont typeface="+mj-lt"/>
              <a:buAutoNum type="arabicPeriod"/>
            </a:pPr>
            <a:r>
              <a:rPr lang="en-US" sz="2400" dirty="0"/>
              <a:t>What are the main advantages and disadvantages of using statistical modeling versus physical modeling for whole facility M&amp;V?</a:t>
            </a:r>
          </a:p>
          <a:p>
            <a:pPr marL="514350" indent="-514350">
              <a:buFont typeface="+mj-lt"/>
              <a:buAutoNum type="arabicPeriod"/>
            </a:pPr>
            <a:r>
              <a:rPr lang="en-US" sz="2400" dirty="0"/>
              <a:t>How does the CV(RMSE) statistic help you assess whether your baseline model is ‘good enough’ for energy savings determination?</a:t>
            </a:r>
          </a:p>
          <a:p>
            <a:pPr marL="514350" indent="-514350">
              <a:buFont typeface="+mj-lt"/>
              <a:buAutoNum type="arabicPeriod"/>
            </a:pPr>
            <a:r>
              <a:rPr lang="en-US" sz="2400" dirty="0"/>
              <a:t>In what situations would significant parameters be substituted with proxy variables, and what are the risks of doing so?</a:t>
            </a:r>
          </a:p>
          <a:p>
            <a:endParaRPr lang="en-US" dirty="0"/>
          </a:p>
        </p:txBody>
      </p:sp>
    </p:spTree>
    <p:extLst>
      <p:ext uri="{BB962C8B-B14F-4D97-AF65-F5344CB8AC3E}">
        <p14:creationId xmlns:p14="http://schemas.microsoft.com/office/powerpoint/2010/main" val="3952260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orkbooks">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Workbooks">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orkbooks" id="{97888F8D-FCE6-4A54-972D-8F39DFCC3DF7}" vid="{B9283D6F-5C70-4FF0-A54C-00C549D04FED}"/>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Workbooks">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Workbooks">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orkbooks" id="{97888F8D-FCE6-4A54-972D-8F39DFCC3DF7}" vid="{B9283D6F-5C70-4FF0-A54C-00C549D04FED}"/>
    </a:ext>
  </a:extLst>
</a:theme>
</file>

<file path=ppt/theme/theme5.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0a3e92f2-5613-46e7-b45d-3aef96e77e3b" xsi:nil="true"/>
    <lcf76f155ced4ddcb4097134ff3c332f xmlns="eede6f60-fd02-4aa8-96b3-c6d8596d5a0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68908EB78113947A2551702793187F6" ma:contentTypeVersion="20" ma:contentTypeDescription="Create a new document." ma:contentTypeScope="" ma:versionID="8fa1d89827d6287d4aa55d021510eae1">
  <xsd:schema xmlns:xsd="http://www.w3.org/2001/XMLSchema" xmlns:xs="http://www.w3.org/2001/XMLSchema" xmlns:p="http://schemas.microsoft.com/office/2006/metadata/properties" xmlns:ns2="eede6f60-fd02-4aa8-96b3-c6d8596d5a0b" xmlns:ns3="0a3e92f2-5613-46e7-b45d-3aef96e77e3b" targetNamespace="http://schemas.microsoft.com/office/2006/metadata/properties" ma:root="true" ma:fieldsID="f205a015fb39f47bd8f6727bb7547130" ns2:_="" ns3:_="">
    <xsd:import namespace="eede6f60-fd02-4aa8-96b3-c6d8596d5a0b"/>
    <xsd:import namespace="0a3e92f2-5613-46e7-b45d-3aef96e77e3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ServiceObjectDetectorVersions" minOccurs="0"/>
                <xsd:element ref="ns2:MediaServiceSearchProperties" minOccurs="0"/>
                <xsd:element ref="ns2:MediaServiceBillingMetadata"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de6f60-fd02-4aa8-96b3-c6d8596d5a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1cda971e-2c5b-4836-b7b3-048297a31dd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a3e92f2-5613-46e7-b45d-3aef96e77e3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1b9f90b-3c36-435b-ab9f-2f962144757d}" ma:internalName="TaxCatchAll" ma:showField="CatchAllData" ma:web="0a3e92f2-5613-46e7-b45d-3aef96e77e3b">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BF64DB-D942-4A20-80F1-FB121BB9C912}">
  <ds:schemaRefs>
    <ds:schemaRef ds:uri="http://schemas.microsoft.com/sharepoint/v3/contenttype/forms"/>
  </ds:schemaRefs>
</ds:datastoreItem>
</file>

<file path=customXml/itemProps2.xml><?xml version="1.0" encoding="utf-8"?>
<ds:datastoreItem xmlns:ds="http://schemas.openxmlformats.org/officeDocument/2006/customXml" ds:itemID="{66F8726B-B980-4ED5-9F11-E65DB1718071}">
  <ds:schemaRefs>
    <ds:schemaRef ds:uri="http://schemas.microsoft.com/office/2006/metadata/properties"/>
    <ds:schemaRef ds:uri="http://purl.org/dc/terms/"/>
    <ds:schemaRef ds:uri="http://purl.org/dc/elements/1.1/"/>
    <ds:schemaRef ds:uri="eede6f60-fd02-4aa8-96b3-c6d8596d5a0b"/>
    <ds:schemaRef ds:uri="http://www.w3.org/XML/1998/namespace"/>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0a3e92f2-5613-46e7-b45d-3aef96e77e3b"/>
  </ds:schemaRefs>
</ds:datastoreItem>
</file>

<file path=customXml/itemProps3.xml><?xml version="1.0" encoding="utf-8"?>
<ds:datastoreItem xmlns:ds="http://schemas.openxmlformats.org/officeDocument/2006/customXml" ds:itemID="{BA509849-2CBF-4EA2-9374-F08426B596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de6f60-fd02-4aa8-96b3-c6d8596d5a0b"/>
    <ds:schemaRef ds:uri="0a3e92f2-5613-46e7-b45d-3aef96e77e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31853</TotalTime>
  <Words>2199</Words>
  <Application>Microsoft Macintosh PowerPoint</Application>
  <PresentationFormat>Widescreen</PresentationFormat>
  <Paragraphs>240</Paragraphs>
  <Slides>30</Slides>
  <Notes>23</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30</vt:i4>
      </vt:variant>
    </vt:vector>
  </HeadingPairs>
  <TitlesOfParts>
    <vt:vector size="43" baseType="lpstr">
      <vt:lpstr>Cambria Math</vt:lpstr>
      <vt:lpstr>Aptos</vt:lpstr>
      <vt:lpstr>Segoe UI Light</vt:lpstr>
      <vt:lpstr>Calibri Light</vt:lpstr>
      <vt:lpstr>Semplicita Pro</vt:lpstr>
      <vt:lpstr>Segoe UI Semibold</vt:lpstr>
      <vt:lpstr>Arial</vt:lpstr>
      <vt:lpstr>Aptos Display</vt:lpstr>
      <vt:lpstr>Verdana</vt:lpstr>
      <vt:lpstr>Office Theme</vt:lpstr>
      <vt:lpstr>Workbooks</vt:lpstr>
      <vt:lpstr>Custom Design</vt:lpstr>
      <vt:lpstr>1_Workbooks</vt:lpstr>
      <vt:lpstr>MODULE 5 Whole Facility Approaches</vt:lpstr>
      <vt:lpstr>Learning Objectives</vt:lpstr>
      <vt:lpstr>What Is a Whole Facility Approach?</vt:lpstr>
      <vt:lpstr>Statistical and Hybrid/Physical Models</vt:lpstr>
      <vt:lpstr>STATISTICAL MODELS = COUNTERFACTUAL MACHINES</vt:lpstr>
      <vt:lpstr>Whole Facility Approaches Statistical (AKA Option C)</vt:lpstr>
      <vt:lpstr>Whole Facility Approaches Statistical (AKA Option C)</vt:lpstr>
      <vt:lpstr>Why Load Shape Matters Now</vt:lpstr>
      <vt:lpstr>Significant Parameters  Statistical Models</vt:lpstr>
      <vt:lpstr>Physical Models</vt:lpstr>
      <vt:lpstr>Physical Models</vt:lpstr>
      <vt:lpstr>Physical Models: Tools</vt:lpstr>
      <vt:lpstr>Building Energy Asset Score</vt:lpstr>
      <vt:lpstr>Significant Parameters  Physical Models</vt:lpstr>
      <vt:lpstr>Sensitivity Analysis For Physical Models</vt:lpstr>
      <vt:lpstr>Additional Tools</vt:lpstr>
      <vt:lpstr>Static Factors</vt:lpstr>
      <vt:lpstr>Documenting Static Factors</vt:lpstr>
      <vt:lpstr>Proxy Variables</vt:lpstr>
      <vt:lpstr>Using (Calibrated) Physical Models</vt:lpstr>
      <vt:lpstr>Interactive Effects</vt:lpstr>
      <vt:lpstr>Advanced Monitoring Methods for Static Factor Changes</vt:lpstr>
      <vt:lpstr>Uncertainty for Whole Facility</vt:lpstr>
      <vt:lpstr>Fractional Savings Uncertainty</vt:lpstr>
      <vt:lpstr>Fractional Savings Uncertainty</vt:lpstr>
      <vt:lpstr>Excel Example</vt:lpstr>
      <vt:lpstr>Utility Program Considerations</vt:lpstr>
      <vt:lpstr>Measurement Boundary</vt:lpstr>
      <vt:lpstr>Key Takeaways</vt:lpstr>
      <vt:lpstr>Module 5: Whole Facility Approaches</vt:lpstr>
    </vt:vector>
  </TitlesOfParts>
  <Manager/>
  <Company>Association of Energy Engineers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AEE Certified Training Template</dc:title>
  <dc:subject>Version 1.0 January 1, 2019</dc:subject>
  <dc:creator>Michael Hewson</dc:creator>
  <cp:keywords/>
  <dc:description/>
  <cp:lastModifiedBy>Steve Kromer</cp:lastModifiedBy>
  <cp:revision>70</cp:revision>
  <cp:lastPrinted>2023-09-28T19:47:32Z</cp:lastPrinted>
  <dcterms:created xsi:type="dcterms:W3CDTF">2018-12-23T18:03:31Z</dcterms:created>
  <dcterms:modified xsi:type="dcterms:W3CDTF">2026-03-25T15:07:26Z</dcterms:modified>
  <cp:category>Certified Training Material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0x010100F68908EB78113947A2551702793187F6</vt:lpwstr>
  </property>
  <property fmtid="{D5CDD505-2E9C-101B-9397-08002B2CF9AE}" pid="3" name="MediaServiceImageTags">
    <vt:lpwstr/>
  </property>
  <property fmtid="{D5CDD505-2E9C-101B-9397-08002B2CF9AE}" pid="4" name="Order">
    <vt:r8>622200</vt:r8>
  </property>
  <property fmtid="{D5CDD505-2E9C-101B-9397-08002B2CF9AE}" pid="5" name="xd_Signature">
    <vt:bool>false</vt:bool>
  </property>
  <property fmtid="{D5CDD505-2E9C-101B-9397-08002B2CF9AE}" pid="6" name="xd_ProgID">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ies>
</file>
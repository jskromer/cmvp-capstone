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2" r:id="rId4"/>
    <p:sldMasterId id="2147483759" r:id="rId5"/>
    <p:sldMasterId id="2147483791" r:id="rId6"/>
    <p:sldMasterId id="2147483772" r:id="rId7"/>
  </p:sldMasterIdLst>
  <p:notesMasterIdLst>
    <p:notesMasterId r:id="rId31"/>
  </p:notesMasterIdLst>
  <p:handoutMasterIdLst>
    <p:handoutMasterId r:id="rId32"/>
  </p:handoutMasterIdLst>
  <p:sldIdLst>
    <p:sldId id="317" r:id="rId8"/>
    <p:sldId id="405" r:id="rId9"/>
    <p:sldId id="414" r:id="rId10"/>
    <p:sldId id="2747" r:id="rId11"/>
    <p:sldId id="328" r:id="rId12"/>
    <p:sldId id="330" r:id="rId13"/>
    <p:sldId id="2748" r:id="rId14"/>
    <p:sldId id="618" r:id="rId15"/>
    <p:sldId id="353" r:id="rId16"/>
    <p:sldId id="2837" r:id="rId17"/>
    <p:sldId id="583" r:id="rId18"/>
    <p:sldId id="329" r:id="rId19"/>
    <p:sldId id="331" r:id="rId20"/>
    <p:sldId id="661" r:id="rId21"/>
    <p:sldId id="660" r:id="rId22"/>
    <p:sldId id="332" r:id="rId23"/>
    <p:sldId id="333" r:id="rId24"/>
    <p:sldId id="584" r:id="rId25"/>
    <p:sldId id="620" r:id="rId26"/>
    <p:sldId id="594" r:id="rId27"/>
    <p:sldId id="531" r:id="rId28"/>
    <p:sldId id="318" r:id="rId29"/>
    <p:sldId id="2760" r:id="rId30"/>
  </p:sldIdLst>
  <p:sldSz cx="12192000" cy="6858000"/>
  <p:notesSz cx="7315200" cy="9601200"/>
  <p:embeddedFontLst>
    <p:embeddedFont>
      <p:font typeface="Segoe UI Light" panose="020B0502040204020203" pitchFamily="34" charset="0"/>
      <p:regular r:id="rId33"/>
      <p:italic r:id="rId34"/>
    </p:embeddedFont>
    <p:embeddedFont>
      <p:font typeface="Segoe UI Semibold" panose="020B0702040204020203"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4" id="{AA3768F1-893E-5349-AE11-F1F4FFCAB670}">
          <p14:sldIdLst>
            <p14:sldId id="317"/>
            <p14:sldId id="405"/>
            <p14:sldId id="414"/>
            <p14:sldId id="2747"/>
            <p14:sldId id="328"/>
            <p14:sldId id="330"/>
            <p14:sldId id="2748"/>
            <p14:sldId id="618"/>
            <p14:sldId id="353"/>
            <p14:sldId id="2837"/>
            <p14:sldId id="583"/>
            <p14:sldId id="329"/>
            <p14:sldId id="331"/>
            <p14:sldId id="661"/>
            <p14:sldId id="660"/>
            <p14:sldId id="332"/>
            <p14:sldId id="333"/>
            <p14:sldId id="584"/>
            <p14:sldId id="620"/>
            <p14:sldId id="594"/>
            <p14:sldId id="531"/>
            <p14:sldId id="318"/>
            <p14:sldId id="2760"/>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0E661A-16D0-5403-552F-030E5600146C}" name="Steve Kromer" initials="SK" userId="S::steve@counterfactual-designs.com::3422a2b1-b5f1-46bb-a09f-17841b28c920" providerId="AD"/>
  <p188:author id="{F929B92B-5FBA-2421-6909-2730212124E6}" name="Chris Balbach" initials="CB" userId="Chris Balbach" providerId="None"/>
  <p188:author id="{42565433-F785-EC19-A8EF-41BF281547A8}" name="Erick Piller" initials="EP" userId="S::erick@counterfactual-designs.com::69ba48c4-f2f4-4312-a5bd-1ff860b9d88b" providerId="AD"/>
  <p188:author id="{817C43A2-646B-8A36-C16B-0D72086A9FB8}" name="Hassan Ali Younes" initials="HAY" userId="S::hassan@grfn.global::6ea118d4-3ea0-471c-921f-4ae10ac6ccc8" providerId="AD"/>
  <p188:author id="{CE599FF2-E437-F2DC-FA8A-1EA3C907C036}" name="Erick Piller" initials="EP" userId="Erick Piller" providerId="None"/>
  <p188:author id="{456971F8-98E7-7C77-B56E-D29A03818428}" name="Sam Day" initials="SD" userId="S::sam.day@clearesult.com::6df82dd2-643e-45b8-8786-7555ffc5823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FB3"/>
    <a:srgbClr val="F05D5E"/>
    <a:srgbClr val="4A66AC"/>
    <a:srgbClr val="DC965A"/>
    <a:srgbClr val="609ED0"/>
    <a:srgbClr val="59A2AE"/>
    <a:srgbClr val="2C2A4A"/>
    <a:srgbClr val="DB2955"/>
    <a:srgbClr val="44455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636"/>
    <p:restoredTop sz="96633"/>
  </p:normalViewPr>
  <p:slideViewPr>
    <p:cSldViewPr snapToGrid="0">
      <p:cViewPr varScale="1">
        <p:scale>
          <a:sx n="122" d="100"/>
          <a:sy n="122" d="100"/>
        </p:scale>
        <p:origin x="232" y="600"/>
      </p:cViewPr>
      <p:guideLst>
        <p:guide pos="3840"/>
        <p:guide orient="horz" pos="2160"/>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0" d="100"/>
          <a:sy n="50" d="100"/>
        </p:scale>
        <p:origin x="2898"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font" Target="fonts/font7.fntdata"/><Relationship Id="rId21" Type="http://schemas.openxmlformats.org/officeDocument/2006/relationships/slide" Target="slides/slide14.xml"/><Relationship Id="rId34" Type="http://schemas.openxmlformats.org/officeDocument/2006/relationships/font" Target="fonts/font2.fntdata"/><Relationship Id="rId42" Type="http://schemas.openxmlformats.org/officeDocument/2006/relationships/font" Target="fonts/font10.fntdata"/><Relationship Id="rId47"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font" Target="fonts/font4.fntdata"/><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notesMaster" Target="notesMasters/notesMaster1.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font" Target="fonts/font3.fntdata"/><Relationship Id="rId43" Type="http://schemas.openxmlformats.org/officeDocument/2006/relationships/presProps" Target="presProp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font" Target="fonts/font9.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6D42F0-1C68-644A-9F9D-AAC8CDEA7C3C}" type="doc">
      <dgm:prSet loTypeId="urn:microsoft.com/office/officeart/2005/8/layout/hProcess11" loCatId="" qsTypeId="urn:microsoft.com/office/officeart/2005/8/quickstyle/simple1" qsCatId="simple" csTypeId="urn:microsoft.com/office/officeart/2005/8/colors/accent1_2" csCatId="accent1" phldr="1"/>
      <dgm:spPr/>
      <dgm:t>
        <a:bodyPr/>
        <a:lstStyle/>
        <a:p>
          <a:endParaRPr lang="en-US"/>
        </a:p>
      </dgm:t>
    </dgm:pt>
    <dgm:pt modelId="{E2745D70-426B-FA4B-B6C7-0E64DA3D399A}">
      <dgm:prSet custT="1"/>
      <dgm:spPr/>
      <dgm:t>
        <a:bodyPr/>
        <a:lstStyle/>
        <a:p>
          <a:r>
            <a:rPr lang="en-US" sz="1500" b="0" i="0">
              <a:latin typeface="Verdana" panose="020B0604030504040204" pitchFamily="34" charset="0"/>
            </a:rPr>
            <a:t>Plan</a:t>
          </a:r>
        </a:p>
      </dgm:t>
    </dgm:pt>
    <dgm:pt modelId="{2437E627-3560-A542-AD3D-E79D88F9BEAA}" type="parTrans" cxnId="{60EA15D4-0687-A741-8727-DA5C094468A1}">
      <dgm:prSet/>
      <dgm:spPr/>
      <dgm:t>
        <a:bodyPr/>
        <a:lstStyle/>
        <a:p>
          <a:endParaRPr lang="en-US">
            <a:latin typeface="Semplicita Pro" panose="02000000000000000000" pitchFamily="2" charset="77"/>
          </a:endParaRPr>
        </a:p>
      </dgm:t>
    </dgm:pt>
    <dgm:pt modelId="{6D58AEAD-2732-BA48-B08C-F1FC26DBE76D}" type="sibTrans" cxnId="{60EA15D4-0687-A741-8727-DA5C094468A1}">
      <dgm:prSet/>
      <dgm:spPr/>
      <dgm:t>
        <a:bodyPr/>
        <a:lstStyle/>
        <a:p>
          <a:endParaRPr lang="en-US">
            <a:latin typeface="Semplicita Pro" panose="02000000000000000000" pitchFamily="2" charset="77"/>
          </a:endParaRPr>
        </a:p>
      </dgm:t>
    </dgm:pt>
    <dgm:pt modelId="{AA662399-51CF-AD42-9556-C1DCDE9C9C62}">
      <dgm:prSet custT="1"/>
      <dgm:spPr/>
      <dgm:t>
        <a:bodyPr/>
        <a:lstStyle/>
        <a:p>
          <a:r>
            <a:rPr lang="en-US" sz="1500" b="0" i="0">
              <a:latin typeface="Verdana" panose="020B0604030504040204" pitchFamily="34" charset="0"/>
            </a:rPr>
            <a:t>Measure and collect data</a:t>
          </a:r>
        </a:p>
      </dgm:t>
    </dgm:pt>
    <dgm:pt modelId="{D5877486-D275-AC47-8C32-7080E0875FFF}" type="parTrans" cxnId="{336C4A7B-8F12-6540-AC71-44072245EFC4}">
      <dgm:prSet/>
      <dgm:spPr/>
      <dgm:t>
        <a:bodyPr/>
        <a:lstStyle/>
        <a:p>
          <a:endParaRPr lang="en-US">
            <a:latin typeface="Semplicita Pro" panose="02000000000000000000" pitchFamily="2" charset="77"/>
          </a:endParaRPr>
        </a:p>
      </dgm:t>
    </dgm:pt>
    <dgm:pt modelId="{C33289C0-1568-714D-B6F8-9D46E115EA00}" type="sibTrans" cxnId="{336C4A7B-8F12-6540-AC71-44072245EFC4}">
      <dgm:prSet/>
      <dgm:spPr/>
      <dgm:t>
        <a:bodyPr/>
        <a:lstStyle/>
        <a:p>
          <a:endParaRPr lang="en-US">
            <a:latin typeface="Semplicita Pro" panose="02000000000000000000" pitchFamily="2" charset="77"/>
          </a:endParaRPr>
        </a:p>
      </dgm:t>
    </dgm:pt>
    <dgm:pt modelId="{2BA9969F-9D4E-CB44-8F47-7D7420B186EB}">
      <dgm:prSet custT="1"/>
      <dgm:spPr/>
      <dgm:t>
        <a:bodyPr/>
        <a:lstStyle/>
        <a:p>
          <a:r>
            <a:rPr lang="en-US" sz="1500" b="0" i="0">
              <a:latin typeface="Verdana" panose="020B0604030504040204" pitchFamily="34" charset="0"/>
            </a:rPr>
            <a:t>Develop baseline model</a:t>
          </a:r>
        </a:p>
      </dgm:t>
    </dgm:pt>
    <dgm:pt modelId="{FA1EE3FB-F579-8849-BEAE-72AD4BC818BE}" type="parTrans" cxnId="{DEAE0FE7-0969-A94C-B711-C997A467E811}">
      <dgm:prSet/>
      <dgm:spPr/>
      <dgm:t>
        <a:bodyPr/>
        <a:lstStyle/>
        <a:p>
          <a:endParaRPr lang="en-US">
            <a:latin typeface="Semplicita Pro" panose="02000000000000000000" pitchFamily="2" charset="77"/>
          </a:endParaRPr>
        </a:p>
      </dgm:t>
    </dgm:pt>
    <dgm:pt modelId="{A67C3E2E-177C-B942-AC87-52A4B64EBFD5}" type="sibTrans" cxnId="{DEAE0FE7-0969-A94C-B711-C997A467E811}">
      <dgm:prSet/>
      <dgm:spPr/>
      <dgm:t>
        <a:bodyPr/>
        <a:lstStyle/>
        <a:p>
          <a:endParaRPr lang="en-US">
            <a:latin typeface="Semplicita Pro" panose="02000000000000000000" pitchFamily="2" charset="77"/>
          </a:endParaRPr>
        </a:p>
      </dgm:t>
    </dgm:pt>
    <dgm:pt modelId="{95BBFADB-2275-AC40-8B91-3CC09C9CC180}">
      <dgm:prSet custT="1"/>
      <dgm:spPr/>
      <dgm:t>
        <a:bodyPr/>
        <a:lstStyle/>
        <a:p>
          <a:r>
            <a:rPr lang="en-US" sz="1500" b="0" i="0">
              <a:latin typeface="Verdana" panose="020B0604030504040204" pitchFamily="34" charset="0"/>
            </a:rPr>
            <a:t>Measure and collect data</a:t>
          </a:r>
        </a:p>
      </dgm:t>
    </dgm:pt>
    <dgm:pt modelId="{966772C4-17F3-0B43-8A0F-4AC4C41F3959}" type="parTrans" cxnId="{22087668-84DD-6A42-8DEC-77DF9118625B}">
      <dgm:prSet/>
      <dgm:spPr/>
      <dgm:t>
        <a:bodyPr/>
        <a:lstStyle/>
        <a:p>
          <a:endParaRPr lang="en-US">
            <a:latin typeface="Semplicita Pro" panose="02000000000000000000" pitchFamily="2" charset="77"/>
          </a:endParaRPr>
        </a:p>
      </dgm:t>
    </dgm:pt>
    <dgm:pt modelId="{60DA2BBE-38E7-484C-8031-E4B70B799C0C}" type="sibTrans" cxnId="{22087668-84DD-6A42-8DEC-77DF9118625B}">
      <dgm:prSet/>
      <dgm:spPr/>
      <dgm:t>
        <a:bodyPr/>
        <a:lstStyle/>
        <a:p>
          <a:endParaRPr lang="en-US">
            <a:latin typeface="Semplicita Pro" panose="02000000000000000000" pitchFamily="2" charset="77"/>
          </a:endParaRPr>
        </a:p>
      </dgm:t>
    </dgm:pt>
    <dgm:pt modelId="{8FD49B5C-06C5-3C4A-AA23-418CB6F7FCF0}">
      <dgm:prSet custT="1"/>
      <dgm:spPr/>
      <dgm:t>
        <a:bodyPr/>
        <a:lstStyle/>
        <a:p>
          <a:r>
            <a:rPr lang="en-US" sz="1500" b="0" i="0">
              <a:latin typeface="Verdana" panose="020B0604030504040204" pitchFamily="34" charset="0"/>
            </a:rPr>
            <a:t>Report</a:t>
          </a:r>
        </a:p>
      </dgm:t>
    </dgm:pt>
    <dgm:pt modelId="{9283967F-8529-454A-8713-D38C61C258A3}" type="parTrans" cxnId="{038FACCB-0856-0F43-B61C-3DB8A6495A46}">
      <dgm:prSet/>
      <dgm:spPr/>
      <dgm:t>
        <a:bodyPr/>
        <a:lstStyle/>
        <a:p>
          <a:endParaRPr lang="en-US">
            <a:latin typeface="Semplicita Pro" panose="02000000000000000000" pitchFamily="2" charset="77"/>
          </a:endParaRPr>
        </a:p>
      </dgm:t>
    </dgm:pt>
    <dgm:pt modelId="{29A7714B-0DB3-314E-837A-30EE013D2BB4}" type="sibTrans" cxnId="{038FACCB-0856-0F43-B61C-3DB8A6495A46}">
      <dgm:prSet/>
      <dgm:spPr/>
      <dgm:t>
        <a:bodyPr/>
        <a:lstStyle/>
        <a:p>
          <a:endParaRPr lang="en-US">
            <a:latin typeface="Semplicita Pro" panose="02000000000000000000" pitchFamily="2" charset="77"/>
          </a:endParaRPr>
        </a:p>
      </dgm:t>
    </dgm:pt>
    <dgm:pt modelId="{359C6299-C5E6-4941-B0D8-3B7FC2F1DC9B}">
      <dgm:prSet custT="1"/>
      <dgm:spPr/>
      <dgm:t>
        <a:bodyPr/>
        <a:lstStyle/>
        <a:p>
          <a:r>
            <a:rPr lang="en-US" sz="1500" b="0" i="0">
              <a:latin typeface="Verdana" panose="020B0604030504040204" pitchFamily="34" charset="0"/>
            </a:rPr>
            <a:t>Adjust baseline model</a:t>
          </a:r>
        </a:p>
      </dgm:t>
    </dgm:pt>
    <dgm:pt modelId="{B35B887A-13AB-1343-B10A-7C9BC299DFCF}" type="parTrans" cxnId="{23916ABB-51EE-5940-AFC2-0D17BBB65672}">
      <dgm:prSet/>
      <dgm:spPr/>
      <dgm:t>
        <a:bodyPr/>
        <a:lstStyle/>
        <a:p>
          <a:endParaRPr lang="en-US"/>
        </a:p>
      </dgm:t>
    </dgm:pt>
    <dgm:pt modelId="{D2D586C4-B904-7B46-9FAF-D683C47F8D6C}" type="sibTrans" cxnId="{23916ABB-51EE-5940-AFC2-0D17BBB65672}">
      <dgm:prSet/>
      <dgm:spPr/>
      <dgm:t>
        <a:bodyPr/>
        <a:lstStyle/>
        <a:p>
          <a:endParaRPr lang="en-US"/>
        </a:p>
      </dgm:t>
    </dgm:pt>
    <dgm:pt modelId="{88BC120A-2807-A24D-B345-B2BD3B376A37}">
      <dgm:prSet custT="1"/>
      <dgm:spPr/>
      <dgm:t>
        <a:bodyPr/>
        <a:lstStyle/>
        <a:p>
          <a:r>
            <a:rPr lang="en-US" sz="1500" b="0" i="0">
              <a:latin typeface="Verdana" panose="020B0604030504040204" pitchFamily="34" charset="0"/>
            </a:rPr>
            <a:t>Installation of ECM</a:t>
          </a:r>
        </a:p>
      </dgm:t>
    </dgm:pt>
    <dgm:pt modelId="{534FB500-710C-6543-87C4-E03751AE162F}" type="sibTrans" cxnId="{39D8D5A4-2621-9B47-8071-CD97C9F50259}">
      <dgm:prSet/>
      <dgm:spPr/>
      <dgm:t>
        <a:bodyPr/>
        <a:lstStyle/>
        <a:p>
          <a:endParaRPr lang="en-US">
            <a:latin typeface="Semplicita Pro" panose="02000000000000000000" pitchFamily="2" charset="77"/>
          </a:endParaRPr>
        </a:p>
      </dgm:t>
    </dgm:pt>
    <dgm:pt modelId="{FA1151D5-41FA-2845-8DD1-20793DB0BBE8}" type="parTrans" cxnId="{39D8D5A4-2621-9B47-8071-CD97C9F50259}">
      <dgm:prSet/>
      <dgm:spPr/>
      <dgm:t>
        <a:bodyPr/>
        <a:lstStyle/>
        <a:p>
          <a:endParaRPr lang="en-US">
            <a:latin typeface="Semplicita Pro" panose="02000000000000000000" pitchFamily="2" charset="77"/>
          </a:endParaRPr>
        </a:p>
      </dgm:t>
    </dgm:pt>
    <dgm:pt modelId="{D06FD5FD-A93E-5C44-B1F9-443860DC44FB}" type="pres">
      <dgm:prSet presAssocID="{EE6D42F0-1C68-644A-9F9D-AAC8CDEA7C3C}" presName="Name0" presStyleCnt="0">
        <dgm:presLayoutVars>
          <dgm:dir/>
          <dgm:resizeHandles val="exact"/>
        </dgm:presLayoutVars>
      </dgm:prSet>
      <dgm:spPr/>
    </dgm:pt>
    <dgm:pt modelId="{69F2A90E-6373-DF42-A6CD-049758145B1B}" type="pres">
      <dgm:prSet presAssocID="{EE6D42F0-1C68-644A-9F9D-AAC8CDEA7C3C}" presName="arrow" presStyleLbl="bgShp" presStyleIdx="0" presStyleCnt="1"/>
      <dgm:spPr/>
    </dgm:pt>
    <dgm:pt modelId="{C35CAFBC-1FD5-AA40-8C23-02E504690762}" type="pres">
      <dgm:prSet presAssocID="{EE6D42F0-1C68-644A-9F9D-AAC8CDEA7C3C}" presName="points" presStyleCnt="0"/>
      <dgm:spPr/>
    </dgm:pt>
    <dgm:pt modelId="{CC4585A4-96D8-5B48-9D1F-B6EC1D008D37}" type="pres">
      <dgm:prSet presAssocID="{E2745D70-426B-FA4B-B6C7-0E64DA3D399A}" presName="compositeA" presStyleCnt="0"/>
      <dgm:spPr/>
    </dgm:pt>
    <dgm:pt modelId="{60D5F69F-8CA6-474F-892E-BB3B3A1F6DAE}" type="pres">
      <dgm:prSet presAssocID="{E2745D70-426B-FA4B-B6C7-0E64DA3D399A}" presName="textA" presStyleLbl="revTx" presStyleIdx="0" presStyleCnt="7">
        <dgm:presLayoutVars>
          <dgm:bulletEnabled val="1"/>
        </dgm:presLayoutVars>
      </dgm:prSet>
      <dgm:spPr/>
    </dgm:pt>
    <dgm:pt modelId="{614091D0-FF01-2A41-8FEC-3CA9BD3D8F71}" type="pres">
      <dgm:prSet presAssocID="{E2745D70-426B-FA4B-B6C7-0E64DA3D399A}" presName="circleA" presStyleLbl="node1" presStyleIdx="0" presStyleCnt="7"/>
      <dgm:spPr/>
    </dgm:pt>
    <dgm:pt modelId="{054F1A60-E084-504C-9B81-7864E6595D0F}" type="pres">
      <dgm:prSet presAssocID="{E2745D70-426B-FA4B-B6C7-0E64DA3D399A}" presName="spaceA" presStyleCnt="0"/>
      <dgm:spPr/>
    </dgm:pt>
    <dgm:pt modelId="{37D0B44D-BBAD-A64E-9197-01A30D831DF2}" type="pres">
      <dgm:prSet presAssocID="{6D58AEAD-2732-BA48-B08C-F1FC26DBE76D}" presName="space" presStyleCnt="0"/>
      <dgm:spPr/>
    </dgm:pt>
    <dgm:pt modelId="{BDE98568-3D84-934F-BAB9-7A0978B5ADB4}" type="pres">
      <dgm:prSet presAssocID="{AA662399-51CF-AD42-9556-C1DCDE9C9C62}" presName="compositeB" presStyleCnt="0"/>
      <dgm:spPr/>
    </dgm:pt>
    <dgm:pt modelId="{7D3991B5-B402-E045-A922-12ECE6931B21}" type="pres">
      <dgm:prSet presAssocID="{AA662399-51CF-AD42-9556-C1DCDE9C9C62}" presName="textB" presStyleLbl="revTx" presStyleIdx="1" presStyleCnt="7">
        <dgm:presLayoutVars>
          <dgm:bulletEnabled val="1"/>
        </dgm:presLayoutVars>
      </dgm:prSet>
      <dgm:spPr/>
    </dgm:pt>
    <dgm:pt modelId="{8697F6B8-AD2D-8C48-9ABD-336C1BBEBBD7}" type="pres">
      <dgm:prSet presAssocID="{AA662399-51CF-AD42-9556-C1DCDE9C9C62}" presName="circleB" presStyleLbl="node1" presStyleIdx="1" presStyleCnt="7"/>
      <dgm:spPr>
        <a:solidFill>
          <a:schemeClr val="accent1"/>
        </a:solidFill>
      </dgm:spPr>
    </dgm:pt>
    <dgm:pt modelId="{8C44613E-D9E7-AF48-9E5B-6BE5B7C6EA40}" type="pres">
      <dgm:prSet presAssocID="{AA662399-51CF-AD42-9556-C1DCDE9C9C62}" presName="spaceB" presStyleCnt="0"/>
      <dgm:spPr/>
    </dgm:pt>
    <dgm:pt modelId="{3DF2F14A-4221-C245-B9DD-DD1EFF146F1C}" type="pres">
      <dgm:prSet presAssocID="{C33289C0-1568-714D-B6F8-9D46E115EA00}" presName="space" presStyleCnt="0"/>
      <dgm:spPr/>
    </dgm:pt>
    <dgm:pt modelId="{0F90A73D-1656-8F47-A04D-69D3A3018053}" type="pres">
      <dgm:prSet presAssocID="{2BA9969F-9D4E-CB44-8F47-7D7420B186EB}" presName="compositeA" presStyleCnt="0"/>
      <dgm:spPr/>
    </dgm:pt>
    <dgm:pt modelId="{3BF9B44D-426A-BD44-B22C-D096155871BB}" type="pres">
      <dgm:prSet presAssocID="{2BA9969F-9D4E-CB44-8F47-7D7420B186EB}" presName="textA" presStyleLbl="revTx" presStyleIdx="2" presStyleCnt="7">
        <dgm:presLayoutVars>
          <dgm:bulletEnabled val="1"/>
        </dgm:presLayoutVars>
      </dgm:prSet>
      <dgm:spPr/>
    </dgm:pt>
    <dgm:pt modelId="{E8E86469-CAA0-6C48-AF04-F8E9680AC545}" type="pres">
      <dgm:prSet presAssocID="{2BA9969F-9D4E-CB44-8F47-7D7420B186EB}" presName="circleA" presStyleLbl="node1" presStyleIdx="2" presStyleCnt="7"/>
      <dgm:spPr>
        <a:solidFill>
          <a:srgbClr val="F05D5E"/>
        </a:solidFill>
      </dgm:spPr>
    </dgm:pt>
    <dgm:pt modelId="{E497D9B2-FF1D-6345-8B7A-C4BC074BEC52}" type="pres">
      <dgm:prSet presAssocID="{2BA9969F-9D4E-CB44-8F47-7D7420B186EB}" presName="spaceA" presStyleCnt="0"/>
      <dgm:spPr/>
    </dgm:pt>
    <dgm:pt modelId="{7AF4B02F-847D-2A46-9384-B82F86E98A59}" type="pres">
      <dgm:prSet presAssocID="{A67C3E2E-177C-B942-AC87-52A4B64EBFD5}" presName="space" presStyleCnt="0"/>
      <dgm:spPr/>
    </dgm:pt>
    <dgm:pt modelId="{3676BC99-4927-684C-853F-36C3CD8490AD}" type="pres">
      <dgm:prSet presAssocID="{88BC120A-2807-A24D-B345-B2BD3B376A37}" presName="compositeB" presStyleCnt="0"/>
      <dgm:spPr/>
    </dgm:pt>
    <dgm:pt modelId="{30E55ED1-452E-8E4E-8E1B-0704E1F6B3C5}" type="pres">
      <dgm:prSet presAssocID="{88BC120A-2807-A24D-B345-B2BD3B376A37}" presName="textB" presStyleLbl="revTx" presStyleIdx="3" presStyleCnt="7">
        <dgm:presLayoutVars>
          <dgm:bulletEnabled val="1"/>
        </dgm:presLayoutVars>
      </dgm:prSet>
      <dgm:spPr/>
    </dgm:pt>
    <dgm:pt modelId="{9AF72B61-47BD-0C41-93DF-1D3EFB97D40E}" type="pres">
      <dgm:prSet presAssocID="{88BC120A-2807-A24D-B345-B2BD3B376A37}" presName="circleB" presStyleLbl="node1" presStyleIdx="3" presStyleCnt="7"/>
      <dgm:spPr>
        <a:solidFill>
          <a:schemeClr val="bg1"/>
        </a:solidFill>
      </dgm:spPr>
    </dgm:pt>
    <dgm:pt modelId="{532E94B6-A895-E242-BFDA-13826CBFF567}" type="pres">
      <dgm:prSet presAssocID="{88BC120A-2807-A24D-B345-B2BD3B376A37}" presName="spaceB" presStyleCnt="0"/>
      <dgm:spPr/>
    </dgm:pt>
    <dgm:pt modelId="{BAEC0EC1-12A7-8441-AA08-B9DBAAECEA13}" type="pres">
      <dgm:prSet presAssocID="{534FB500-710C-6543-87C4-E03751AE162F}" presName="space" presStyleCnt="0"/>
      <dgm:spPr/>
    </dgm:pt>
    <dgm:pt modelId="{2F2E9EDC-0DE6-274A-9D27-20A47DED08B8}" type="pres">
      <dgm:prSet presAssocID="{95BBFADB-2275-AC40-8B91-3CC09C9CC180}" presName="compositeA" presStyleCnt="0"/>
      <dgm:spPr/>
    </dgm:pt>
    <dgm:pt modelId="{5A6A5F06-52E7-BB4C-B757-930F8572F5BA}" type="pres">
      <dgm:prSet presAssocID="{95BBFADB-2275-AC40-8B91-3CC09C9CC180}" presName="textA" presStyleLbl="revTx" presStyleIdx="4" presStyleCnt="7">
        <dgm:presLayoutVars>
          <dgm:bulletEnabled val="1"/>
        </dgm:presLayoutVars>
      </dgm:prSet>
      <dgm:spPr/>
    </dgm:pt>
    <dgm:pt modelId="{D42E69B9-3A96-B64F-A243-EF914D98A5D9}" type="pres">
      <dgm:prSet presAssocID="{95BBFADB-2275-AC40-8B91-3CC09C9CC180}" presName="circleA" presStyleLbl="node1" presStyleIdx="4" presStyleCnt="7"/>
      <dgm:spPr>
        <a:solidFill>
          <a:schemeClr val="accent1"/>
        </a:solidFill>
      </dgm:spPr>
    </dgm:pt>
    <dgm:pt modelId="{9B004BB5-BDA2-124F-86EF-42BB60176E78}" type="pres">
      <dgm:prSet presAssocID="{95BBFADB-2275-AC40-8B91-3CC09C9CC180}" presName="spaceA" presStyleCnt="0"/>
      <dgm:spPr/>
    </dgm:pt>
    <dgm:pt modelId="{3E10F75E-0B66-7E4B-B938-A2DD47D24581}" type="pres">
      <dgm:prSet presAssocID="{60DA2BBE-38E7-484C-8031-E4B70B799C0C}" presName="space" presStyleCnt="0"/>
      <dgm:spPr/>
    </dgm:pt>
    <dgm:pt modelId="{F81988D2-CF31-0748-B9DF-EFC3CD922F00}" type="pres">
      <dgm:prSet presAssocID="{359C6299-C5E6-4941-B0D8-3B7FC2F1DC9B}" presName="compositeB" presStyleCnt="0"/>
      <dgm:spPr/>
    </dgm:pt>
    <dgm:pt modelId="{B183C049-EFBE-7242-973D-6D857830733B}" type="pres">
      <dgm:prSet presAssocID="{359C6299-C5E6-4941-B0D8-3B7FC2F1DC9B}" presName="textB" presStyleLbl="revTx" presStyleIdx="5" presStyleCnt="7">
        <dgm:presLayoutVars>
          <dgm:bulletEnabled val="1"/>
        </dgm:presLayoutVars>
      </dgm:prSet>
      <dgm:spPr/>
    </dgm:pt>
    <dgm:pt modelId="{647E0C18-FD54-0649-A6F9-1C49098F32E2}" type="pres">
      <dgm:prSet presAssocID="{359C6299-C5E6-4941-B0D8-3B7FC2F1DC9B}" presName="circleB" presStyleLbl="node1" presStyleIdx="5" presStyleCnt="7"/>
      <dgm:spPr>
        <a:solidFill>
          <a:srgbClr val="F05D5E"/>
        </a:solidFill>
      </dgm:spPr>
    </dgm:pt>
    <dgm:pt modelId="{651A20BE-D03E-D448-98EB-668B9A6CA7F0}" type="pres">
      <dgm:prSet presAssocID="{359C6299-C5E6-4941-B0D8-3B7FC2F1DC9B}" presName="spaceB" presStyleCnt="0"/>
      <dgm:spPr/>
    </dgm:pt>
    <dgm:pt modelId="{CD7A8938-8B26-E945-AD75-32638EE4E906}" type="pres">
      <dgm:prSet presAssocID="{D2D586C4-B904-7B46-9FAF-D683C47F8D6C}" presName="space" presStyleCnt="0"/>
      <dgm:spPr/>
    </dgm:pt>
    <dgm:pt modelId="{B9A58F17-0FB5-7B40-A2D9-3937BA4A4AFC}" type="pres">
      <dgm:prSet presAssocID="{8FD49B5C-06C5-3C4A-AA23-418CB6F7FCF0}" presName="compositeA" presStyleCnt="0"/>
      <dgm:spPr/>
    </dgm:pt>
    <dgm:pt modelId="{25E66557-3491-1C49-999C-B9E27F1145DD}" type="pres">
      <dgm:prSet presAssocID="{8FD49B5C-06C5-3C4A-AA23-418CB6F7FCF0}" presName="textA" presStyleLbl="revTx" presStyleIdx="6" presStyleCnt="7">
        <dgm:presLayoutVars>
          <dgm:bulletEnabled val="1"/>
        </dgm:presLayoutVars>
      </dgm:prSet>
      <dgm:spPr/>
    </dgm:pt>
    <dgm:pt modelId="{9E03863F-C95F-7E48-9F4E-6C417F127C30}" type="pres">
      <dgm:prSet presAssocID="{8FD49B5C-06C5-3C4A-AA23-418CB6F7FCF0}" presName="circleA" presStyleLbl="node1" presStyleIdx="6" presStyleCnt="7"/>
      <dgm:spPr/>
    </dgm:pt>
    <dgm:pt modelId="{3D2684BA-DBD8-AA40-9475-4287E894D942}" type="pres">
      <dgm:prSet presAssocID="{8FD49B5C-06C5-3C4A-AA23-418CB6F7FCF0}" presName="spaceA" presStyleCnt="0"/>
      <dgm:spPr/>
    </dgm:pt>
  </dgm:ptLst>
  <dgm:cxnLst>
    <dgm:cxn modelId="{358C8F26-E9BB-9A43-8565-796F1C8319E6}" type="presOf" srcId="{359C6299-C5E6-4941-B0D8-3B7FC2F1DC9B}" destId="{B183C049-EFBE-7242-973D-6D857830733B}" srcOrd="0" destOrd="0" presId="urn:microsoft.com/office/officeart/2005/8/layout/hProcess11"/>
    <dgm:cxn modelId="{A9E2352C-CFC2-BC43-9E0A-C8439B1F7419}" type="presOf" srcId="{EE6D42F0-1C68-644A-9F9D-AAC8CDEA7C3C}" destId="{D06FD5FD-A93E-5C44-B1F9-443860DC44FB}" srcOrd="0" destOrd="0" presId="urn:microsoft.com/office/officeart/2005/8/layout/hProcess11"/>
    <dgm:cxn modelId="{904D2738-0D03-0141-8908-9AD961AA2275}" type="presOf" srcId="{8FD49B5C-06C5-3C4A-AA23-418CB6F7FCF0}" destId="{25E66557-3491-1C49-999C-B9E27F1145DD}" srcOrd="0" destOrd="0" presId="urn:microsoft.com/office/officeart/2005/8/layout/hProcess11"/>
    <dgm:cxn modelId="{607D7244-37A1-2B40-BF43-A0417A71AC31}" type="presOf" srcId="{2BA9969F-9D4E-CB44-8F47-7D7420B186EB}" destId="{3BF9B44D-426A-BD44-B22C-D096155871BB}" srcOrd="0" destOrd="0" presId="urn:microsoft.com/office/officeart/2005/8/layout/hProcess11"/>
    <dgm:cxn modelId="{22087668-84DD-6A42-8DEC-77DF9118625B}" srcId="{EE6D42F0-1C68-644A-9F9D-AAC8CDEA7C3C}" destId="{95BBFADB-2275-AC40-8B91-3CC09C9CC180}" srcOrd="4" destOrd="0" parTransId="{966772C4-17F3-0B43-8A0F-4AC4C41F3959}" sibTransId="{60DA2BBE-38E7-484C-8031-E4B70B799C0C}"/>
    <dgm:cxn modelId="{336C4A7B-8F12-6540-AC71-44072245EFC4}" srcId="{EE6D42F0-1C68-644A-9F9D-AAC8CDEA7C3C}" destId="{AA662399-51CF-AD42-9556-C1DCDE9C9C62}" srcOrd="1" destOrd="0" parTransId="{D5877486-D275-AC47-8C32-7080E0875FFF}" sibTransId="{C33289C0-1568-714D-B6F8-9D46E115EA00}"/>
    <dgm:cxn modelId="{DA081B7E-7B19-424F-81F6-AA7D51F15098}" type="presOf" srcId="{95BBFADB-2275-AC40-8B91-3CC09C9CC180}" destId="{5A6A5F06-52E7-BB4C-B757-930F8572F5BA}" srcOrd="0" destOrd="0" presId="urn:microsoft.com/office/officeart/2005/8/layout/hProcess11"/>
    <dgm:cxn modelId="{D536A684-E000-8D4F-BA27-7978EF771510}" type="presOf" srcId="{E2745D70-426B-FA4B-B6C7-0E64DA3D399A}" destId="{60D5F69F-8CA6-474F-892E-BB3B3A1F6DAE}" srcOrd="0" destOrd="0" presId="urn:microsoft.com/office/officeart/2005/8/layout/hProcess11"/>
    <dgm:cxn modelId="{C947B29B-97FE-0844-8705-FD5CABEA87AD}" type="presOf" srcId="{AA662399-51CF-AD42-9556-C1DCDE9C9C62}" destId="{7D3991B5-B402-E045-A922-12ECE6931B21}" srcOrd="0" destOrd="0" presId="urn:microsoft.com/office/officeart/2005/8/layout/hProcess11"/>
    <dgm:cxn modelId="{39D8D5A4-2621-9B47-8071-CD97C9F50259}" srcId="{EE6D42F0-1C68-644A-9F9D-AAC8CDEA7C3C}" destId="{88BC120A-2807-A24D-B345-B2BD3B376A37}" srcOrd="3" destOrd="0" parTransId="{FA1151D5-41FA-2845-8DD1-20793DB0BBE8}" sibTransId="{534FB500-710C-6543-87C4-E03751AE162F}"/>
    <dgm:cxn modelId="{23916ABB-51EE-5940-AFC2-0D17BBB65672}" srcId="{EE6D42F0-1C68-644A-9F9D-AAC8CDEA7C3C}" destId="{359C6299-C5E6-4941-B0D8-3B7FC2F1DC9B}" srcOrd="5" destOrd="0" parTransId="{B35B887A-13AB-1343-B10A-7C9BC299DFCF}" sibTransId="{D2D586C4-B904-7B46-9FAF-D683C47F8D6C}"/>
    <dgm:cxn modelId="{038FACCB-0856-0F43-B61C-3DB8A6495A46}" srcId="{EE6D42F0-1C68-644A-9F9D-AAC8CDEA7C3C}" destId="{8FD49B5C-06C5-3C4A-AA23-418CB6F7FCF0}" srcOrd="6" destOrd="0" parTransId="{9283967F-8529-454A-8713-D38C61C258A3}" sibTransId="{29A7714B-0DB3-314E-837A-30EE013D2BB4}"/>
    <dgm:cxn modelId="{60EA15D4-0687-A741-8727-DA5C094468A1}" srcId="{EE6D42F0-1C68-644A-9F9D-AAC8CDEA7C3C}" destId="{E2745D70-426B-FA4B-B6C7-0E64DA3D399A}" srcOrd="0" destOrd="0" parTransId="{2437E627-3560-A542-AD3D-E79D88F9BEAA}" sibTransId="{6D58AEAD-2732-BA48-B08C-F1FC26DBE76D}"/>
    <dgm:cxn modelId="{ED8F30E6-F388-0A49-808F-D9FA47B12324}" type="presOf" srcId="{88BC120A-2807-A24D-B345-B2BD3B376A37}" destId="{30E55ED1-452E-8E4E-8E1B-0704E1F6B3C5}" srcOrd="0" destOrd="0" presId="urn:microsoft.com/office/officeart/2005/8/layout/hProcess11"/>
    <dgm:cxn modelId="{DEAE0FE7-0969-A94C-B711-C997A467E811}" srcId="{EE6D42F0-1C68-644A-9F9D-AAC8CDEA7C3C}" destId="{2BA9969F-9D4E-CB44-8F47-7D7420B186EB}" srcOrd="2" destOrd="0" parTransId="{FA1EE3FB-F579-8849-BEAE-72AD4BC818BE}" sibTransId="{A67C3E2E-177C-B942-AC87-52A4B64EBFD5}"/>
    <dgm:cxn modelId="{894AED3C-5AF4-504E-9974-755261D871BF}" type="presParOf" srcId="{D06FD5FD-A93E-5C44-B1F9-443860DC44FB}" destId="{69F2A90E-6373-DF42-A6CD-049758145B1B}" srcOrd="0" destOrd="0" presId="urn:microsoft.com/office/officeart/2005/8/layout/hProcess11"/>
    <dgm:cxn modelId="{18C13995-09DC-FE47-A094-E23DB145F231}" type="presParOf" srcId="{D06FD5FD-A93E-5C44-B1F9-443860DC44FB}" destId="{C35CAFBC-1FD5-AA40-8C23-02E504690762}" srcOrd="1" destOrd="0" presId="urn:microsoft.com/office/officeart/2005/8/layout/hProcess11"/>
    <dgm:cxn modelId="{2FA5E395-3172-474E-A2CB-FC77D82D81FB}" type="presParOf" srcId="{C35CAFBC-1FD5-AA40-8C23-02E504690762}" destId="{CC4585A4-96D8-5B48-9D1F-B6EC1D008D37}" srcOrd="0" destOrd="0" presId="urn:microsoft.com/office/officeart/2005/8/layout/hProcess11"/>
    <dgm:cxn modelId="{93E58E97-539E-3542-A1A1-1EBCE38AFAA9}" type="presParOf" srcId="{CC4585A4-96D8-5B48-9D1F-B6EC1D008D37}" destId="{60D5F69F-8CA6-474F-892E-BB3B3A1F6DAE}" srcOrd="0" destOrd="0" presId="urn:microsoft.com/office/officeart/2005/8/layout/hProcess11"/>
    <dgm:cxn modelId="{AEF9BF5B-D1AF-C047-AD53-DB929A0A5613}" type="presParOf" srcId="{CC4585A4-96D8-5B48-9D1F-B6EC1D008D37}" destId="{614091D0-FF01-2A41-8FEC-3CA9BD3D8F71}" srcOrd="1" destOrd="0" presId="urn:microsoft.com/office/officeart/2005/8/layout/hProcess11"/>
    <dgm:cxn modelId="{1A07BB43-6653-7641-87B9-8D950F161EAB}" type="presParOf" srcId="{CC4585A4-96D8-5B48-9D1F-B6EC1D008D37}" destId="{054F1A60-E084-504C-9B81-7864E6595D0F}" srcOrd="2" destOrd="0" presId="urn:microsoft.com/office/officeart/2005/8/layout/hProcess11"/>
    <dgm:cxn modelId="{D89FAE18-9CB2-5F4A-9063-CF6398AFA76F}" type="presParOf" srcId="{C35CAFBC-1FD5-AA40-8C23-02E504690762}" destId="{37D0B44D-BBAD-A64E-9197-01A30D831DF2}" srcOrd="1" destOrd="0" presId="urn:microsoft.com/office/officeart/2005/8/layout/hProcess11"/>
    <dgm:cxn modelId="{81DAFA7B-331A-0441-B6BC-7AADD0A96C7E}" type="presParOf" srcId="{C35CAFBC-1FD5-AA40-8C23-02E504690762}" destId="{BDE98568-3D84-934F-BAB9-7A0978B5ADB4}" srcOrd="2" destOrd="0" presId="urn:microsoft.com/office/officeart/2005/8/layout/hProcess11"/>
    <dgm:cxn modelId="{D3F6369C-5F6A-AE45-9724-C9094AF20D84}" type="presParOf" srcId="{BDE98568-3D84-934F-BAB9-7A0978B5ADB4}" destId="{7D3991B5-B402-E045-A922-12ECE6931B21}" srcOrd="0" destOrd="0" presId="urn:microsoft.com/office/officeart/2005/8/layout/hProcess11"/>
    <dgm:cxn modelId="{91D26C41-B630-B941-9D0E-4AB1B32A4AFF}" type="presParOf" srcId="{BDE98568-3D84-934F-BAB9-7A0978B5ADB4}" destId="{8697F6B8-AD2D-8C48-9ABD-336C1BBEBBD7}" srcOrd="1" destOrd="0" presId="urn:microsoft.com/office/officeart/2005/8/layout/hProcess11"/>
    <dgm:cxn modelId="{ECE1E109-EDA0-5E45-8B96-C581A0DCE125}" type="presParOf" srcId="{BDE98568-3D84-934F-BAB9-7A0978B5ADB4}" destId="{8C44613E-D9E7-AF48-9E5B-6BE5B7C6EA40}" srcOrd="2" destOrd="0" presId="urn:microsoft.com/office/officeart/2005/8/layout/hProcess11"/>
    <dgm:cxn modelId="{7548256F-9397-094C-A571-5F64724997ED}" type="presParOf" srcId="{C35CAFBC-1FD5-AA40-8C23-02E504690762}" destId="{3DF2F14A-4221-C245-B9DD-DD1EFF146F1C}" srcOrd="3" destOrd="0" presId="urn:microsoft.com/office/officeart/2005/8/layout/hProcess11"/>
    <dgm:cxn modelId="{2B7B5649-6686-9946-AC17-8F320DBAD661}" type="presParOf" srcId="{C35CAFBC-1FD5-AA40-8C23-02E504690762}" destId="{0F90A73D-1656-8F47-A04D-69D3A3018053}" srcOrd="4" destOrd="0" presId="urn:microsoft.com/office/officeart/2005/8/layout/hProcess11"/>
    <dgm:cxn modelId="{542082DD-C53D-3841-B7D2-3ABAB1AD528B}" type="presParOf" srcId="{0F90A73D-1656-8F47-A04D-69D3A3018053}" destId="{3BF9B44D-426A-BD44-B22C-D096155871BB}" srcOrd="0" destOrd="0" presId="urn:microsoft.com/office/officeart/2005/8/layout/hProcess11"/>
    <dgm:cxn modelId="{D650B354-FF5B-A24B-8754-3CA3868D9E08}" type="presParOf" srcId="{0F90A73D-1656-8F47-A04D-69D3A3018053}" destId="{E8E86469-CAA0-6C48-AF04-F8E9680AC545}" srcOrd="1" destOrd="0" presId="urn:microsoft.com/office/officeart/2005/8/layout/hProcess11"/>
    <dgm:cxn modelId="{00F1288C-A4E8-F047-A586-1A2E4513B869}" type="presParOf" srcId="{0F90A73D-1656-8F47-A04D-69D3A3018053}" destId="{E497D9B2-FF1D-6345-8B7A-C4BC074BEC52}" srcOrd="2" destOrd="0" presId="urn:microsoft.com/office/officeart/2005/8/layout/hProcess11"/>
    <dgm:cxn modelId="{D8D0B340-C207-3B4D-9162-38F455AE9DFB}" type="presParOf" srcId="{C35CAFBC-1FD5-AA40-8C23-02E504690762}" destId="{7AF4B02F-847D-2A46-9384-B82F86E98A59}" srcOrd="5" destOrd="0" presId="urn:microsoft.com/office/officeart/2005/8/layout/hProcess11"/>
    <dgm:cxn modelId="{DF6307A2-AF5A-CD44-920D-33F1795A0E48}" type="presParOf" srcId="{C35CAFBC-1FD5-AA40-8C23-02E504690762}" destId="{3676BC99-4927-684C-853F-36C3CD8490AD}" srcOrd="6" destOrd="0" presId="urn:microsoft.com/office/officeart/2005/8/layout/hProcess11"/>
    <dgm:cxn modelId="{66DCB9F9-1D5D-814F-91C2-18DE2B462D22}" type="presParOf" srcId="{3676BC99-4927-684C-853F-36C3CD8490AD}" destId="{30E55ED1-452E-8E4E-8E1B-0704E1F6B3C5}" srcOrd="0" destOrd="0" presId="urn:microsoft.com/office/officeart/2005/8/layout/hProcess11"/>
    <dgm:cxn modelId="{1D99A6E4-F4D3-0746-9EFB-6844809EA963}" type="presParOf" srcId="{3676BC99-4927-684C-853F-36C3CD8490AD}" destId="{9AF72B61-47BD-0C41-93DF-1D3EFB97D40E}" srcOrd="1" destOrd="0" presId="urn:microsoft.com/office/officeart/2005/8/layout/hProcess11"/>
    <dgm:cxn modelId="{F6F2B072-E253-A14C-B2A6-38659B7F3FCD}" type="presParOf" srcId="{3676BC99-4927-684C-853F-36C3CD8490AD}" destId="{532E94B6-A895-E242-BFDA-13826CBFF567}" srcOrd="2" destOrd="0" presId="urn:microsoft.com/office/officeart/2005/8/layout/hProcess11"/>
    <dgm:cxn modelId="{48FACE55-B994-9B4E-AB64-F5FE54D41EC5}" type="presParOf" srcId="{C35CAFBC-1FD5-AA40-8C23-02E504690762}" destId="{BAEC0EC1-12A7-8441-AA08-B9DBAAECEA13}" srcOrd="7" destOrd="0" presId="urn:microsoft.com/office/officeart/2005/8/layout/hProcess11"/>
    <dgm:cxn modelId="{DFE96C61-F818-9041-90B7-9079478C023D}" type="presParOf" srcId="{C35CAFBC-1FD5-AA40-8C23-02E504690762}" destId="{2F2E9EDC-0DE6-274A-9D27-20A47DED08B8}" srcOrd="8" destOrd="0" presId="urn:microsoft.com/office/officeart/2005/8/layout/hProcess11"/>
    <dgm:cxn modelId="{BC7D216D-1F69-8246-9FC1-76CB7DC83CE0}" type="presParOf" srcId="{2F2E9EDC-0DE6-274A-9D27-20A47DED08B8}" destId="{5A6A5F06-52E7-BB4C-B757-930F8572F5BA}" srcOrd="0" destOrd="0" presId="urn:microsoft.com/office/officeart/2005/8/layout/hProcess11"/>
    <dgm:cxn modelId="{AF670325-CC4D-084C-BD20-04740C5E9D8C}" type="presParOf" srcId="{2F2E9EDC-0DE6-274A-9D27-20A47DED08B8}" destId="{D42E69B9-3A96-B64F-A243-EF914D98A5D9}" srcOrd="1" destOrd="0" presId="urn:microsoft.com/office/officeart/2005/8/layout/hProcess11"/>
    <dgm:cxn modelId="{E8EF9539-1660-8440-A7A7-110C69F6CE5D}" type="presParOf" srcId="{2F2E9EDC-0DE6-274A-9D27-20A47DED08B8}" destId="{9B004BB5-BDA2-124F-86EF-42BB60176E78}" srcOrd="2" destOrd="0" presId="urn:microsoft.com/office/officeart/2005/8/layout/hProcess11"/>
    <dgm:cxn modelId="{15E538D1-B318-9345-8507-2AC2137D0EA4}" type="presParOf" srcId="{C35CAFBC-1FD5-AA40-8C23-02E504690762}" destId="{3E10F75E-0B66-7E4B-B938-A2DD47D24581}" srcOrd="9" destOrd="0" presId="urn:microsoft.com/office/officeart/2005/8/layout/hProcess11"/>
    <dgm:cxn modelId="{DE7ED6DD-B521-B542-833A-044D166B1234}" type="presParOf" srcId="{C35CAFBC-1FD5-AA40-8C23-02E504690762}" destId="{F81988D2-CF31-0748-B9DF-EFC3CD922F00}" srcOrd="10" destOrd="0" presId="urn:microsoft.com/office/officeart/2005/8/layout/hProcess11"/>
    <dgm:cxn modelId="{6E2D18D1-2294-134D-9CBA-460208D4F21E}" type="presParOf" srcId="{F81988D2-CF31-0748-B9DF-EFC3CD922F00}" destId="{B183C049-EFBE-7242-973D-6D857830733B}" srcOrd="0" destOrd="0" presId="urn:microsoft.com/office/officeart/2005/8/layout/hProcess11"/>
    <dgm:cxn modelId="{0017D639-067A-FF4C-B23F-EA49AC3FE4C4}" type="presParOf" srcId="{F81988D2-CF31-0748-B9DF-EFC3CD922F00}" destId="{647E0C18-FD54-0649-A6F9-1C49098F32E2}" srcOrd="1" destOrd="0" presId="urn:microsoft.com/office/officeart/2005/8/layout/hProcess11"/>
    <dgm:cxn modelId="{C7F7C361-7275-C24E-AE8B-CD9BE7E81C19}" type="presParOf" srcId="{F81988D2-CF31-0748-B9DF-EFC3CD922F00}" destId="{651A20BE-D03E-D448-98EB-668B9A6CA7F0}" srcOrd="2" destOrd="0" presId="urn:microsoft.com/office/officeart/2005/8/layout/hProcess11"/>
    <dgm:cxn modelId="{43F0BA66-6C3F-AE44-9A37-DBE127A52BD7}" type="presParOf" srcId="{C35CAFBC-1FD5-AA40-8C23-02E504690762}" destId="{CD7A8938-8B26-E945-AD75-32638EE4E906}" srcOrd="11" destOrd="0" presId="urn:microsoft.com/office/officeart/2005/8/layout/hProcess11"/>
    <dgm:cxn modelId="{C44627E2-CC89-CC48-902F-D97CD3358621}" type="presParOf" srcId="{C35CAFBC-1FD5-AA40-8C23-02E504690762}" destId="{B9A58F17-0FB5-7B40-A2D9-3937BA4A4AFC}" srcOrd="12" destOrd="0" presId="urn:microsoft.com/office/officeart/2005/8/layout/hProcess11"/>
    <dgm:cxn modelId="{1A780BC9-4A86-0547-B11A-CDED332BB0A6}" type="presParOf" srcId="{B9A58F17-0FB5-7B40-A2D9-3937BA4A4AFC}" destId="{25E66557-3491-1C49-999C-B9E27F1145DD}" srcOrd="0" destOrd="0" presId="urn:microsoft.com/office/officeart/2005/8/layout/hProcess11"/>
    <dgm:cxn modelId="{84700321-0DD5-3B44-B086-F7C1311C3BC5}" type="presParOf" srcId="{B9A58F17-0FB5-7B40-A2D9-3937BA4A4AFC}" destId="{9E03863F-C95F-7E48-9F4E-6C417F127C30}" srcOrd="1" destOrd="0" presId="urn:microsoft.com/office/officeart/2005/8/layout/hProcess11"/>
    <dgm:cxn modelId="{A945A103-4994-F84F-908B-598711B03D6A}" type="presParOf" srcId="{B9A58F17-0FB5-7B40-A2D9-3937BA4A4AFC}" destId="{3D2684BA-DBD8-AA40-9475-4287E894D942}"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6D42F0-1C68-644A-9F9D-AAC8CDEA7C3C}" type="doc">
      <dgm:prSet loTypeId="urn:microsoft.com/office/officeart/2005/8/layout/hProcess11" loCatId="" qsTypeId="urn:microsoft.com/office/officeart/2005/8/quickstyle/simple1" qsCatId="simple" csTypeId="urn:microsoft.com/office/officeart/2005/8/colors/accent1_2" csCatId="accent1" phldr="1"/>
      <dgm:spPr/>
      <dgm:t>
        <a:bodyPr/>
        <a:lstStyle/>
        <a:p>
          <a:endParaRPr lang="en-US"/>
        </a:p>
      </dgm:t>
    </dgm:pt>
    <dgm:pt modelId="{E2745D70-426B-FA4B-B6C7-0E64DA3D399A}">
      <dgm:prSet custT="1"/>
      <dgm:spPr/>
      <dgm:t>
        <a:bodyPr/>
        <a:lstStyle/>
        <a:p>
          <a:r>
            <a:rPr lang="en-US" sz="1500" b="0" i="0">
              <a:latin typeface="Verdana" panose="020B0604030504040204" pitchFamily="34" charset="0"/>
            </a:rPr>
            <a:t>Plan</a:t>
          </a:r>
        </a:p>
      </dgm:t>
    </dgm:pt>
    <dgm:pt modelId="{2437E627-3560-A542-AD3D-E79D88F9BEAA}" type="parTrans" cxnId="{60EA15D4-0687-A741-8727-DA5C094468A1}">
      <dgm:prSet/>
      <dgm:spPr/>
      <dgm:t>
        <a:bodyPr/>
        <a:lstStyle/>
        <a:p>
          <a:endParaRPr lang="en-US">
            <a:latin typeface="Semplicita Pro" panose="02000000000000000000" pitchFamily="2" charset="77"/>
          </a:endParaRPr>
        </a:p>
      </dgm:t>
    </dgm:pt>
    <dgm:pt modelId="{6D58AEAD-2732-BA48-B08C-F1FC26DBE76D}" type="sibTrans" cxnId="{60EA15D4-0687-A741-8727-DA5C094468A1}">
      <dgm:prSet/>
      <dgm:spPr/>
      <dgm:t>
        <a:bodyPr/>
        <a:lstStyle/>
        <a:p>
          <a:endParaRPr lang="en-US">
            <a:latin typeface="Semplicita Pro" panose="02000000000000000000" pitchFamily="2" charset="77"/>
          </a:endParaRPr>
        </a:p>
      </dgm:t>
    </dgm:pt>
    <dgm:pt modelId="{AA662399-51CF-AD42-9556-C1DCDE9C9C62}">
      <dgm:prSet custT="1"/>
      <dgm:spPr/>
      <dgm:t>
        <a:bodyPr/>
        <a:lstStyle/>
        <a:p>
          <a:r>
            <a:rPr lang="en-US" sz="1500" b="0" i="0">
              <a:latin typeface="Verdana" panose="020B0604030504040204" pitchFamily="34" charset="0"/>
            </a:rPr>
            <a:t>Measure and collect data</a:t>
          </a:r>
        </a:p>
      </dgm:t>
    </dgm:pt>
    <dgm:pt modelId="{D5877486-D275-AC47-8C32-7080E0875FFF}" type="parTrans" cxnId="{336C4A7B-8F12-6540-AC71-44072245EFC4}">
      <dgm:prSet/>
      <dgm:spPr/>
      <dgm:t>
        <a:bodyPr/>
        <a:lstStyle/>
        <a:p>
          <a:endParaRPr lang="en-US">
            <a:latin typeface="Semplicita Pro" panose="02000000000000000000" pitchFamily="2" charset="77"/>
          </a:endParaRPr>
        </a:p>
      </dgm:t>
    </dgm:pt>
    <dgm:pt modelId="{C33289C0-1568-714D-B6F8-9D46E115EA00}" type="sibTrans" cxnId="{336C4A7B-8F12-6540-AC71-44072245EFC4}">
      <dgm:prSet/>
      <dgm:spPr/>
      <dgm:t>
        <a:bodyPr/>
        <a:lstStyle/>
        <a:p>
          <a:endParaRPr lang="en-US">
            <a:latin typeface="Semplicita Pro" panose="02000000000000000000" pitchFamily="2" charset="77"/>
          </a:endParaRPr>
        </a:p>
      </dgm:t>
    </dgm:pt>
    <dgm:pt modelId="{2BA9969F-9D4E-CB44-8F47-7D7420B186EB}">
      <dgm:prSet custT="1"/>
      <dgm:spPr/>
      <dgm:t>
        <a:bodyPr/>
        <a:lstStyle/>
        <a:p>
          <a:r>
            <a:rPr lang="en-US" sz="1500" b="0" i="0">
              <a:latin typeface="Verdana" panose="020B0604030504040204" pitchFamily="34" charset="0"/>
            </a:rPr>
            <a:t>Develop baseline model</a:t>
          </a:r>
        </a:p>
      </dgm:t>
    </dgm:pt>
    <dgm:pt modelId="{FA1EE3FB-F579-8849-BEAE-72AD4BC818BE}" type="parTrans" cxnId="{DEAE0FE7-0969-A94C-B711-C997A467E811}">
      <dgm:prSet/>
      <dgm:spPr/>
      <dgm:t>
        <a:bodyPr/>
        <a:lstStyle/>
        <a:p>
          <a:endParaRPr lang="en-US">
            <a:latin typeface="Semplicita Pro" panose="02000000000000000000" pitchFamily="2" charset="77"/>
          </a:endParaRPr>
        </a:p>
      </dgm:t>
    </dgm:pt>
    <dgm:pt modelId="{A67C3E2E-177C-B942-AC87-52A4B64EBFD5}" type="sibTrans" cxnId="{DEAE0FE7-0969-A94C-B711-C997A467E811}">
      <dgm:prSet/>
      <dgm:spPr/>
      <dgm:t>
        <a:bodyPr/>
        <a:lstStyle/>
        <a:p>
          <a:endParaRPr lang="en-US">
            <a:latin typeface="Semplicita Pro" panose="02000000000000000000" pitchFamily="2" charset="77"/>
          </a:endParaRPr>
        </a:p>
      </dgm:t>
    </dgm:pt>
    <dgm:pt modelId="{95BBFADB-2275-AC40-8B91-3CC09C9CC180}">
      <dgm:prSet custT="1"/>
      <dgm:spPr/>
      <dgm:t>
        <a:bodyPr/>
        <a:lstStyle/>
        <a:p>
          <a:r>
            <a:rPr lang="en-US" sz="1500" b="0" i="0">
              <a:latin typeface="Verdana" panose="020B0604030504040204" pitchFamily="34" charset="0"/>
            </a:rPr>
            <a:t>Measure and collect data</a:t>
          </a:r>
        </a:p>
      </dgm:t>
    </dgm:pt>
    <dgm:pt modelId="{966772C4-17F3-0B43-8A0F-4AC4C41F3959}" type="parTrans" cxnId="{22087668-84DD-6A42-8DEC-77DF9118625B}">
      <dgm:prSet/>
      <dgm:spPr/>
      <dgm:t>
        <a:bodyPr/>
        <a:lstStyle/>
        <a:p>
          <a:endParaRPr lang="en-US">
            <a:latin typeface="Semplicita Pro" panose="02000000000000000000" pitchFamily="2" charset="77"/>
          </a:endParaRPr>
        </a:p>
      </dgm:t>
    </dgm:pt>
    <dgm:pt modelId="{60DA2BBE-38E7-484C-8031-E4B70B799C0C}" type="sibTrans" cxnId="{22087668-84DD-6A42-8DEC-77DF9118625B}">
      <dgm:prSet/>
      <dgm:spPr/>
      <dgm:t>
        <a:bodyPr/>
        <a:lstStyle/>
        <a:p>
          <a:endParaRPr lang="en-US">
            <a:latin typeface="Semplicita Pro" panose="02000000000000000000" pitchFamily="2" charset="77"/>
          </a:endParaRPr>
        </a:p>
      </dgm:t>
    </dgm:pt>
    <dgm:pt modelId="{8FD49B5C-06C5-3C4A-AA23-418CB6F7FCF0}">
      <dgm:prSet custT="1"/>
      <dgm:spPr/>
      <dgm:t>
        <a:bodyPr/>
        <a:lstStyle/>
        <a:p>
          <a:r>
            <a:rPr lang="en-US" sz="1500" b="0" i="0">
              <a:latin typeface="Verdana" panose="020B0604030504040204" pitchFamily="34" charset="0"/>
            </a:rPr>
            <a:t>Report</a:t>
          </a:r>
        </a:p>
      </dgm:t>
    </dgm:pt>
    <dgm:pt modelId="{9283967F-8529-454A-8713-D38C61C258A3}" type="parTrans" cxnId="{038FACCB-0856-0F43-B61C-3DB8A6495A46}">
      <dgm:prSet/>
      <dgm:spPr/>
      <dgm:t>
        <a:bodyPr/>
        <a:lstStyle/>
        <a:p>
          <a:endParaRPr lang="en-US">
            <a:latin typeface="Semplicita Pro" panose="02000000000000000000" pitchFamily="2" charset="77"/>
          </a:endParaRPr>
        </a:p>
      </dgm:t>
    </dgm:pt>
    <dgm:pt modelId="{29A7714B-0DB3-314E-837A-30EE013D2BB4}" type="sibTrans" cxnId="{038FACCB-0856-0F43-B61C-3DB8A6495A46}">
      <dgm:prSet/>
      <dgm:spPr/>
      <dgm:t>
        <a:bodyPr/>
        <a:lstStyle/>
        <a:p>
          <a:endParaRPr lang="en-US">
            <a:latin typeface="Semplicita Pro" panose="02000000000000000000" pitchFamily="2" charset="77"/>
          </a:endParaRPr>
        </a:p>
      </dgm:t>
    </dgm:pt>
    <dgm:pt modelId="{359C6299-C5E6-4941-B0D8-3B7FC2F1DC9B}">
      <dgm:prSet custT="1"/>
      <dgm:spPr/>
      <dgm:t>
        <a:bodyPr/>
        <a:lstStyle/>
        <a:p>
          <a:r>
            <a:rPr lang="en-US" sz="1500" b="0" i="0">
              <a:latin typeface="Verdana" panose="020B0604030504040204" pitchFamily="34" charset="0"/>
            </a:rPr>
            <a:t>Adjust baseline model</a:t>
          </a:r>
        </a:p>
      </dgm:t>
    </dgm:pt>
    <dgm:pt modelId="{B35B887A-13AB-1343-B10A-7C9BC299DFCF}" type="parTrans" cxnId="{23916ABB-51EE-5940-AFC2-0D17BBB65672}">
      <dgm:prSet/>
      <dgm:spPr/>
      <dgm:t>
        <a:bodyPr/>
        <a:lstStyle/>
        <a:p>
          <a:endParaRPr lang="en-US"/>
        </a:p>
      </dgm:t>
    </dgm:pt>
    <dgm:pt modelId="{D2D586C4-B904-7B46-9FAF-D683C47F8D6C}" type="sibTrans" cxnId="{23916ABB-51EE-5940-AFC2-0D17BBB65672}">
      <dgm:prSet/>
      <dgm:spPr/>
      <dgm:t>
        <a:bodyPr/>
        <a:lstStyle/>
        <a:p>
          <a:endParaRPr lang="en-US"/>
        </a:p>
      </dgm:t>
    </dgm:pt>
    <dgm:pt modelId="{88BC120A-2807-A24D-B345-B2BD3B376A37}">
      <dgm:prSet custT="1"/>
      <dgm:spPr/>
      <dgm:t>
        <a:bodyPr/>
        <a:lstStyle/>
        <a:p>
          <a:endParaRPr lang="en-US" sz="1500" b="0" i="0" dirty="0">
            <a:latin typeface="Verdana" panose="020B0604030504040204" pitchFamily="34" charset="0"/>
          </a:endParaRPr>
        </a:p>
      </dgm:t>
    </dgm:pt>
    <dgm:pt modelId="{534FB500-710C-6543-87C4-E03751AE162F}" type="sibTrans" cxnId="{39D8D5A4-2621-9B47-8071-CD97C9F50259}">
      <dgm:prSet/>
      <dgm:spPr/>
      <dgm:t>
        <a:bodyPr/>
        <a:lstStyle/>
        <a:p>
          <a:endParaRPr lang="en-US">
            <a:latin typeface="Semplicita Pro" panose="02000000000000000000" pitchFamily="2" charset="77"/>
          </a:endParaRPr>
        </a:p>
      </dgm:t>
    </dgm:pt>
    <dgm:pt modelId="{FA1151D5-41FA-2845-8DD1-20793DB0BBE8}" type="parTrans" cxnId="{39D8D5A4-2621-9B47-8071-CD97C9F50259}">
      <dgm:prSet/>
      <dgm:spPr/>
      <dgm:t>
        <a:bodyPr/>
        <a:lstStyle/>
        <a:p>
          <a:endParaRPr lang="en-US">
            <a:latin typeface="Semplicita Pro" panose="02000000000000000000" pitchFamily="2" charset="77"/>
          </a:endParaRPr>
        </a:p>
      </dgm:t>
    </dgm:pt>
    <dgm:pt modelId="{D06FD5FD-A93E-5C44-B1F9-443860DC44FB}" type="pres">
      <dgm:prSet presAssocID="{EE6D42F0-1C68-644A-9F9D-AAC8CDEA7C3C}" presName="Name0" presStyleCnt="0">
        <dgm:presLayoutVars>
          <dgm:dir/>
          <dgm:resizeHandles val="exact"/>
        </dgm:presLayoutVars>
      </dgm:prSet>
      <dgm:spPr/>
    </dgm:pt>
    <dgm:pt modelId="{69F2A90E-6373-DF42-A6CD-049758145B1B}" type="pres">
      <dgm:prSet presAssocID="{EE6D42F0-1C68-644A-9F9D-AAC8CDEA7C3C}" presName="arrow" presStyleLbl="bgShp" presStyleIdx="0" presStyleCnt="1"/>
      <dgm:spPr/>
    </dgm:pt>
    <dgm:pt modelId="{C35CAFBC-1FD5-AA40-8C23-02E504690762}" type="pres">
      <dgm:prSet presAssocID="{EE6D42F0-1C68-644A-9F9D-AAC8CDEA7C3C}" presName="points" presStyleCnt="0"/>
      <dgm:spPr/>
    </dgm:pt>
    <dgm:pt modelId="{CC4585A4-96D8-5B48-9D1F-B6EC1D008D37}" type="pres">
      <dgm:prSet presAssocID="{E2745D70-426B-FA4B-B6C7-0E64DA3D399A}" presName="compositeA" presStyleCnt="0"/>
      <dgm:spPr/>
    </dgm:pt>
    <dgm:pt modelId="{60D5F69F-8CA6-474F-892E-BB3B3A1F6DAE}" type="pres">
      <dgm:prSet presAssocID="{E2745D70-426B-FA4B-B6C7-0E64DA3D399A}" presName="textA" presStyleLbl="revTx" presStyleIdx="0" presStyleCnt="7">
        <dgm:presLayoutVars>
          <dgm:bulletEnabled val="1"/>
        </dgm:presLayoutVars>
      </dgm:prSet>
      <dgm:spPr/>
    </dgm:pt>
    <dgm:pt modelId="{614091D0-FF01-2A41-8FEC-3CA9BD3D8F71}" type="pres">
      <dgm:prSet presAssocID="{E2745D70-426B-FA4B-B6C7-0E64DA3D399A}" presName="circleA" presStyleLbl="node1" presStyleIdx="0" presStyleCnt="7"/>
      <dgm:spPr/>
    </dgm:pt>
    <dgm:pt modelId="{054F1A60-E084-504C-9B81-7864E6595D0F}" type="pres">
      <dgm:prSet presAssocID="{E2745D70-426B-FA4B-B6C7-0E64DA3D399A}" presName="spaceA" presStyleCnt="0"/>
      <dgm:spPr/>
    </dgm:pt>
    <dgm:pt modelId="{37D0B44D-BBAD-A64E-9197-01A30D831DF2}" type="pres">
      <dgm:prSet presAssocID="{6D58AEAD-2732-BA48-B08C-F1FC26DBE76D}" presName="space" presStyleCnt="0"/>
      <dgm:spPr/>
    </dgm:pt>
    <dgm:pt modelId="{BDE98568-3D84-934F-BAB9-7A0978B5ADB4}" type="pres">
      <dgm:prSet presAssocID="{AA662399-51CF-AD42-9556-C1DCDE9C9C62}" presName="compositeB" presStyleCnt="0"/>
      <dgm:spPr/>
    </dgm:pt>
    <dgm:pt modelId="{7D3991B5-B402-E045-A922-12ECE6931B21}" type="pres">
      <dgm:prSet presAssocID="{AA662399-51CF-AD42-9556-C1DCDE9C9C62}" presName="textB" presStyleLbl="revTx" presStyleIdx="1" presStyleCnt="7">
        <dgm:presLayoutVars>
          <dgm:bulletEnabled val="1"/>
        </dgm:presLayoutVars>
      </dgm:prSet>
      <dgm:spPr/>
    </dgm:pt>
    <dgm:pt modelId="{8697F6B8-AD2D-8C48-9ABD-336C1BBEBBD7}" type="pres">
      <dgm:prSet presAssocID="{AA662399-51CF-AD42-9556-C1DCDE9C9C62}" presName="circleB" presStyleLbl="node1" presStyleIdx="1" presStyleCnt="7"/>
      <dgm:spPr>
        <a:solidFill>
          <a:schemeClr val="accent1"/>
        </a:solidFill>
      </dgm:spPr>
    </dgm:pt>
    <dgm:pt modelId="{8C44613E-D9E7-AF48-9E5B-6BE5B7C6EA40}" type="pres">
      <dgm:prSet presAssocID="{AA662399-51CF-AD42-9556-C1DCDE9C9C62}" presName="spaceB" presStyleCnt="0"/>
      <dgm:spPr/>
    </dgm:pt>
    <dgm:pt modelId="{3DF2F14A-4221-C245-B9DD-DD1EFF146F1C}" type="pres">
      <dgm:prSet presAssocID="{C33289C0-1568-714D-B6F8-9D46E115EA00}" presName="space" presStyleCnt="0"/>
      <dgm:spPr/>
    </dgm:pt>
    <dgm:pt modelId="{0F90A73D-1656-8F47-A04D-69D3A3018053}" type="pres">
      <dgm:prSet presAssocID="{2BA9969F-9D4E-CB44-8F47-7D7420B186EB}" presName="compositeA" presStyleCnt="0"/>
      <dgm:spPr/>
    </dgm:pt>
    <dgm:pt modelId="{3BF9B44D-426A-BD44-B22C-D096155871BB}" type="pres">
      <dgm:prSet presAssocID="{2BA9969F-9D4E-CB44-8F47-7D7420B186EB}" presName="textA" presStyleLbl="revTx" presStyleIdx="2" presStyleCnt="7">
        <dgm:presLayoutVars>
          <dgm:bulletEnabled val="1"/>
        </dgm:presLayoutVars>
      </dgm:prSet>
      <dgm:spPr/>
    </dgm:pt>
    <dgm:pt modelId="{E8E86469-CAA0-6C48-AF04-F8E9680AC545}" type="pres">
      <dgm:prSet presAssocID="{2BA9969F-9D4E-CB44-8F47-7D7420B186EB}" presName="circleA" presStyleLbl="node1" presStyleIdx="2" presStyleCnt="7"/>
      <dgm:spPr>
        <a:solidFill>
          <a:srgbClr val="F05D5E"/>
        </a:solidFill>
      </dgm:spPr>
    </dgm:pt>
    <dgm:pt modelId="{E497D9B2-FF1D-6345-8B7A-C4BC074BEC52}" type="pres">
      <dgm:prSet presAssocID="{2BA9969F-9D4E-CB44-8F47-7D7420B186EB}" presName="spaceA" presStyleCnt="0"/>
      <dgm:spPr/>
    </dgm:pt>
    <dgm:pt modelId="{7AF4B02F-847D-2A46-9384-B82F86E98A59}" type="pres">
      <dgm:prSet presAssocID="{A67C3E2E-177C-B942-AC87-52A4B64EBFD5}" presName="space" presStyleCnt="0"/>
      <dgm:spPr/>
    </dgm:pt>
    <dgm:pt modelId="{3676BC99-4927-684C-853F-36C3CD8490AD}" type="pres">
      <dgm:prSet presAssocID="{88BC120A-2807-A24D-B345-B2BD3B376A37}" presName="compositeB" presStyleCnt="0"/>
      <dgm:spPr/>
    </dgm:pt>
    <dgm:pt modelId="{30E55ED1-452E-8E4E-8E1B-0704E1F6B3C5}" type="pres">
      <dgm:prSet presAssocID="{88BC120A-2807-A24D-B345-B2BD3B376A37}" presName="textB" presStyleLbl="revTx" presStyleIdx="3" presStyleCnt="7" custScaleX="81125" custScaleY="64895">
        <dgm:presLayoutVars>
          <dgm:bulletEnabled val="1"/>
        </dgm:presLayoutVars>
      </dgm:prSet>
      <dgm:spPr/>
    </dgm:pt>
    <dgm:pt modelId="{9AF72B61-47BD-0C41-93DF-1D3EFB97D40E}" type="pres">
      <dgm:prSet presAssocID="{88BC120A-2807-A24D-B345-B2BD3B376A37}" presName="circleB" presStyleLbl="node1" presStyleIdx="3" presStyleCnt="7"/>
      <dgm:spPr>
        <a:solidFill>
          <a:schemeClr val="bg1"/>
        </a:solidFill>
      </dgm:spPr>
    </dgm:pt>
    <dgm:pt modelId="{532E94B6-A895-E242-BFDA-13826CBFF567}" type="pres">
      <dgm:prSet presAssocID="{88BC120A-2807-A24D-B345-B2BD3B376A37}" presName="spaceB" presStyleCnt="0"/>
      <dgm:spPr/>
    </dgm:pt>
    <dgm:pt modelId="{BAEC0EC1-12A7-8441-AA08-B9DBAAECEA13}" type="pres">
      <dgm:prSet presAssocID="{534FB500-710C-6543-87C4-E03751AE162F}" presName="space" presStyleCnt="0"/>
      <dgm:spPr/>
    </dgm:pt>
    <dgm:pt modelId="{2F2E9EDC-0DE6-274A-9D27-20A47DED08B8}" type="pres">
      <dgm:prSet presAssocID="{95BBFADB-2275-AC40-8B91-3CC09C9CC180}" presName="compositeA" presStyleCnt="0"/>
      <dgm:spPr/>
    </dgm:pt>
    <dgm:pt modelId="{5A6A5F06-52E7-BB4C-B757-930F8572F5BA}" type="pres">
      <dgm:prSet presAssocID="{95BBFADB-2275-AC40-8B91-3CC09C9CC180}" presName="textA" presStyleLbl="revTx" presStyleIdx="4" presStyleCnt="7">
        <dgm:presLayoutVars>
          <dgm:bulletEnabled val="1"/>
        </dgm:presLayoutVars>
      </dgm:prSet>
      <dgm:spPr/>
    </dgm:pt>
    <dgm:pt modelId="{D42E69B9-3A96-B64F-A243-EF914D98A5D9}" type="pres">
      <dgm:prSet presAssocID="{95BBFADB-2275-AC40-8B91-3CC09C9CC180}" presName="circleA" presStyleLbl="node1" presStyleIdx="4" presStyleCnt="7"/>
      <dgm:spPr>
        <a:solidFill>
          <a:schemeClr val="accent1"/>
        </a:solidFill>
      </dgm:spPr>
    </dgm:pt>
    <dgm:pt modelId="{9B004BB5-BDA2-124F-86EF-42BB60176E78}" type="pres">
      <dgm:prSet presAssocID="{95BBFADB-2275-AC40-8B91-3CC09C9CC180}" presName="spaceA" presStyleCnt="0"/>
      <dgm:spPr/>
    </dgm:pt>
    <dgm:pt modelId="{3E10F75E-0B66-7E4B-B938-A2DD47D24581}" type="pres">
      <dgm:prSet presAssocID="{60DA2BBE-38E7-484C-8031-E4B70B799C0C}" presName="space" presStyleCnt="0"/>
      <dgm:spPr/>
    </dgm:pt>
    <dgm:pt modelId="{F81988D2-CF31-0748-B9DF-EFC3CD922F00}" type="pres">
      <dgm:prSet presAssocID="{359C6299-C5E6-4941-B0D8-3B7FC2F1DC9B}" presName="compositeB" presStyleCnt="0"/>
      <dgm:spPr/>
    </dgm:pt>
    <dgm:pt modelId="{B183C049-EFBE-7242-973D-6D857830733B}" type="pres">
      <dgm:prSet presAssocID="{359C6299-C5E6-4941-B0D8-3B7FC2F1DC9B}" presName="textB" presStyleLbl="revTx" presStyleIdx="5" presStyleCnt="7">
        <dgm:presLayoutVars>
          <dgm:bulletEnabled val="1"/>
        </dgm:presLayoutVars>
      </dgm:prSet>
      <dgm:spPr/>
    </dgm:pt>
    <dgm:pt modelId="{647E0C18-FD54-0649-A6F9-1C49098F32E2}" type="pres">
      <dgm:prSet presAssocID="{359C6299-C5E6-4941-B0D8-3B7FC2F1DC9B}" presName="circleB" presStyleLbl="node1" presStyleIdx="5" presStyleCnt="7"/>
      <dgm:spPr>
        <a:solidFill>
          <a:srgbClr val="F05D5E"/>
        </a:solidFill>
      </dgm:spPr>
    </dgm:pt>
    <dgm:pt modelId="{651A20BE-D03E-D448-98EB-668B9A6CA7F0}" type="pres">
      <dgm:prSet presAssocID="{359C6299-C5E6-4941-B0D8-3B7FC2F1DC9B}" presName="spaceB" presStyleCnt="0"/>
      <dgm:spPr/>
    </dgm:pt>
    <dgm:pt modelId="{CD7A8938-8B26-E945-AD75-32638EE4E906}" type="pres">
      <dgm:prSet presAssocID="{D2D586C4-B904-7B46-9FAF-D683C47F8D6C}" presName="space" presStyleCnt="0"/>
      <dgm:spPr/>
    </dgm:pt>
    <dgm:pt modelId="{B9A58F17-0FB5-7B40-A2D9-3937BA4A4AFC}" type="pres">
      <dgm:prSet presAssocID="{8FD49B5C-06C5-3C4A-AA23-418CB6F7FCF0}" presName="compositeA" presStyleCnt="0"/>
      <dgm:spPr/>
    </dgm:pt>
    <dgm:pt modelId="{25E66557-3491-1C49-999C-B9E27F1145DD}" type="pres">
      <dgm:prSet presAssocID="{8FD49B5C-06C5-3C4A-AA23-418CB6F7FCF0}" presName="textA" presStyleLbl="revTx" presStyleIdx="6" presStyleCnt="7">
        <dgm:presLayoutVars>
          <dgm:bulletEnabled val="1"/>
        </dgm:presLayoutVars>
      </dgm:prSet>
      <dgm:spPr/>
    </dgm:pt>
    <dgm:pt modelId="{9E03863F-C95F-7E48-9F4E-6C417F127C30}" type="pres">
      <dgm:prSet presAssocID="{8FD49B5C-06C5-3C4A-AA23-418CB6F7FCF0}" presName="circleA" presStyleLbl="node1" presStyleIdx="6" presStyleCnt="7"/>
      <dgm:spPr/>
    </dgm:pt>
    <dgm:pt modelId="{3D2684BA-DBD8-AA40-9475-4287E894D942}" type="pres">
      <dgm:prSet presAssocID="{8FD49B5C-06C5-3C4A-AA23-418CB6F7FCF0}" presName="spaceA" presStyleCnt="0"/>
      <dgm:spPr/>
    </dgm:pt>
  </dgm:ptLst>
  <dgm:cxnLst>
    <dgm:cxn modelId="{358C8F26-E9BB-9A43-8565-796F1C8319E6}" type="presOf" srcId="{359C6299-C5E6-4941-B0D8-3B7FC2F1DC9B}" destId="{B183C049-EFBE-7242-973D-6D857830733B}" srcOrd="0" destOrd="0" presId="urn:microsoft.com/office/officeart/2005/8/layout/hProcess11"/>
    <dgm:cxn modelId="{A9E2352C-CFC2-BC43-9E0A-C8439B1F7419}" type="presOf" srcId="{EE6D42F0-1C68-644A-9F9D-AAC8CDEA7C3C}" destId="{D06FD5FD-A93E-5C44-B1F9-443860DC44FB}" srcOrd="0" destOrd="0" presId="urn:microsoft.com/office/officeart/2005/8/layout/hProcess11"/>
    <dgm:cxn modelId="{904D2738-0D03-0141-8908-9AD961AA2275}" type="presOf" srcId="{8FD49B5C-06C5-3C4A-AA23-418CB6F7FCF0}" destId="{25E66557-3491-1C49-999C-B9E27F1145DD}" srcOrd="0" destOrd="0" presId="urn:microsoft.com/office/officeart/2005/8/layout/hProcess11"/>
    <dgm:cxn modelId="{607D7244-37A1-2B40-BF43-A0417A71AC31}" type="presOf" srcId="{2BA9969F-9D4E-CB44-8F47-7D7420B186EB}" destId="{3BF9B44D-426A-BD44-B22C-D096155871BB}" srcOrd="0" destOrd="0" presId="urn:microsoft.com/office/officeart/2005/8/layout/hProcess11"/>
    <dgm:cxn modelId="{22087668-84DD-6A42-8DEC-77DF9118625B}" srcId="{EE6D42F0-1C68-644A-9F9D-AAC8CDEA7C3C}" destId="{95BBFADB-2275-AC40-8B91-3CC09C9CC180}" srcOrd="4" destOrd="0" parTransId="{966772C4-17F3-0B43-8A0F-4AC4C41F3959}" sibTransId="{60DA2BBE-38E7-484C-8031-E4B70B799C0C}"/>
    <dgm:cxn modelId="{336C4A7B-8F12-6540-AC71-44072245EFC4}" srcId="{EE6D42F0-1C68-644A-9F9D-AAC8CDEA7C3C}" destId="{AA662399-51CF-AD42-9556-C1DCDE9C9C62}" srcOrd="1" destOrd="0" parTransId="{D5877486-D275-AC47-8C32-7080E0875FFF}" sibTransId="{C33289C0-1568-714D-B6F8-9D46E115EA00}"/>
    <dgm:cxn modelId="{DA081B7E-7B19-424F-81F6-AA7D51F15098}" type="presOf" srcId="{95BBFADB-2275-AC40-8B91-3CC09C9CC180}" destId="{5A6A5F06-52E7-BB4C-B757-930F8572F5BA}" srcOrd="0" destOrd="0" presId="urn:microsoft.com/office/officeart/2005/8/layout/hProcess11"/>
    <dgm:cxn modelId="{D536A684-E000-8D4F-BA27-7978EF771510}" type="presOf" srcId="{E2745D70-426B-FA4B-B6C7-0E64DA3D399A}" destId="{60D5F69F-8CA6-474F-892E-BB3B3A1F6DAE}" srcOrd="0" destOrd="0" presId="urn:microsoft.com/office/officeart/2005/8/layout/hProcess11"/>
    <dgm:cxn modelId="{C947B29B-97FE-0844-8705-FD5CABEA87AD}" type="presOf" srcId="{AA662399-51CF-AD42-9556-C1DCDE9C9C62}" destId="{7D3991B5-B402-E045-A922-12ECE6931B21}" srcOrd="0" destOrd="0" presId="urn:microsoft.com/office/officeart/2005/8/layout/hProcess11"/>
    <dgm:cxn modelId="{39D8D5A4-2621-9B47-8071-CD97C9F50259}" srcId="{EE6D42F0-1C68-644A-9F9D-AAC8CDEA7C3C}" destId="{88BC120A-2807-A24D-B345-B2BD3B376A37}" srcOrd="3" destOrd="0" parTransId="{FA1151D5-41FA-2845-8DD1-20793DB0BBE8}" sibTransId="{534FB500-710C-6543-87C4-E03751AE162F}"/>
    <dgm:cxn modelId="{23916ABB-51EE-5940-AFC2-0D17BBB65672}" srcId="{EE6D42F0-1C68-644A-9F9D-AAC8CDEA7C3C}" destId="{359C6299-C5E6-4941-B0D8-3B7FC2F1DC9B}" srcOrd="5" destOrd="0" parTransId="{B35B887A-13AB-1343-B10A-7C9BC299DFCF}" sibTransId="{D2D586C4-B904-7B46-9FAF-D683C47F8D6C}"/>
    <dgm:cxn modelId="{038FACCB-0856-0F43-B61C-3DB8A6495A46}" srcId="{EE6D42F0-1C68-644A-9F9D-AAC8CDEA7C3C}" destId="{8FD49B5C-06C5-3C4A-AA23-418CB6F7FCF0}" srcOrd="6" destOrd="0" parTransId="{9283967F-8529-454A-8713-D38C61C258A3}" sibTransId="{29A7714B-0DB3-314E-837A-30EE013D2BB4}"/>
    <dgm:cxn modelId="{60EA15D4-0687-A741-8727-DA5C094468A1}" srcId="{EE6D42F0-1C68-644A-9F9D-AAC8CDEA7C3C}" destId="{E2745D70-426B-FA4B-B6C7-0E64DA3D399A}" srcOrd="0" destOrd="0" parTransId="{2437E627-3560-A542-AD3D-E79D88F9BEAA}" sibTransId="{6D58AEAD-2732-BA48-B08C-F1FC26DBE76D}"/>
    <dgm:cxn modelId="{ED8F30E6-F388-0A49-808F-D9FA47B12324}" type="presOf" srcId="{88BC120A-2807-A24D-B345-B2BD3B376A37}" destId="{30E55ED1-452E-8E4E-8E1B-0704E1F6B3C5}" srcOrd="0" destOrd="0" presId="urn:microsoft.com/office/officeart/2005/8/layout/hProcess11"/>
    <dgm:cxn modelId="{DEAE0FE7-0969-A94C-B711-C997A467E811}" srcId="{EE6D42F0-1C68-644A-9F9D-AAC8CDEA7C3C}" destId="{2BA9969F-9D4E-CB44-8F47-7D7420B186EB}" srcOrd="2" destOrd="0" parTransId="{FA1EE3FB-F579-8849-BEAE-72AD4BC818BE}" sibTransId="{A67C3E2E-177C-B942-AC87-52A4B64EBFD5}"/>
    <dgm:cxn modelId="{894AED3C-5AF4-504E-9974-755261D871BF}" type="presParOf" srcId="{D06FD5FD-A93E-5C44-B1F9-443860DC44FB}" destId="{69F2A90E-6373-DF42-A6CD-049758145B1B}" srcOrd="0" destOrd="0" presId="urn:microsoft.com/office/officeart/2005/8/layout/hProcess11"/>
    <dgm:cxn modelId="{18C13995-09DC-FE47-A094-E23DB145F231}" type="presParOf" srcId="{D06FD5FD-A93E-5C44-B1F9-443860DC44FB}" destId="{C35CAFBC-1FD5-AA40-8C23-02E504690762}" srcOrd="1" destOrd="0" presId="urn:microsoft.com/office/officeart/2005/8/layout/hProcess11"/>
    <dgm:cxn modelId="{2FA5E395-3172-474E-A2CB-FC77D82D81FB}" type="presParOf" srcId="{C35CAFBC-1FD5-AA40-8C23-02E504690762}" destId="{CC4585A4-96D8-5B48-9D1F-B6EC1D008D37}" srcOrd="0" destOrd="0" presId="urn:microsoft.com/office/officeart/2005/8/layout/hProcess11"/>
    <dgm:cxn modelId="{93E58E97-539E-3542-A1A1-1EBCE38AFAA9}" type="presParOf" srcId="{CC4585A4-96D8-5B48-9D1F-B6EC1D008D37}" destId="{60D5F69F-8CA6-474F-892E-BB3B3A1F6DAE}" srcOrd="0" destOrd="0" presId="urn:microsoft.com/office/officeart/2005/8/layout/hProcess11"/>
    <dgm:cxn modelId="{AEF9BF5B-D1AF-C047-AD53-DB929A0A5613}" type="presParOf" srcId="{CC4585A4-96D8-5B48-9D1F-B6EC1D008D37}" destId="{614091D0-FF01-2A41-8FEC-3CA9BD3D8F71}" srcOrd="1" destOrd="0" presId="urn:microsoft.com/office/officeart/2005/8/layout/hProcess11"/>
    <dgm:cxn modelId="{1A07BB43-6653-7641-87B9-8D950F161EAB}" type="presParOf" srcId="{CC4585A4-96D8-5B48-9D1F-B6EC1D008D37}" destId="{054F1A60-E084-504C-9B81-7864E6595D0F}" srcOrd="2" destOrd="0" presId="urn:microsoft.com/office/officeart/2005/8/layout/hProcess11"/>
    <dgm:cxn modelId="{D89FAE18-9CB2-5F4A-9063-CF6398AFA76F}" type="presParOf" srcId="{C35CAFBC-1FD5-AA40-8C23-02E504690762}" destId="{37D0B44D-BBAD-A64E-9197-01A30D831DF2}" srcOrd="1" destOrd="0" presId="urn:microsoft.com/office/officeart/2005/8/layout/hProcess11"/>
    <dgm:cxn modelId="{81DAFA7B-331A-0441-B6BC-7AADD0A96C7E}" type="presParOf" srcId="{C35CAFBC-1FD5-AA40-8C23-02E504690762}" destId="{BDE98568-3D84-934F-BAB9-7A0978B5ADB4}" srcOrd="2" destOrd="0" presId="urn:microsoft.com/office/officeart/2005/8/layout/hProcess11"/>
    <dgm:cxn modelId="{D3F6369C-5F6A-AE45-9724-C9094AF20D84}" type="presParOf" srcId="{BDE98568-3D84-934F-BAB9-7A0978B5ADB4}" destId="{7D3991B5-B402-E045-A922-12ECE6931B21}" srcOrd="0" destOrd="0" presId="urn:microsoft.com/office/officeart/2005/8/layout/hProcess11"/>
    <dgm:cxn modelId="{91D26C41-B630-B941-9D0E-4AB1B32A4AFF}" type="presParOf" srcId="{BDE98568-3D84-934F-BAB9-7A0978B5ADB4}" destId="{8697F6B8-AD2D-8C48-9ABD-336C1BBEBBD7}" srcOrd="1" destOrd="0" presId="urn:microsoft.com/office/officeart/2005/8/layout/hProcess11"/>
    <dgm:cxn modelId="{ECE1E109-EDA0-5E45-8B96-C581A0DCE125}" type="presParOf" srcId="{BDE98568-3D84-934F-BAB9-7A0978B5ADB4}" destId="{8C44613E-D9E7-AF48-9E5B-6BE5B7C6EA40}" srcOrd="2" destOrd="0" presId="urn:microsoft.com/office/officeart/2005/8/layout/hProcess11"/>
    <dgm:cxn modelId="{7548256F-9397-094C-A571-5F64724997ED}" type="presParOf" srcId="{C35CAFBC-1FD5-AA40-8C23-02E504690762}" destId="{3DF2F14A-4221-C245-B9DD-DD1EFF146F1C}" srcOrd="3" destOrd="0" presId="urn:microsoft.com/office/officeart/2005/8/layout/hProcess11"/>
    <dgm:cxn modelId="{2B7B5649-6686-9946-AC17-8F320DBAD661}" type="presParOf" srcId="{C35CAFBC-1FD5-AA40-8C23-02E504690762}" destId="{0F90A73D-1656-8F47-A04D-69D3A3018053}" srcOrd="4" destOrd="0" presId="urn:microsoft.com/office/officeart/2005/8/layout/hProcess11"/>
    <dgm:cxn modelId="{542082DD-C53D-3841-B7D2-3ABAB1AD528B}" type="presParOf" srcId="{0F90A73D-1656-8F47-A04D-69D3A3018053}" destId="{3BF9B44D-426A-BD44-B22C-D096155871BB}" srcOrd="0" destOrd="0" presId="urn:microsoft.com/office/officeart/2005/8/layout/hProcess11"/>
    <dgm:cxn modelId="{D650B354-FF5B-A24B-8754-3CA3868D9E08}" type="presParOf" srcId="{0F90A73D-1656-8F47-A04D-69D3A3018053}" destId="{E8E86469-CAA0-6C48-AF04-F8E9680AC545}" srcOrd="1" destOrd="0" presId="urn:microsoft.com/office/officeart/2005/8/layout/hProcess11"/>
    <dgm:cxn modelId="{00F1288C-A4E8-F047-A586-1A2E4513B869}" type="presParOf" srcId="{0F90A73D-1656-8F47-A04D-69D3A3018053}" destId="{E497D9B2-FF1D-6345-8B7A-C4BC074BEC52}" srcOrd="2" destOrd="0" presId="urn:microsoft.com/office/officeart/2005/8/layout/hProcess11"/>
    <dgm:cxn modelId="{D8D0B340-C207-3B4D-9162-38F455AE9DFB}" type="presParOf" srcId="{C35CAFBC-1FD5-AA40-8C23-02E504690762}" destId="{7AF4B02F-847D-2A46-9384-B82F86E98A59}" srcOrd="5" destOrd="0" presId="urn:microsoft.com/office/officeart/2005/8/layout/hProcess11"/>
    <dgm:cxn modelId="{DF6307A2-AF5A-CD44-920D-33F1795A0E48}" type="presParOf" srcId="{C35CAFBC-1FD5-AA40-8C23-02E504690762}" destId="{3676BC99-4927-684C-853F-36C3CD8490AD}" srcOrd="6" destOrd="0" presId="urn:microsoft.com/office/officeart/2005/8/layout/hProcess11"/>
    <dgm:cxn modelId="{66DCB9F9-1D5D-814F-91C2-18DE2B462D22}" type="presParOf" srcId="{3676BC99-4927-684C-853F-36C3CD8490AD}" destId="{30E55ED1-452E-8E4E-8E1B-0704E1F6B3C5}" srcOrd="0" destOrd="0" presId="urn:microsoft.com/office/officeart/2005/8/layout/hProcess11"/>
    <dgm:cxn modelId="{1D99A6E4-F4D3-0746-9EFB-6844809EA963}" type="presParOf" srcId="{3676BC99-4927-684C-853F-36C3CD8490AD}" destId="{9AF72B61-47BD-0C41-93DF-1D3EFB97D40E}" srcOrd="1" destOrd="0" presId="urn:microsoft.com/office/officeart/2005/8/layout/hProcess11"/>
    <dgm:cxn modelId="{F6F2B072-E253-A14C-B2A6-38659B7F3FCD}" type="presParOf" srcId="{3676BC99-4927-684C-853F-36C3CD8490AD}" destId="{532E94B6-A895-E242-BFDA-13826CBFF567}" srcOrd="2" destOrd="0" presId="urn:microsoft.com/office/officeart/2005/8/layout/hProcess11"/>
    <dgm:cxn modelId="{48FACE55-B994-9B4E-AB64-F5FE54D41EC5}" type="presParOf" srcId="{C35CAFBC-1FD5-AA40-8C23-02E504690762}" destId="{BAEC0EC1-12A7-8441-AA08-B9DBAAECEA13}" srcOrd="7" destOrd="0" presId="urn:microsoft.com/office/officeart/2005/8/layout/hProcess11"/>
    <dgm:cxn modelId="{DFE96C61-F818-9041-90B7-9079478C023D}" type="presParOf" srcId="{C35CAFBC-1FD5-AA40-8C23-02E504690762}" destId="{2F2E9EDC-0DE6-274A-9D27-20A47DED08B8}" srcOrd="8" destOrd="0" presId="urn:microsoft.com/office/officeart/2005/8/layout/hProcess11"/>
    <dgm:cxn modelId="{BC7D216D-1F69-8246-9FC1-76CB7DC83CE0}" type="presParOf" srcId="{2F2E9EDC-0DE6-274A-9D27-20A47DED08B8}" destId="{5A6A5F06-52E7-BB4C-B757-930F8572F5BA}" srcOrd="0" destOrd="0" presId="urn:microsoft.com/office/officeart/2005/8/layout/hProcess11"/>
    <dgm:cxn modelId="{AF670325-CC4D-084C-BD20-04740C5E9D8C}" type="presParOf" srcId="{2F2E9EDC-0DE6-274A-9D27-20A47DED08B8}" destId="{D42E69B9-3A96-B64F-A243-EF914D98A5D9}" srcOrd="1" destOrd="0" presId="urn:microsoft.com/office/officeart/2005/8/layout/hProcess11"/>
    <dgm:cxn modelId="{E8EF9539-1660-8440-A7A7-110C69F6CE5D}" type="presParOf" srcId="{2F2E9EDC-0DE6-274A-9D27-20A47DED08B8}" destId="{9B004BB5-BDA2-124F-86EF-42BB60176E78}" srcOrd="2" destOrd="0" presId="urn:microsoft.com/office/officeart/2005/8/layout/hProcess11"/>
    <dgm:cxn modelId="{15E538D1-B318-9345-8507-2AC2137D0EA4}" type="presParOf" srcId="{C35CAFBC-1FD5-AA40-8C23-02E504690762}" destId="{3E10F75E-0B66-7E4B-B938-A2DD47D24581}" srcOrd="9" destOrd="0" presId="urn:microsoft.com/office/officeart/2005/8/layout/hProcess11"/>
    <dgm:cxn modelId="{DE7ED6DD-B521-B542-833A-044D166B1234}" type="presParOf" srcId="{C35CAFBC-1FD5-AA40-8C23-02E504690762}" destId="{F81988D2-CF31-0748-B9DF-EFC3CD922F00}" srcOrd="10" destOrd="0" presId="urn:microsoft.com/office/officeart/2005/8/layout/hProcess11"/>
    <dgm:cxn modelId="{6E2D18D1-2294-134D-9CBA-460208D4F21E}" type="presParOf" srcId="{F81988D2-CF31-0748-B9DF-EFC3CD922F00}" destId="{B183C049-EFBE-7242-973D-6D857830733B}" srcOrd="0" destOrd="0" presId="urn:microsoft.com/office/officeart/2005/8/layout/hProcess11"/>
    <dgm:cxn modelId="{0017D639-067A-FF4C-B23F-EA49AC3FE4C4}" type="presParOf" srcId="{F81988D2-CF31-0748-B9DF-EFC3CD922F00}" destId="{647E0C18-FD54-0649-A6F9-1C49098F32E2}" srcOrd="1" destOrd="0" presId="urn:microsoft.com/office/officeart/2005/8/layout/hProcess11"/>
    <dgm:cxn modelId="{C7F7C361-7275-C24E-AE8B-CD9BE7E81C19}" type="presParOf" srcId="{F81988D2-CF31-0748-B9DF-EFC3CD922F00}" destId="{651A20BE-D03E-D448-98EB-668B9A6CA7F0}" srcOrd="2" destOrd="0" presId="urn:microsoft.com/office/officeart/2005/8/layout/hProcess11"/>
    <dgm:cxn modelId="{43F0BA66-6C3F-AE44-9A37-DBE127A52BD7}" type="presParOf" srcId="{C35CAFBC-1FD5-AA40-8C23-02E504690762}" destId="{CD7A8938-8B26-E945-AD75-32638EE4E906}" srcOrd="11" destOrd="0" presId="urn:microsoft.com/office/officeart/2005/8/layout/hProcess11"/>
    <dgm:cxn modelId="{C44627E2-CC89-CC48-902F-D97CD3358621}" type="presParOf" srcId="{C35CAFBC-1FD5-AA40-8C23-02E504690762}" destId="{B9A58F17-0FB5-7B40-A2D9-3937BA4A4AFC}" srcOrd="12" destOrd="0" presId="urn:microsoft.com/office/officeart/2005/8/layout/hProcess11"/>
    <dgm:cxn modelId="{1A780BC9-4A86-0547-B11A-CDED332BB0A6}" type="presParOf" srcId="{B9A58F17-0FB5-7B40-A2D9-3937BA4A4AFC}" destId="{25E66557-3491-1C49-999C-B9E27F1145DD}" srcOrd="0" destOrd="0" presId="urn:microsoft.com/office/officeart/2005/8/layout/hProcess11"/>
    <dgm:cxn modelId="{84700321-0DD5-3B44-B086-F7C1311C3BC5}" type="presParOf" srcId="{B9A58F17-0FB5-7B40-A2D9-3937BA4A4AFC}" destId="{9E03863F-C95F-7E48-9F4E-6C417F127C30}" srcOrd="1" destOrd="0" presId="urn:microsoft.com/office/officeart/2005/8/layout/hProcess11"/>
    <dgm:cxn modelId="{A945A103-4994-F84F-908B-598711B03D6A}" type="presParOf" srcId="{B9A58F17-0FB5-7B40-A2D9-3937BA4A4AFC}" destId="{3D2684BA-DBD8-AA40-9475-4287E894D942}"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F2A90E-6373-DF42-A6CD-049758145B1B}">
      <dsp:nvSpPr>
        <dsp:cNvPr id="0" name=""/>
        <dsp:cNvSpPr/>
      </dsp:nvSpPr>
      <dsp:spPr>
        <a:xfrm>
          <a:off x="0" y="1305401"/>
          <a:ext cx="10515600" cy="1740535"/>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D5F69F-8CA6-474F-892E-BB3B3A1F6DAE}">
      <dsp:nvSpPr>
        <dsp:cNvPr id="0" name=""/>
        <dsp:cNvSpPr/>
      </dsp:nvSpPr>
      <dsp:spPr>
        <a:xfrm>
          <a:off x="808"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Plan</a:t>
          </a:r>
        </a:p>
      </dsp:txBody>
      <dsp:txXfrm>
        <a:off x="808" y="0"/>
        <a:ext cx="1296222" cy="1740535"/>
      </dsp:txXfrm>
    </dsp:sp>
    <dsp:sp modelId="{614091D0-FF01-2A41-8FEC-3CA9BD3D8F71}">
      <dsp:nvSpPr>
        <dsp:cNvPr id="0" name=""/>
        <dsp:cNvSpPr/>
      </dsp:nvSpPr>
      <dsp:spPr>
        <a:xfrm>
          <a:off x="431352" y="1958102"/>
          <a:ext cx="435133" cy="4351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3991B5-B402-E045-A922-12ECE6931B21}">
      <dsp:nvSpPr>
        <dsp:cNvPr id="0" name=""/>
        <dsp:cNvSpPr/>
      </dsp:nvSpPr>
      <dsp:spPr>
        <a:xfrm>
          <a:off x="1361842" y="2610802"/>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Measure and collect data</a:t>
          </a:r>
        </a:p>
      </dsp:txBody>
      <dsp:txXfrm>
        <a:off x="1361842" y="2610802"/>
        <a:ext cx="1296222" cy="1740535"/>
      </dsp:txXfrm>
    </dsp:sp>
    <dsp:sp modelId="{8697F6B8-AD2D-8C48-9ABD-336C1BBEBBD7}">
      <dsp:nvSpPr>
        <dsp:cNvPr id="0" name=""/>
        <dsp:cNvSpPr/>
      </dsp:nvSpPr>
      <dsp:spPr>
        <a:xfrm>
          <a:off x="1792386" y="1958102"/>
          <a:ext cx="435133" cy="435133"/>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F9B44D-426A-BD44-B22C-D096155871BB}">
      <dsp:nvSpPr>
        <dsp:cNvPr id="0" name=""/>
        <dsp:cNvSpPr/>
      </dsp:nvSpPr>
      <dsp:spPr>
        <a:xfrm>
          <a:off x="2722875"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Develop baseline model</a:t>
          </a:r>
        </a:p>
      </dsp:txBody>
      <dsp:txXfrm>
        <a:off x="2722875" y="0"/>
        <a:ext cx="1296222" cy="1740535"/>
      </dsp:txXfrm>
    </dsp:sp>
    <dsp:sp modelId="{E8E86469-CAA0-6C48-AF04-F8E9680AC545}">
      <dsp:nvSpPr>
        <dsp:cNvPr id="0" name=""/>
        <dsp:cNvSpPr/>
      </dsp:nvSpPr>
      <dsp:spPr>
        <a:xfrm>
          <a:off x="3153419" y="1958102"/>
          <a:ext cx="435133" cy="435133"/>
        </a:xfrm>
        <a:prstGeom prst="ellipse">
          <a:avLst/>
        </a:prstGeom>
        <a:solidFill>
          <a:srgbClr val="F05D5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E55ED1-452E-8E4E-8E1B-0704E1F6B3C5}">
      <dsp:nvSpPr>
        <dsp:cNvPr id="0" name=""/>
        <dsp:cNvSpPr/>
      </dsp:nvSpPr>
      <dsp:spPr>
        <a:xfrm>
          <a:off x="4083908" y="2610802"/>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Installation of ECM</a:t>
          </a:r>
        </a:p>
      </dsp:txBody>
      <dsp:txXfrm>
        <a:off x="4083908" y="2610802"/>
        <a:ext cx="1296222" cy="1740535"/>
      </dsp:txXfrm>
    </dsp:sp>
    <dsp:sp modelId="{9AF72B61-47BD-0C41-93DF-1D3EFB97D40E}">
      <dsp:nvSpPr>
        <dsp:cNvPr id="0" name=""/>
        <dsp:cNvSpPr/>
      </dsp:nvSpPr>
      <dsp:spPr>
        <a:xfrm>
          <a:off x="4514453" y="1958102"/>
          <a:ext cx="435133" cy="435133"/>
        </a:xfrm>
        <a:prstGeom prst="ellipse">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6A5F06-52E7-BB4C-B757-930F8572F5BA}">
      <dsp:nvSpPr>
        <dsp:cNvPr id="0" name=""/>
        <dsp:cNvSpPr/>
      </dsp:nvSpPr>
      <dsp:spPr>
        <a:xfrm>
          <a:off x="5444942"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Measure and collect data</a:t>
          </a:r>
        </a:p>
      </dsp:txBody>
      <dsp:txXfrm>
        <a:off x="5444942" y="0"/>
        <a:ext cx="1296222" cy="1740535"/>
      </dsp:txXfrm>
    </dsp:sp>
    <dsp:sp modelId="{D42E69B9-3A96-B64F-A243-EF914D98A5D9}">
      <dsp:nvSpPr>
        <dsp:cNvPr id="0" name=""/>
        <dsp:cNvSpPr/>
      </dsp:nvSpPr>
      <dsp:spPr>
        <a:xfrm>
          <a:off x="5875486" y="1958102"/>
          <a:ext cx="435133" cy="435133"/>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83C049-EFBE-7242-973D-6D857830733B}">
      <dsp:nvSpPr>
        <dsp:cNvPr id="0" name=""/>
        <dsp:cNvSpPr/>
      </dsp:nvSpPr>
      <dsp:spPr>
        <a:xfrm>
          <a:off x="6805975" y="2610802"/>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Adjust baseline model</a:t>
          </a:r>
        </a:p>
      </dsp:txBody>
      <dsp:txXfrm>
        <a:off x="6805975" y="2610802"/>
        <a:ext cx="1296222" cy="1740535"/>
      </dsp:txXfrm>
    </dsp:sp>
    <dsp:sp modelId="{647E0C18-FD54-0649-A6F9-1C49098F32E2}">
      <dsp:nvSpPr>
        <dsp:cNvPr id="0" name=""/>
        <dsp:cNvSpPr/>
      </dsp:nvSpPr>
      <dsp:spPr>
        <a:xfrm>
          <a:off x="7236519" y="1958102"/>
          <a:ext cx="435133" cy="435133"/>
        </a:xfrm>
        <a:prstGeom prst="ellipse">
          <a:avLst/>
        </a:prstGeom>
        <a:solidFill>
          <a:srgbClr val="F05D5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E66557-3491-1C49-999C-B9E27F1145DD}">
      <dsp:nvSpPr>
        <dsp:cNvPr id="0" name=""/>
        <dsp:cNvSpPr/>
      </dsp:nvSpPr>
      <dsp:spPr>
        <a:xfrm>
          <a:off x="8167009"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Report</a:t>
          </a:r>
        </a:p>
      </dsp:txBody>
      <dsp:txXfrm>
        <a:off x="8167009" y="0"/>
        <a:ext cx="1296222" cy="1740535"/>
      </dsp:txXfrm>
    </dsp:sp>
    <dsp:sp modelId="{9E03863F-C95F-7E48-9F4E-6C417F127C30}">
      <dsp:nvSpPr>
        <dsp:cNvPr id="0" name=""/>
        <dsp:cNvSpPr/>
      </dsp:nvSpPr>
      <dsp:spPr>
        <a:xfrm>
          <a:off x="8597553" y="1958102"/>
          <a:ext cx="435133" cy="4351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F2A90E-6373-DF42-A6CD-049758145B1B}">
      <dsp:nvSpPr>
        <dsp:cNvPr id="0" name=""/>
        <dsp:cNvSpPr/>
      </dsp:nvSpPr>
      <dsp:spPr>
        <a:xfrm>
          <a:off x="0" y="1305401"/>
          <a:ext cx="10515600" cy="1740535"/>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D5F69F-8CA6-474F-892E-BB3B3A1F6DAE}">
      <dsp:nvSpPr>
        <dsp:cNvPr id="0" name=""/>
        <dsp:cNvSpPr/>
      </dsp:nvSpPr>
      <dsp:spPr>
        <a:xfrm>
          <a:off x="808"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Plan</a:t>
          </a:r>
        </a:p>
      </dsp:txBody>
      <dsp:txXfrm>
        <a:off x="808" y="0"/>
        <a:ext cx="1296222" cy="1740535"/>
      </dsp:txXfrm>
    </dsp:sp>
    <dsp:sp modelId="{614091D0-FF01-2A41-8FEC-3CA9BD3D8F71}">
      <dsp:nvSpPr>
        <dsp:cNvPr id="0" name=""/>
        <dsp:cNvSpPr/>
      </dsp:nvSpPr>
      <dsp:spPr>
        <a:xfrm>
          <a:off x="431352" y="1958102"/>
          <a:ext cx="435133" cy="4351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3991B5-B402-E045-A922-12ECE6931B21}">
      <dsp:nvSpPr>
        <dsp:cNvPr id="0" name=""/>
        <dsp:cNvSpPr/>
      </dsp:nvSpPr>
      <dsp:spPr>
        <a:xfrm>
          <a:off x="1361842" y="2610802"/>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Measure and collect data</a:t>
          </a:r>
        </a:p>
      </dsp:txBody>
      <dsp:txXfrm>
        <a:off x="1361842" y="2610802"/>
        <a:ext cx="1296222" cy="1740535"/>
      </dsp:txXfrm>
    </dsp:sp>
    <dsp:sp modelId="{8697F6B8-AD2D-8C48-9ABD-336C1BBEBBD7}">
      <dsp:nvSpPr>
        <dsp:cNvPr id="0" name=""/>
        <dsp:cNvSpPr/>
      </dsp:nvSpPr>
      <dsp:spPr>
        <a:xfrm>
          <a:off x="1792386" y="1958102"/>
          <a:ext cx="435133" cy="435133"/>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F9B44D-426A-BD44-B22C-D096155871BB}">
      <dsp:nvSpPr>
        <dsp:cNvPr id="0" name=""/>
        <dsp:cNvSpPr/>
      </dsp:nvSpPr>
      <dsp:spPr>
        <a:xfrm>
          <a:off x="2722875"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Develop baseline model</a:t>
          </a:r>
        </a:p>
      </dsp:txBody>
      <dsp:txXfrm>
        <a:off x="2722875" y="0"/>
        <a:ext cx="1296222" cy="1740535"/>
      </dsp:txXfrm>
    </dsp:sp>
    <dsp:sp modelId="{E8E86469-CAA0-6C48-AF04-F8E9680AC545}">
      <dsp:nvSpPr>
        <dsp:cNvPr id="0" name=""/>
        <dsp:cNvSpPr/>
      </dsp:nvSpPr>
      <dsp:spPr>
        <a:xfrm>
          <a:off x="3153419" y="1958102"/>
          <a:ext cx="435133" cy="435133"/>
        </a:xfrm>
        <a:prstGeom prst="ellipse">
          <a:avLst/>
        </a:prstGeom>
        <a:solidFill>
          <a:srgbClr val="F05D5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E55ED1-452E-8E4E-8E1B-0704E1F6B3C5}">
      <dsp:nvSpPr>
        <dsp:cNvPr id="0" name=""/>
        <dsp:cNvSpPr/>
      </dsp:nvSpPr>
      <dsp:spPr>
        <a:xfrm>
          <a:off x="4206239" y="3069063"/>
          <a:ext cx="1051560" cy="112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endParaRPr lang="en-US" sz="1500" b="0" i="0" kern="1200" dirty="0">
            <a:latin typeface="Verdana" panose="020B0604030504040204" pitchFamily="34" charset="0"/>
          </a:endParaRPr>
        </a:p>
      </dsp:txBody>
      <dsp:txXfrm>
        <a:off x="4206239" y="3069063"/>
        <a:ext cx="1051560" cy="1129520"/>
      </dsp:txXfrm>
    </dsp:sp>
    <dsp:sp modelId="{9AF72B61-47BD-0C41-93DF-1D3EFB97D40E}">
      <dsp:nvSpPr>
        <dsp:cNvPr id="0" name=""/>
        <dsp:cNvSpPr/>
      </dsp:nvSpPr>
      <dsp:spPr>
        <a:xfrm>
          <a:off x="4514453" y="2110855"/>
          <a:ext cx="435133" cy="435133"/>
        </a:xfrm>
        <a:prstGeom prst="ellipse">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6A5F06-52E7-BB4C-B757-930F8572F5BA}">
      <dsp:nvSpPr>
        <dsp:cNvPr id="0" name=""/>
        <dsp:cNvSpPr/>
      </dsp:nvSpPr>
      <dsp:spPr>
        <a:xfrm>
          <a:off x="5444942"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Measure and collect data</a:t>
          </a:r>
        </a:p>
      </dsp:txBody>
      <dsp:txXfrm>
        <a:off x="5444942" y="0"/>
        <a:ext cx="1296222" cy="1740535"/>
      </dsp:txXfrm>
    </dsp:sp>
    <dsp:sp modelId="{D42E69B9-3A96-B64F-A243-EF914D98A5D9}">
      <dsp:nvSpPr>
        <dsp:cNvPr id="0" name=""/>
        <dsp:cNvSpPr/>
      </dsp:nvSpPr>
      <dsp:spPr>
        <a:xfrm>
          <a:off x="5875486" y="1958102"/>
          <a:ext cx="435133" cy="435133"/>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83C049-EFBE-7242-973D-6D857830733B}">
      <dsp:nvSpPr>
        <dsp:cNvPr id="0" name=""/>
        <dsp:cNvSpPr/>
      </dsp:nvSpPr>
      <dsp:spPr>
        <a:xfrm>
          <a:off x="6805975" y="2610802"/>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Adjust baseline model</a:t>
          </a:r>
        </a:p>
      </dsp:txBody>
      <dsp:txXfrm>
        <a:off x="6805975" y="2610802"/>
        <a:ext cx="1296222" cy="1740535"/>
      </dsp:txXfrm>
    </dsp:sp>
    <dsp:sp modelId="{647E0C18-FD54-0649-A6F9-1C49098F32E2}">
      <dsp:nvSpPr>
        <dsp:cNvPr id="0" name=""/>
        <dsp:cNvSpPr/>
      </dsp:nvSpPr>
      <dsp:spPr>
        <a:xfrm>
          <a:off x="7236519" y="1958102"/>
          <a:ext cx="435133" cy="435133"/>
        </a:xfrm>
        <a:prstGeom prst="ellipse">
          <a:avLst/>
        </a:prstGeom>
        <a:solidFill>
          <a:srgbClr val="F05D5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E66557-3491-1C49-999C-B9E27F1145DD}">
      <dsp:nvSpPr>
        <dsp:cNvPr id="0" name=""/>
        <dsp:cNvSpPr/>
      </dsp:nvSpPr>
      <dsp:spPr>
        <a:xfrm>
          <a:off x="8167009"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Report</a:t>
          </a:r>
        </a:p>
      </dsp:txBody>
      <dsp:txXfrm>
        <a:off x="8167009" y="0"/>
        <a:ext cx="1296222" cy="1740535"/>
      </dsp:txXfrm>
    </dsp:sp>
    <dsp:sp modelId="{9E03863F-C95F-7E48-9F4E-6C417F127C30}">
      <dsp:nvSpPr>
        <dsp:cNvPr id="0" name=""/>
        <dsp:cNvSpPr/>
      </dsp:nvSpPr>
      <dsp:spPr>
        <a:xfrm>
          <a:off x="8597553" y="1958102"/>
          <a:ext cx="435133" cy="4351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4AC3932-3886-AF3B-4577-2492C2720727}"/>
              </a:ext>
            </a:extLst>
          </p:cNvPr>
          <p:cNvSpPr>
            <a:spLocks noGrp="1"/>
          </p:cNvSpPr>
          <p:nvPr>
            <p:ph type="ftr" sz="quarter" idx="2"/>
          </p:nvPr>
        </p:nvSpPr>
        <p:spPr>
          <a:xfrm>
            <a:off x="628000" y="9120188"/>
            <a:ext cx="2542238" cy="481012"/>
          </a:xfrm>
          <a:prstGeom prst="rect">
            <a:avLst/>
          </a:prstGeom>
        </p:spPr>
        <p:txBody>
          <a:bodyPr vert="horz" lIns="91440" tIns="45720" rIns="91440" bIns="45720" rtlCol="0" anchor="ctr"/>
          <a:lstStyle>
            <a:lvl1pPr algn="l">
              <a:defRPr sz="1200"/>
            </a:lvl1pPr>
          </a:lstStyle>
          <a:p>
            <a:r>
              <a:rPr lang="en-US" dirty="0">
                <a:latin typeface="Verdana" panose="020B0604030504040204" pitchFamily="34" charset="0"/>
                <a:ea typeface="Verdana" panose="020B0604030504040204" pitchFamily="34" charset="0"/>
              </a:rPr>
              <a:t>CMVP_v2.0_G_v1.1</a:t>
            </a:r>
          </a:p>
        </p:txBody>
      </p:sp>
      <p:sp>
        <p:nvSpPr>
          <p:cNvPr id="3" name="Slide Number Placeholder 2">
            <a:extLst>
              <a:ext uri="{FF2B5EF4-FFF2-40B4-BE49-F238E27FC236}">
                <a16:creationId xmlns:a16="http://schemas.microsoft.com/office/drawing/2014/main" id="{7099AACF-F874-6EBB-6E79-2DC0B8D9F232}"/>
              </a:ext>
            </a:extLst>
          </p:cNvPr>
          <p:cNvSpPr>
            <a:spLocks noGrp="1"/>
          </p:cNvSpPr>
          <p:nvPr>
            <p:ph type="sldNum" sz="quarter" idx="3"/>
          </p:nvPr>
        </p:nvSpPr>
        <p:spPr>
          <a:xfrm>
            <a:off x="4143375" y="9120188"/>
            <a:ext cx="2542238" cy="481012"/>
          </a:xfrm>
          <a:prstGeom prst="rect">
            <a:avLst/>
          </a:prstGeom>
        </p:spPr>
        <p:txBody>
          <a:bodyPr vert="horz" lIns="91440" tIns="45720" rIns="91440" bIns="45720" rtlCol="0" anchor="ctr"/>
          <a:lstStyle>
            <a:lvl1pPr algn="r">
              <a:defRPr sz="1200"/>
            </a:lvl1pPr>
          </a:lstStyle>
          <a:p>
            <a:fld id="{6A0A43C9-0FE5-4E47-A9B5-EF746693113D}" type="slidenum">
              <a:rPr lang="en-US" smtClean="0">
                <a:latin typeface="Verdana" panose="020B0604030504040204" pitchFamily="34" charset="0"/>
                <a:ea typeface="Verdana" panose="020B0604030504040204" pitchFamily="34" charset="0"/>
              </a:rPr>
              <a:t>‹#›</a:t>
            </a:fld>
            <a:endParaRPr lang="en-US">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b="0" i="0">
                <a:latin typeface="Verdana" panose="020B0604030504040204" pitchFamily="34" charset="0"/>
              </a:defRPr>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b="0" i="0">
                <a:latin typeface="Verdana" panose="020B0604030504040204" pitchFamily="34" charset="0"/>
              </a:defRPr>
            </a:lvl1pPr>
          </a:lstStyle>
          <a:p>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8"/>
            <a:ext cx="5852160" cy="3240405"/>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b="0" i="0">
                <a:latin typeface="Verdana" panose="020B0604030504040204" pitchFamily="34" charset="0"/>
              </a:defRPr>
            </a:lvl1pPr>
          </a:lstStyle>
          <a:p>
            <a:r>
              <a:rPr lang="en-US"/>
              <a:t>CMVP_v2022.07</a:t>
            </a:r>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b="0" i="0">
                <a:latin typeface="Verdana" panose="020B0604030504040204" pitchFamily="34" charset="0"/>
              </a:defRPr>
            </a:lvl1pPr>
          </a:lstStyle>
          <a:p>
            <a:fld id="{82869989-EB00-4EE7-BCB5-25BDC5BB29F8}" type="slidenum">
              <a:rPr lang="en-US" smtClean="0"/>
              <a:pPr/>
              <a:t>‹#›</a:t>
            </a:fld>
            <a:endParaRPr lang="en-US"/>
          </a:p>
        </p:txBody>
      </p:sp>
      <p:pic>
        <p:nvPicPr>
          <p:cNvPr id="8" name="Picture 7" descr="A picture containing clipart&#10;&#10;Description automatically generated">
            <a:extLst>
              <a:ext uri="{FF2B5EF4-FFF2-40B4-BE49-F238E27FC236}">
                <a16:creationId xmlns:a16="http://schemas.microsoft.com/office/drawing/2014/main" id="{282D8A7A-2763-924E-9D2B-562D2FA8E6F8}"/>
              </a:ext>
            </a:extLst>
          </p:cNvPr>
          <p:cNvPicPr>
            <a:picLocks noChangeAspect="1"/>
          </p:cNvPicPr>
          <p:nvPr/>
        </p:nvPicPr>
        <p:blipFill>
          <a:blip r:embed="rId2"/>
          <a:stretch>
            <a:fillRect/>
          </a:stretch>
        </p:blipFill>
        <p:spPr>
          <a:xfrm>
            <a:off x="3011961" y="8838448"/>
            <a:ext cx="1291278" cy="562051"/>
          </a:xfrm>
          <a:prstGeom prst="rect">
            <a:avLst/>
          </a:prstGeom>
        </p:spPr>
      </p:pic>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b="0" i="0" kern="1200">
        <a:solidFill>
          <a:schemeClr val="tx1"/>
        </a:solidFill>
        <a:latin typeface="Verdana" panose="020B0604030504040204" pitchFamily="34" charset="0"/>
        <a:ea typeface="+mn-ea"/>
        <a:cs typeface="+mn-cs"/>
      </a:defRPr>
    </a:lvl1pPr>
    <a:lvl2pPr marL="457200" algn="l" defTabSz="914400" rtl="0" eaLnBrk="1" latinLnBrk="0" hangingPunct="1">
      <a:defRPr sz="1200" b="0" i="0" kern="1200">
        <a:solidFill>
          <a:schemeClr val="tx1"/>
        </a:solidFill>
        <a:latin typeface="Verdana" panose="020B0604030504040204" pitchFamily="34" charset="0"/>
        <a:ea typeface="+mn-ea"/>
        <a:cs typeface="+mn-cs"/>
      </a:defRPr>
    </a:lvl2pPr>
    <a:lvl3pPr marL="914400" algn="l" defTabSz="914400" rtl="0" eaLnBrk="1" latinLnBrk="0" hangingPunct="1">
      <a:defRPr sz="1200" b="0" i="0" kern="1200">
        <a:solidFill>
          <a:schemeClr val="tx1"/>
        </a:solidFill>
        <a:latin typeface="Verdana" panose="020B0604030504040204" pitchFamily="34" charset="0"/>
        <a:ea typeface="+mn-ea"/>
        <a:cs typeface="+mn-cs"/>
      </a:defRPr>
    </a:lvl3pPr>
    <a:lvl4pPr marL="1371600" algn="l" defTabSz="914400" rtl="0" eaLnBrk="1" latinLnBrk="0" hangingPunct="1">
      <a:defRPr sz="1200" b="0" i="0" kern="1200">
        <a:solidFill>
          <a:schemeClr val="tx1"/>
        </a:solidFill>
        <a:latin typeface="Verdana" panose="020B0604030504040204" pitchFamily="34" charset="0"/>
        <a:ea typeface="+mn-ea"/>
        <a:cs typeface="+mn-cs"/>
      </a:defRPr>
    </a:lvl4pPr>
    <a:lvl5pPr marL="1828800" algn="l" defTabSz="914400" rtl="0" eaLnBrk="1" latinLnBrk="0" hangingPunct="1">
      <a:defRPr sz="1200" b="0" i="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a:t>
            </a:r>
            <a:r>
              <a:rPr lang="en-US" dirty="0"/>
              <a:t>: The content of this module is the heart and soul of the counterfactual method. It is what differentiates M&amp;V from targeting, benchmarking, or simple measurements for verification.</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a:t>
            </a:fld>
            <a:endParaRPr lang="en-US"/>
          </a:p>
        </p:txBody>
      </p:sp>
    </p:spTree>
    <p:extLst>
      <p:ext uri="{BB962C8B-B14F-4D97-AF65-F5344CB8AC3E}">
        <p14:creationId xmlns:p14="http://schemas.microsoft.com/office/powerpoint/2010/main" val="2342578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t>3</a:t>
            </a:fld>
            <a:endParaRPr lang="en-US"/>
          </a:p>
        </p:txBody>
      </p:sp>
      <p:sp>
        <p:nvSpPr>
          <p:cNvPr id="5" name="Footer Placeholder 4">
            <a:extLst>
              <a:ext uri="{FF2B5EF4-FFF2-40B4-BE49-F238E27FC236}">
                <a16:creationId xmlns:a16="http://schemas.microsoft.com/office/drawing/2014/main" id="{A070A193-63FB-376B-4BFD-8B1122982842}"/>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41432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EB5FD-B819-16EC-C718-6540988202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B45CF2-CC0C-92EB-D004-5B99E4A4E5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775BE0-29C9-7DCA-6E28-1459E21DB0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F8E0B6-637A-0E32-76EF-4E6F5F5C9E87}"/>
              </a:ext>
            </a:extLst>
          </p:cNvPr>
          <p:cNvSpPr>
            <a:spLocks noGrp="1"/>
          </p:cNvSpPr>
          <p:nvPr>
            <p:ph type="sldNum" sz="quarter" idx="5"/>
          </p:nvPr>
        </p:nvSpPr>
        <p:spPr/>
        <p:txBody>
          <a:bodyPr/>
          <a:lstStyle/>
          <a:p>
            <a:fld id="{82869989-EB00-4EE7-BCB5-25BDC5BB29F8}" type="slidenum">
              <a:rPr lang="en-US" smtClean="0"/>
              <a:t>4</a:t>
            </a:fld>
            <a:endParaRPr lang="en-US"/>
          </a:p>
        </p:txBody>
      </p:sp>
      <p:sp>
        <p:nvSpPr>
          <p:cNvPr id="5" name="Footer Placeholder 4">
            <a:extLst>
              <a:ext uri="{FF2B5EF4-FFF2-40B4-BE49-F238E27FC236}">
                <a16:creationId xmlns:a16="http://schemas.microsoft.com/office/drawing/2014/main" id="{5FE65E34-DF73-CD72-7B50-51074DF6FF26}"/>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855932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5</a:t>
            </a:fld>
            <a:endParaRPr lang="en-US"/>
          </a:p>
        </p:txBody>
      </p:sp>
    </p:spTree>
    <p:extLst>
      <p:ext uri="{BB962C8B-B14F-4D97-AF65-F5344CB8AC3E}">
        <p14:creationId xmlns:p14="http://schemas.microsoft.com/office/powerpoint/2010/main" val="2913666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6</a:t>
            </a:fld>
            <a:endParaRPr lang="en-US"/>
          </a:p>
        </p:txBody>
      </p:sp>
    </p:spTree>
    <p:extLst>
      <p:ext uri="{BB962C8B-B14F-4D97-AF65-F5344CB8AC3E}">
        <p14:creationId xmlns:p14="http://schemas.microsoft.com/office/powerpoint/2010/main" val="2347296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F6C43-EEB5-A06F-72E4-909032024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624CB-2DD6-6BE1-8C94-80D2342418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51515B-279E-FD58-7495-1E35DD9ADC23}"/>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AE306DD9-CE53-C137-9082-D227E9EA7E1E}"/>
              </a:ext>
            </a:extLst>
          </p:cNvPr>
          <p:cNvSpPr>
            <a:spLocks noGrp="1"/>
          </p:cNvSpPr>
          <p:nvPr>
            <p:ph type="ftr" sz="quarter" idx="4"/>
          </p:nvPr>
        </p:nvSpPr>
        <p:spPr/>
        <p:txBody>
          <a:bodyPr/>
          <a:lstStyle/>
          <a:p>
            <a:r>
              <a:rPr lang="en-US"/>
              <a:t>CMVP_v2022.07</a:t>
            </a:r>
          </a:p>
        </p:txBody>
      </p:sp>
      <p:sp>
        <p:nvSpPr>
          <p:cNvPr id="5" name="Slide Number Placeholder 4">
            <a:extLst>
              <a:ext uri="{FF2B5EF4-FFF2-40B4-BE49-F238E27FC236}">
                <a16:creationId xmlns:a16="http://schemas.microsoft.com/office/drawing/2014/main" id="{00DEEEC2-042C-58B2-A654-5BF597DDA37C}"/>
              </a:ext>
            </a:extLst>
          </p:cNvPr>
          <p:cNvSpPr>
            <a:spLocks noGrp="1"/>
          </p:cNvSpPr>
          <p:nvPr>
            <p:ph type="sldNum" sz="quarter" idx="5"/>
          </p:nvPr>
        </p:nvSpPr>
        <p:spPr/>
        <p:txBody>
          <a:bodyPr/>
          <a:lstStyle/>
          <a:p>
            <a:fld id="{82869989-EB00-4EE7-BCB5-25BDC5BB29F8}" type="slidenum">
              <a:rPr lang="en-US" smtClean="0"/>
              <a:pPr/>
              <a:t>7</a:t>
            </a:fld>
            <a:endParaRPr lang="en-US"/>
          </a:p>
        </p:txBody>
      </p:sp>
    </p:spTree>
    <p:extLst>
      <p:ext uri="{BB962C8B-B14F-4D97-AF65-F5344CB8AC3E}">
        <p14:creationId xmlns:p14="http://schemas.microsoft.com/office/powerpoint/2010/main" val="480560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“Coverage factor” is another term for the full range of conditions. ASHRAE requires a coverage factor of at least 90%.</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9</a:t>
            </a:fld>
            <a:endParaRPr lang="en-US"/>
          </a:p>
        </p:txBody>
      </p:sp>
    </p:spTree>
    <p:extLst>
      <p:ext uri="{BB962C8B-B14F-4D97-AF65-F5344CB8AC3E}">
        <p14:creationId xmlns:p14="http://schemas.microsoft.com/office/powerpoint/2010/main" val="1632433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11</a:t>
            </a:fld>
            <a:endParaRPr lang="en-US"/>
          </a:p>
        </p:txBody>
      </p:sp>
    </p:spTree>
    <p:extLst>
      <p:ext uri="{BB962C8B-B14F-4D97-AF65-F5344CB8AC3E}">
        <p14:creationId xmlns:p14="http://schemas.microsoft.com/office/powerpoint/2010/main" val="2835940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12</a:t>
            </a:fld>
            <a:endParaRPr lang="en-US"/>
          </a:p>
        </p:txBody>
      </p:sp>
    </p:spTree>
    <p:extLst>
      <p:ext uri="{BB962C8B-B14F-4D97-AF65-F5344CB8AC3E}">
        <p14:creationId xmlns:p14="http://schemas.microsoft.com/office/powerpoint/2010/main" val="20738412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13</a:t>
            </a:fld>
            <a:endParaRPr lang="en-US"/>
          </a:p>
        </p:txBody>
      </p:sp>
    </p:spTree>
    <p:extLst>
      <p:ext uri="{BB962C8B-B14F-4D97-AF65-F5344CB8AC3E}">
        <p14:creationId xmlns:p14="http://schemas.microsoft.com/office/powerpoint/2010/main" val="3023037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Non-routine event detection through M&amp;V 2.0.</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14</a:t>
            </a:fld>
            <a:endParaRPr lang="en-US"/>
          </a:p>
        </p:txBody>
      </p:sp>
    </p:spTree>
    <p:extLst>
      <p:ext uri="{BB962C8B-B14F-4D97-AF65-F5344CB8AC3E}">
        <p14:creationId xmlns:p14="http://schemas.microsoft.com/office/powerpoint/2010/main" val="613168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This approach is rarely used. It should be relied on only when avoided energy and normalized don’t work.</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18</a:t>
            </a:fld>
            <a:endParaRPr lang="en-US"/>
          </a:p>
        </p:txBody>
      </p:sp>
    </p:spTree>
    <p:extLst>
      <p:ext uri="{BB962C8B-B14F-4D97-AF65-F5344CB8AC3E}">
        <p14:creationId xmlns:p14="http://schemas.microsoft.com/office/powerpoint/2010/main" val="25449067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19</a:t>
            </a:fld>
            <a:endParaRPr lang="en-US"/>
          </a:p>
        </p:txBody>
      </p:sp>
    </p:spTree>
    <p:extLst>
      <p:ext uri="{BB962C8B-B14F-4D97-AF65-F5344CB8AC3E}">
        <p14:creationId xmlns:p14="http://schemas.microsoft.com/office/powerpoint/2010/main" val="165951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Feel free to customize as desired.</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21</a:t>
            </a:fld>
            <a:endParaRPr lang="en-US"/>
          </a:p>
        </p:txBody>
      </p:sp>
    </p:spTree>
    <p:extLst>
      <p:ext uri="{BB962C8B-B14F-4D97-AF65-F5344CB8AC3E}">
        <p14:creationId xmlns:p14="http://schemas.microsoft.com/office/powerpoint/2010/main" val="3023322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Verdana" panose="020B060403050404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64763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7216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9F4859F1-D5C7-EC48-BAD7-2B16180A04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241153"/>
            <a:ext cx="12192000" cy="1616847"/>
          </a:xfrm>
          <a:prstGeom prst="rect">
            <a:avLst/>
          </a:prstGeom>
        </p:spPr>
      </p:pic>
      <p:sp>
        <p:nvSpPr>
          <p:cNvPr id="2" name="Title 1">
            <a:extLst>
              <a:ext uri="{FF2B5EF4-FFF2-40B4-BE49-F238E27FC236}">
                <a16:creationId xmlns:a16="http://schemas.microsoft.com/office/drawing/2014/main" id="{59F6F62F-6086-F647-B44F-19908D7E21F7}"/>
              </a:ext>
            </a:extLst>
          </p:cNvPr>
          <p:cNvSpPr>
            <a:spLocks noGrp="1"/>
          </p:cNvSpPr>
          <p:nvPr>
            <p:ph type="title"/>
          </p:nvPr>
        </p:nvSpPr>
        <p:spPr>
          <a:xfrm>
            <a:off x="831850" y="576263"/>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C8EEF1-B00A-A645-A6F4-005FCEF7A515}"/>
              </a:ext>
            </a:extLst>
          </p:cNvPr>
          <p:cNvSpPr>
            <a:spLocks noGrp="1"/>
          </p:cNvSpPr>
          <p:nvPr>
            <p:ph type="body" idx="1"/>
          </p:nvPr>
        </p:nvSpPr>
        <p:spPr>
          <a:xfrm>
            <a:off x="831850" y="3455988"/>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58" name="Straight Connector 57">
            <a:extLst>
              <a:ext uri="{FF2B5EF4-FFF2-40B4-BE49-F238E27FC236}">
                <a16:creationId xmlns:a16="http://schemas.microsoft.com/office/drawing/2014/main" id="{985FC28C-C508-BD4C-8B9A-740C8339A1AA}"/>
              </a:ext>
            </a:extLst>
          </p:cNvPr>
          <p:cNvCxnSpPr>
            <a:cxnSpLocks/>
          </p:cNvCxnSpPr>
          <p:nvPr userDrawn="1"/>
        </p:nvCxnSpPr>
        <p:spPr>
          <a:xfrm>
            <a:off x="958362" y="4160700"/>
            <a:ext cx="10287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0709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4221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256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3377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5895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3132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9722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400269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027250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mj-lt"/>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9801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1783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0697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1984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6785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9374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330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7615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45575DB-02D9-E952-2213-315BDA88FD42}"/>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34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614527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pic>
        <p:nvPicPr>
          <p:cNvPr id="7" name="Picture 6" descr="A picture containing clipart&#10;&#10;Description automatically generated">
            <a:extLst>
              <a:ext uri="{FF2B5EF4-FFF2-40B4-BE49-F238E27FC236}">
                <a16:creationId xmlns:a16="http://schemas.microsoft.com/office/drawing/2014/main" id="{C49ED7A3-C649-6235-DF9D-F3B16E3C813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C9CE07EE-50FE-474D-0F8E-5F992A7404BA}"/>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4485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965564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B08F-9BA6-F36A-B0D9-029AA4C2262C}"/>
              </a:ext>
            </a:extLst>
          </p:cNvPr>
          <p:cNvSpPr>
            <a:spLocks noGrp="1"/>
          </p:cNvSpPr>
          <p:nvPr>
            <p:ph type="title"/>
          </p:nvPr>
        </p:nvSpPr>
        <p:spPr>
          <a:xfrm>
            <a:off x="838200" y="5284258"/>
            <a:ext cx="10515600" cy="1325563"/>
          </a:xfr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4159926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93B1B-427B-4952-82AE-60202DAD191C}"/>
              </a:ext>
            </a:extLst>
          </p:cNvPr>
          <p:cNvSpPr>
            <a:spLocks noGrp="1"/>
          </p:cNvSpPr>
          <p:nvPr>
            <p:ph type="ctrTitle"/>
          </p:nvPr>
        </p:nvSpPr>
        <p:spPr>
          <a:xfrm>
            <a:off x="958361" y="1573469"/>
            <a:ext cx="10286999" cy="2387600"/>
          </a:xfrm>
        </p:spPr>
        <p:txBody>
          <a:bodyPr anchor="b"/>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67303964-C8C6-AA7F-4B01-73CD18CA12C9}"/>
              </a:ext>
            </a:extLst>
          </p:cNvPr>
          <p:cNvSpPr>
            <a:spLocks noGrp="1"/>
          </p:cNvSpPr>
          <p:nvPr>
            <p:ph type="subTitle" idx="1"/>
          </p:nvPr>
        </p:nvSpPr>
        <p:spPr>
          <a:xfrm>
            <a:off x="958362" y="4360332"/>
            <a:ext cx="10286998"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descr="A screenshot of a computer&#10;&#10;Description automatically generated with medium confidence">
            <a:extLst>
              <a:ext uri="{FF2B5EF4-FFF2-40B4-BE49-F238E27FC236}">
                <a16:creationId xmlns:a16="http://schemas.microsoft.com/office/drawing/2014/main" id="{36028D5E-48DB-E431-5A76-631B89710B9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241153"/>
            <a:ext cx="12192000" cy="1616847"/>
          </a:xfrm>
          <a:prstGeom prst="rect">
            <a:avLst/>
          </a:prstGeom>
        </p:spPr>
      </p:pic>
      <p:cxnSp>
        <p:nvCxnSpPr>
          <p:cNvPr id="9" name="Straight Connector 8">
            <a:extLst>
              <a:ext uri="{FF2B5EF4-FFF2-40B4-BE49-F238E27FC236}">
                <a16:creationId xmlns:a16="http://schemas.microsoft.com/office/drawing/2014/main" id="{33D4D6E7-D4E4-72C3-4120-84A91FF37BD3}"/>
              </a:ext>
            </a:extLst>
          </p:cNvPr>
          <p:cNvCxnSpPr>
            <a:cxnSpLocks/>
          </p:cNvCxnSpPr>
          <p:nvPr userDrawn="1"/>
        </p:nvCxnSpPr>
        <p:spPr>
          <a:xfrm>
            <a:off x="958362"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6006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6"/>
            <a:ext cx="10515600" cy="664422"/>
          </a:xfrm>
        </p:spPr>
        <p:txBody>
          <a:bodyPr/>
          <a:lstStyle/>
          <a:p>
            <a:r>
              <a:rPr lang="en-US"/>
              <a:t>Click to edit Master title style</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ABEA586E-8A46-1697-3026-716DEAC586D5}"/>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5" name="Picture Placeholder 4">
            <a:extLst>
              <a:ext uri="{FF2B5EF4-FFF2-40B4-BE49-F238E27FC236}">
                <a16:creationId xmlns:a16="http://schemas.microsoft.com/office/drawing/2014/main" id="{52C8A555-1706-5637-0DCF-42D6F9346F99}"/>
              </a:ext>
            </a:extLst>
          </p:cNvPr>
          <p:cNvSpPr>
            <a:spLocks noGrp="1"/>
          </p:cNvSpPr>
          <p:nvPr>
            <p:ph type="pic" sz="quarter" idx="11"/>
          </p:nvPr>
        </p:nvSpPr>
        <p:spPr>
          <a:xfrm>
            <a:off x="834621" y="1028935"/>
            <a:ext cx="5259391" cy="2400065"/>
          </a:xfrm>
        </p:spPr>
        <p:txBody>
          <a:bodyPr/>
          <a:lstStyle/>
          <a:p>
            <a:endParaRPr lang="en-US"/>
          </a:p>
        </p:txBody>
      </p:sp>
      <p:sp>
        <p:nvSpPr>
          <p:cNvPr id="12" name="Picture Placeholder 4">
            <a:extLst>
              <a:ext uri="{FF2B5EF4-FFF2-40B4-BE49-F238E27FC236}">
                <a16:creationId xmlns:a16="http://schemas.microsoft.com/office/drawing/2014/main" id="{A15DAA1B-DA05-AF85-ED79-730185EDE2B1}"/>
              </a:ext>
            </a:extLst>
          </p:cNvPr>
          <p:cNvSpPr>
            <a:spLocks noGrp="1"/>
          </p:cNvSpPr>
          <p:nvPr>
            <p:ph type="pic" sz="quarter" idx="12"/>
          </p:nvPr>
        </p:nvSpPr>
        <p:spPr>
          <a:xfrm>
            <a:off x="834620" y="3429000"/>
            <a:ext cx="5259391" cy="2407939"/>
          </a:xfrm>
        </p:spPr>
        <p:txBody>
          <a:bodyPr/>
          <a:lstStyle/>
          <a:p>
            <a:endParaRPr lang="en-US"/>
          </a:p>
        </p:txBody>
      </p:sp>
      <p:sp>
        <p:nvSpPr>
          <p:cNvPr id="13" name="Picture Placeholder 4">
            <a:extLst>
              <a:ext uri="{FF2B5EF4-FFF2-40B4-BE49-F238E27FC236}">
                <a16:creationId xmlns:a16="http://schemas.microsoft.com/office/drawing/2014/main" id="{932A95C9-5605-F23D-2E6D-18A350D72D15}"/>
              </a:ext>
            </a:extLst>
          </p:cNvPr>
          <p:cNvSpPr>
            <a:spLocks noGrp="1"/>
          </p:cNvSpPr>
          <p:nvPr>
            <p:ph type="pic" sz="quarter" idx="13"/>
          </p:nvPr>
        </p:nvSpPr>
        <p:spPr>
          <a:xfrm>
            <a:off x="6094409" y="1029548"/>
            <a:ext cx="5259391" cy="2407939"/>
          </a:xfrm>
        </p:spPr>
        <p:txBody>
          <a:bodyPr/>
          <a:lstStyle/>
          <a:p>
            <a:endParaRPr lang="en-US"/>
          </a:p>
        </p:txBody>
      </p:sp>
      <p:sp>
        <p:nvSpPr>
          <p:cNvPr id="14" name="Picture Placeholder 4">
            <a:extLst>
              <a:ext uri="{FF2B5EF4-FFF2-40B4-BE49-F238E27FC236}">
                <a16:creationId xmlns:a16="http://schemas.microsoft.com/office/drawing/2014/main" id="{56FF05F1-D24D-C72C-AF1C-85FE33CA6D91}"/>
              </a:ext>
            </a:extLst>
          </p:cNvPr>
          <p:cNvSpPr>
            <a:spLocks noGrp="1"/>
          </p:cNvSpPr>
          <p:nvPr>
            <p:ph type="pic" sz="quarter" idx="14"/>
          </p:nvPr>
        </p:nvSpPr>
        <p:spPr>
          <a:xfrm>
            <a:off x="6094011" y="3429000"/>
            <a:ext cx="5259391" cy="2407939"/>
          </a:xfrm>
        </p:spPr>
        <p:txBody>
          <a:bodyPr/>
          <a:lstStyle/>
          <a:p>
            <a:endParaRPr lang="en-US"/>
          </a:p>
        </p:txBody>
      </p:sp>
    </p:spTree>
    <p:extLst>
      <p:ext uri="{BB962C8B-B14F-4D97-AF65-F5344CB8AC3E}">
        <p14:creationId xmlns:p14="http://schemas.microsoft.com/office/powerpoint/2010/main" val="2568165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Images-To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5"/>
            <a:ext cx="10515600" cy="6981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B682A5C-B66D-F1CF-7B6F-D6B17B516AEB}"/>
              </a:ext>
            </a:extLst>
          </p:cNvPr>
          <p:cNvSpPr>
            <a:spLocks noGrp="1"/>
          </p:cNvSpPr>
          <p:nvPr>
            <p:ph idx="1"/>
          </p:nvPr>
        </p:nvSpPr>
        <p:spPr>
          <a:xfrm>
            <a:off x="838200" y="3572539"/>
            <a:ext cx="10515600" cy="2604423"/>
          </a:xfrm>
        </p:spPr>
        <p:txBody>
          <a:bodyPr tIns="228600"/>
          <a:lstStyle/>
          <a:p>
            <a:pPr lvl="0"/>
            <a:r>
              <a:rPr lang="en-US"/>
              <a:t>Click to edit Master text styles</a:t>
            </a:r>
          </a:p>
          <a:p>
            <a:pPr lvl="1"/>
            <a:r>
              <a:rPr lang="en-US"/>
              <a:t>Second level</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ABEA586E-8A46-1697-3026-716DEAC586D5}"/>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5" name="Picture Placeholder 4">
            <a:extLst>
              <a:ext uri="{FF2B5EF4-FFF2-40B4-BE49-F238E27FC236}">
                <a16:creationId xmlns:a16="http://schemas.microsoft.com/office/drawing/2014/main" id="{C8D6E386-D8BA-D64A-058C-0CBA3881C59B}"/>
              </a:ext>
            </a:extLst>
          </p:cNvPr>
          <p:cNvSpPr>
            <a:spLocks noGrp="1"/>
          </p:cNvSpPr>
          <p:nvPr>
            <p:ph type="pic" sz="quarter" idx="11"/>
          </p:nvPr>
        </p:nvSpPr>
        <p:spPr>
          <a:xfrm>
            <a:off x="838200" y="1063256"/>
            <a:ext cx="5257800" cy="2508619"/>
          </a:xfrm>
        </p:spPr>
        <p:txBody>
          <a:bodyPr/>
          <a:lstStyle/>
          <a:p>
            <a:endParaRPr lang="en-US"/>
          </a:p>
        </p:txBody>
      </p:sp>
      <p:sp>
        <p:nvSpPr>
          <p:cNvPr id="9" name="Picture Placeholder 4">
            <a:extLst>
              <a:ext uri="{FF2B5EF4-FFF2-40B4-BE49-F238E27FC236}">
                <a16:creationId xmlns:a16="http://schemas.microsoft.com/office/drawing/2014/main" id="{0ED7FFD3-1A10-2363-6DD7-943533E03150}"/>
              </a:ext>
            </a:extLst>
          </p:cNvPr>
          <p:cNvSpPr>
            <a:spLocks noGrp="1"/>
          </p:cNvSpPr>
          <p:nvPr>
            <p:ph type="pic" sz="quarter" idx="12"/>
          </p:nvPr>
        </p:nvSpPr>
        <p:spPr>
          <a:xfrm>
            <a:off x="6096000" y="1068019"/>
            <a:ext cx="5257800" cy="2499093"/>
          </a:xfrm>
        </p:spPr>
        <p:txBody>
          <a:bodyPr/>
          <a:lstStyle/>
          <a:p>
            <a:endParaRPr lang="en-US"/>
          </a:p>
        </p:txBody>
      </p:sp>
    </p:spTree>
    <p:extLst>
      <p:ext uri="{BB962C8B-B14F-4D97-AF65-F5344CB8AC3E}">
        <p14:creationId xmlns:p14="http://schemas.microsoft.com/office/powerpoint/2010/main" val="507366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Heavy Swoop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5"/>
            <a:ext cx="891805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B682A5C-B66D-F1CF-7B6F-D6B17B516AEB}"/>
              </a:ext>
            </a:extLst>
          </p:cNvPr>
          <p:cNvSpPr>
            <a:spLocks noGrp="1"/>
          </p:cNvSpPr>
          <p:nvPr>
            <p:ph idx="1"/>
          </p:nvPr>
        </p:nvSpPr>
        <p:spPr>
          <a:xfrm>
            <a:off x="838200" y="1825625"/>
            <a:ext cx="8918050" cy="4351338"/>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752325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16" name="Picture 15" descr="A picture containing text&#10;&#10;Description automatically generated">
            <a:extLst>
              <a:ext uri="{FF2B5EF4-FFF2-40B4-BE49-F238E27FC236}">
                <a16:creationId xmlns:a16="http://schemas.microsoft.com/office/drawing/2014/main" id="{160E74C2-3127-E8CF-4918-164FEC8F7D4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7681544" y="2347548"/>
            <a:ext cx="6858000" cy="2156088"/>
          </a:xfrm>
          <a:prstGeom prst="rect">
            <a:avLst/>
          </a:prstGeom>
        </p:spPr>
      </p:pic>
      <p:sp>
        <p:nvSpPr>
          <p:cNvPr id="14" name="Picture Placeholder 13">
            <a:extLst>
              <a:ext uri="{FF2B5EF4-FFF2-40B4-BE49-F238E27FC236}">
                <a16:creationId xmlns:a16="http://schemas.microsoft.com/office/drawing/2014/main" id="{86AA31C8-0E72-B9CC-4EDD-96355D3017D2}"/>
              </a:ext>
            </a:extLst>
          </p:cNvPr>
          <p:cNvSpPr>
            <a:spLocks noGrp="1"/>
          </p:cNvSpPr>
          <p:nvPr>
            <p:ph type="pic" sz="quarter" idx="10"/>
          </p:nvPr>
        </p:nvSpPr>
        <p:spPr>
          <a:xfrm>
            <a:off x="10090206" y="1611"/>
            <a:ext cx="2098380" cy="6852981"/>
          </a:xfrm>
          <a:custGeom>
            <a:avLst/>
            <a:gdLst>
              <a:gd name="connsiteX0" fmla="*/ 56634 w 1503235"/>
              <a:gd name="connsiteY0" fmla="*/ 0 h 6852981"/>
              <a:gd name="connsiteX1" fmla="*/ 1503235 w 1503235"/>
              <a:gd name="connsiteY1" fmla="*/ 0 h 6852981"/>
              <a:gd name="connsiteX2" fmla="*/ 1503235 w 1503235"/>
              <a:gd name="connsiteY2" fmla="*/ 6852981 h 6852981"/>
              <a:gd name="connsiteX3" fmla="*/ 645860 w 1503235"/>
              <a:gd name="connsiteY3" fmla="*/ 6850473 h 6852981"/>
              <a:gd name="connsiteX4" fmla="*/ 58942 w 1503235"/>
              <a:gd name="connsiteY4" fmla="*/ 3178158 h 6852981"/>
              <a:gd name="connsiteX5" fmla="*/ 56634 w 1503235"/>
              <a:gd name="connsiteY5" fmla="*/ 0 h 6852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3235" h="6852981">
                <a:moveTo>
                  <a:pt x="56634" y="0"/>
                </a:moveTo>
                <a:lnTo>
                  <a:pt x="1503235" y="0"/>
                </a:lnTo>
                <a:lnTo>
                  <a:pt x="1503235" y="6852981"/>
                </a:lnTo>
                <a:lnTo>
                  <a:pt x="645860" y="6850473"/>
                </a:lnTo>
                <a:cubicBezTo>
                  <a:pt x="389952" y="5820167"/>
                  <a:pt x="162339" y="4584273"/>
                  <a:pt x="58942" y="3178158"/>
                </a:cubicBezTo>
                <a:cubicBezTo>
                  <a:pt x="-27949" y="1997097"/>
                  <a:pt x="-10190" y="927359"/>
                  <a:pt x="56634" y="0"/>
                </a:cubicBezTo>
                <a:close/>
              </a:path>
            </a:pathLst>
          </a:custGeom>
        </p:spPr>
        <p:txBody>
          <a:bodyPr wrap="square">
            <a:noAutofit/>
          </a:bodyPr>
          <a:lstStyle/>
          <a:p>
            <a:endParaRPr lang="en-US"/>
          </a:p>
        </p:txBody>
      </p:sp>
      <p:sp>
        <p:nvSpPr>
          <p:cNvPr id="9" name="Text Placeholder 5">
            <a:extLst>
              <a:ext uri="{FF2B5EF4-FFF2-40B4-BE49-F238E27FC236}">
                <a16:creationId xmlns:a16="http://schemas.microsoft.com/office/drawing/2014/main" id="{116CF9A6-C7BC-B26A-AF92-4B1D03410300}"/>
              </a:ext>
            </a:extLst>
          </p:cNvPr>
          <p:cNvSpPr>
            <a:spLocks noGrp="1"/>
          </p:cNvSpPr>
          <p:nvPr>
            <p:ph type="body" sz="quarter" idx="11"/>
          </p:nvPr>
        </p:nvSpPr>
        <p:spPr>
          <a:xfrm>
            <a:off x="2233613" y="6181725"/>
            <a:ext cx="752263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796088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8CC704-EDAD-4714-1BCE-6A9024D6E2C0}"/>
              </a:ext>
            </a:extLst>
          </p:cNvPr>
          <p:cNvSpPr>
            <a:spLocks noGrp="1"/>
          </p:cNvSpPr>
          <p:nvPr>
            <p:ph sz="half" idx="1"/>
          </p:nvPr>
        </p:nvSpPr>
        <p:spPr>
          <a:xfrm>
            <a:off x="838200" y="1690689"/>
            <a:ext cx="5181600" cy="4373228"/>
          </a:xfrm>
        </p:spPr>
        <p:txBody>
          <a:bodyPr>
            <a:normAutofit/>
          </a:bodyPr>
          <a:lstStyle>
            <a:lvl1pPr marL="0" indent="0">
              <a:buNone/>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3D63D1-B6F8-0EC2-FC6F-011DFCF5B1E2}"/>
              </a:ext>
            </a:extLst>
          </p:cNvPr>
          <p:cNvSpPr>
            <a:spLocks noGrp="1"/>
          </p:cNvSpPr>
          <p:nvPr>
            <p:ph sz="half" idx="2"/>
          </p:nvPr>
        </p:nvSpPr>
        <p:spPr>
          <a:xfrm>
            <a:off x="6172200" y="1690689"/>
            <a:ext cx="5181600" cy="4373228"/>
          </a:xfrm>
        </p:spPr>
        <p:txBody>
          <a:bodyPr>
            <a:normAutofit/>
          </a:bodyPr>
          <a:lstStyle>
            <a:lvl1pPr marL="0" indent="0">
              <a:buNone/>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picture containing clipart&#10;&#10;Description automatically generated">
            <a:extLst>
              <a:ext uri="{FF2B5EF4-FFF2-40B4-BE49-F238E27FC236}">
                <a16:creationId xmlns:a16="http://schemas.microsoft.com/office/drawing/2014/main" id="{609B6BFE-E691-89AD-4C91-86A211ED4C26}"/>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5" name="Title 1">
            <a:extLst>
              <a:ext uri="{FF2B5EF4-FFF2-40B4-BE49-F238E27FC236}">
                <a16:creationId xmlns:a16="http://schemas.microsoft.com/office/drawing/2014/main" id="{52DA9E68-AAA7-4FD1-4ACF-A9E2C052979F}"/>
              </a:ext>
            </a:extLst>
          </p:cNvPr>
          <p:cNvSpPr>
            <a:spLocks noGrp="1"/>
          </p:cNvSpPr>
          <p:nvPr>
            <p:ph type="title"/>
          </p:nvPr>
        </p:nvSpPr>
        <p:spPr>
          <a:xfrm>
            <a:off x="839788" y="365125"/>
            <a:ext cx="10515600" cy="1325563"/>
          </a:xfrm>
        </p:spPr>
        <p:txBody>
          <a:bodyPr/>
          <a:lstStyle/>
          <a:p>
            <a:r>
              <a:rPr lang="en-US"/>
              <a:t>Click to edit Master title style</a:t>
            </a:r>
          </a:p>
        </p:txBody>
      </p:sp>
      <p:cxnSp>
        <p:nvCxnSpPr>
          <p:cNvPr id="2" name="Straight Connector 1">
            <a:extLst>
              <a:ext uri="{FF2B5EF4-FFF2-40B4-BE49-F238E27FC236}">
                <a16:creationId xmlns:a16="http://schemas.microsoft.com/office/drawing/2014/main" id="{BF6F8C83-DA6C-9D74-DB7C-F33D17024F88}"/>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51C6D4C-DF41-8656-E66B-E27FA092EA74}"/>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507911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CD7-2872-55FB-9A85-F5F5E3F7A1F6}"/>
              </a:ext>
            </a:extLst>
          </p:cNvPr>
          <p:cNvSpPr>
            <a:spLocks noGrp="1"/>
          </p:cNvSpPr>
          <p:nvPr>
            <p:ph type="title"/>
          </p:nvPr>
        </p:nvSpPr>
        <p:spPr>
          <a:xfrm>
            <a:off x="839788" y="365126"/>
            <a:ext cx="10515600" cy="1016974"/>
          </a:xfrm>
        </p:spPr>
        <p:txBody>
          <a:bodyPr>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2E4EF065-F4A6-A9AF-220D-6B0AFF176C11}"/>
              </a:ext>
            </a:extLst>
          </p:cNvPr>
          <p:cNvSpPr>
            <a:spLocks noGrp="1"/>
          </p:cNvSpPr>
          <p:nvPr>
            <p:ph type="body" idx="1"/>
          </p:nvPr>
        </p:nvSpPr>
        <p:spPr>
          <a:xfrm>
            <a:off x="839788" y="1403797"/>
            <a:ext cx="5157787" cy="662070"/>
          </a:xfrm>
        </p:spPr>
        <p:txBody>
          <a:bodyPr anchor="b"/>
          <a:lstStyle>
            <a:lvl1pPr marL="0" indent="0">
              <a:buNone/>
              <a:defRPr sz="2400" b="0">
                <a:solidFill>
                  <a:srgbClr val="898989"/>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A04EFB-41BC-9218-6F89-AE3FB427B9AF}"/>
              </a:ext>
            </a:extLst>
          </p:cNvPr>
          <p:cNvSpPr>
            <a:spLocks noGrp="1"/>
          </p:cNvSpPr>
          <p:nvPr>
            <p:ph sz="half" idx="2"/>
          </p:nvPr>
        </p:nvSpPr>
        <p:spPr>
          <a:xfrm>
            <a:off x="839788" y="2065867"/>
            <a:ext cx="5157787" cy="384643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253455-7029-147A-61AB-25BA398DD8A2}"/>
              </a:ext>
            </a:extLst>
          </p:cNvPr>
          <p:cNvSpPr>
            <a:spLocks noGrp="1"/>
          </p:cNvSpPr>
          <p:nvPr>
            <p:ph type="body" sz="quarter" idx="3"/>
          </p:nvPr>
        </p:nvSpPr>
        <p:spPr>
          <a:xfrm>
            <a:off x="6172200" y="1403797"/>
            <a:ext cx="5183188" cy="662070"/>
          </a:xfrm>
        </p:spPr>
        <p:txBody>
          <a:bodyPr anchor="b"/>
          <a:lstStyle>
            <a:lvl1pPr marL="0" indent="0">
              <a:buNone/>
              <a:defRPr sz="2400" b="0" i="0">
                <a:solidFill>
                  <a:srgbClr val="898989"/>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D96CBB-5D01-3987-470C-1A7FCC38DBD4}"/>
              </a:ext>
            </a:extLst>
          </p:cNvPr>
          <p:cNvSpPr>
            <a:spLocks noGrp="1"/>
          </p:cNvSpPr>
          <p:nvPr>
            <p:ph sz="quarter" idx="4"/>
          </p:nvPr>
        </p:nvSpPr>
        <p:spPr>
          <a:xfrm>
            <a:off x="6172200" y="2087564"/>
            <a:ext cx="5183188" cy="3824733"/>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A picture containing clipart&#10;&#10;Description automatically generated">
            <a:extLst>
              <a:ext uri="{FF2B5EF4-FFF2-40B4-BE49-F238E27FC236}">
                <a16:creationId xmlns:a16="http://schemas.microsoft.com/office/drawing/2014/main" id="{DD0812C0-7373-E99F-5460-E09A85290A19}"/>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7" name="Straight Connector 6">
            <a:extLst>
              <a:ext uri="{FF2B5EF4-FFF2-40B4-BE49-F238E27FC236}">
                <a16:creationId xmlns:a16="http://schemas.microsoft.com/office/drawing/2014/main" id="{CD268754-B97E-FC72-F68A-60310D509A7E}"/>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 Placeholder 5">
            <a:extLst>
              <a:ext uri="{FF2B5EF4-FFF2-40B4-BE49-F238E27FC236}">
                <a16:creationId xmlns:a16="http://schemas.microsoft.com/office/drawing/2014/main" id="{6BDA3658-DCCD-5826-B876-EFD9A557D850}"/>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40032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p:txBody>
          <a:bodyPr/>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3" name="Straight Connector 2">
            <a:extLst>
              <a:ext uri="{FF2B5EF4-FFF2-40B4-BE49-F238E27FC236}">
                <a16:creationId xmlns:a16="http://schemas.microsoft.com/office/drawing/2014/main" id="{EC78B7C8-8363-300B-388E-47F442A6CC1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 Placeholder 5">
            <a:extLst>
              <a:ext uri="{FF2B5EF4-FFF2-40B4-BE49-F238E27FC236}">
                <a16:creationId xmlns:a16="http://schemas.microsoft.com/office/drawing/2014/main" id="{5F9140F1-3E50-ED16-0F6D-CF6A042F70FC}"/>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663818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Image-Text Columns">
    <p:spTree>
      <p:nvGrpSpPr>
        <p:cNvPr id="1" name=""/>
        <p:cNvGrpSpPr/>
        <p:nvPr/>
      </p:nvGrpSpPr>
      <p:grpSpPr>
        <a:xfrm>
          <a:off x="0" y="0"/>
          <a:ext cx="0" cy="0"/>
          <a:chOff x="0" y="0"/>
          <a:chExt cx="0" cy="0"/>
        </a:xfrm>
      </p:grpSpPr>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3251662"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199" y="3284647"/>
            <a:ext cx="3251661" cy="2419241"/>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a:p>
            <a:pPr lvl="1"/>
            <a:r>
              <a:rPr lang="en-US"/>
              <a:t>Second level</a:t>
            </a:r>
          </a:p>
          <a:p>
            <a:pPr lvl="2"/>
            <a:r>
              <a:rPr lang="en-US"/>
              <a:t>Third level</a:t>
            </a:r>
          </a:p>
        </p:txBody>
      </p:sp>
      <p:sp>
        <p:nvSpPr>
          <p:cNvPr id="15" name="Picture Placeholder 3">
            <a:extLst>
              <a:ext uri="{FF2B5EF4-FFF2-40B4-BE49-F238E27FC236}">
                <a16:creationId xmlns:a16="http://schemas.microsoft.com/office/drawing/2014/main" id="{C79C3993-1A7B-1600-3BFC-255655101819}"/>
              </a:ext>
            </a:extLst>
          </p:cNvPr>
          <p:cNvSpPr>
            <a:spLocks noGrp="1"/>
          </p:cNvSpPr>
          <p:nvPr>
            <p:ph type="pic" sz="quarter" idx="14"/>
          </p:nvPr>
        </p:nvSpPr>
        <p:spPr>
          <a:xfrm>
            <a:off x="8102138" y="1022460"/>
            <a:ext cx="3251662" cy="2262187"/>
          </a:xfrm>
        </p:spPr>
        <p:txBody>
          <a:bodyPr/>
          <a:lstStyle/>
          <a:p>
            <a:endParaRPr lang="en-US"/>
          </a:p>
        </p:txBody>
      </p:sp>
      <p:sp>
        <p:nvSpPr>
          <p:cNvPr id="16" name="Text Placeholder 9">
            <a:extLst>
              <a:ext uri="{FF2B5EF4-FFF2-40B4-BE49-F238E27FC236}">
                <a16:creationId xmlns:a16="http://schemas.microsoft.com/office/drawing/2014/main" id="{5B53C4B3-D449-5543-7867-C2372D3A0D6B}"/>
              </a:ext>
            </a:extLst>
          </p:cNvPr>
          <p:cNvSpPr>
            <a:spLocks noGrp="1"/>
          </p:cNvSpPr>
          <p:nvPr>
            <p:ph type="body" sz="quarter" idx="15"/>
          </p:nvPr>
        </p:nvSpPr>
        <p:spPr>
          <a:xfrm>
            <a:off x="8102137" y="3284647"/>
            <a:ext cx="3251661" cy="2419241"/>
          </a:xfrm>
        </p:spPr>
        <p:txBody>
          <a:bodyPr tIns="228600" bIns="45720">
            <a:normAutofit/>
          </a:bodyPr>
          <a:lstStyle>
            <a:lvl1pPr marL="0" indent="0">
              <a:buNone/>
              <a:defRPr sz="1600"/>
            </a:lvl1pPr>
            <a:lvl2pPr>
              <a:defRPr sz="1400"/>
            </a:lvl2pPr>
            <a:lvl3pPr>
              <a:defRPr sz="1400"/>
            </a:lvl3pPr>
          </a:lstStyle>
          <a:p>
            <a:pPr lvl="0"/>
            <a:r>
              <a:rPr lang="en-US"/>
              <a:t>Click to edit Master text styles</a:t>
            </a:r>
          </a:p>
          <a:p>
            <a:pPr lvl="1"/>
            <a:r>
              <a:rPr lang="en-US"/>
              <a:t>Second level</a:t>
            </a:r>
          </a:p>
          <a:p>
            <a:pPr lvl="2"/>
            <a:r>
              <a:rPr lang="en-US"/>
              <a:t>Third level</a:t>
            </a:r>
          </a:p>
        </p:txBody>
      </p:sp>
      <p:sp>
        <p:nvSpPr>
          <p:cNvPr id="17" name="Picture Placeholder 3">
            <a:extLst>
              <a:ext uri="{FF2B5EF4-FFF2-40B4-BE49-F238E27FC236}">
                <a16:creationId xmlns:a16="http://schemas.microsoft.com/office/drawing/2014/main" id="{F011ED4E-3C7D-C1FC-B6FB-1B2743BB9310}"/>
              </a:ext>
            </a:extLst>
          </p:cNvPr>
          <p:cNvSpPr>
            <a:spLocks noGrp="1"/>
          </p:cNvSpPr>
          <p:nvPr>
            <p:ph type="pic" sz="quarter" idx="16"/>
          </p:nvPr>
        </p:nvSpPr>
        <p:spPr>
          <a:xfrm>
            <a:off x="4470166" y="1022460"/>
            <a:ext cx="3251662" cy="2262187"/>
          </a:xfrm>
        </p:spPr>
        <p:txBody>
          <a:bodyPr/>
          <a:lstStyle/>
          <a:p>
            <a:endParaRPr lang="en-US"/>
          </a:p>
        </p:txBody>
      </p:sp>
      <p:sp>
        <p:nvSpPr>
          <p:cNvPr id="18" name="Text Placeholder 9">
            <a:extLst>
              <a:ext uri="{FF2B5EF4-FFF2-40B4-BE49-F238E27FC236}">
                <a16:creationId xmlns:a16="http://schemas.microsoft.com/office/drawing/2014/main" id="{620B54E1-F126-7688-986D-67DBA659B6A6}"/>
              </a:ext>
            </a:extLst>
          </p:cNvPr>
          <p:cNvSpPr>
            <a:spLocks noGrp="1"/>
          </p:cNvSpPr>
          <p:nvPr>
            <p:ph type="body" sz="quarter" idx="17"/>
          </p:nvPr>
        </p:nvSpPr>
        <p:spPr>
          <a:xfrm>
            <a:off x="4470165" y="3284647"/>
            <a:ext cx="3251661" cy="2419241"/>
          </a:xfrm>
        </p:spPr>
        <p:txBody>
          <a:bodyPr tIns="228600" bIns="45720">
            <a:normAutofit/>
          </a:bodyPr>
          <a:lstStyle>
            <a:lvl1pPr marL="0" indent="0">
              <a:buNone/>
              <a:defRPr sz="1600"/>
            </a:lvl1pPr>
            <a:lvl2pPr>
              <a:defRPr sz="1400"/>
            </a:lvl2pPr>
            <a:lvl3pPr>
              <a:defRPr sz="1400"/>
            </a:lvl3pPr>
          </a:lstStyle>
          <a:p>
            <a:pPr lvl="0"/>
            <a:r>
              <a:rPr lang="en-US"/>
              <a:t>Click to edit Master text styles</a:t>
            </a:r>
          </a:p>
          <a:p>
            <a:pPr lvl="1"/>
            <a:r>
              <a:rPr lang="en-US"/>
              <a:t>Second level</a:t>
            </a:r>
          </a:p>
          <a:p>
            <a:pPr lvl="2"/>
            <a:r>
              <a:rPr lang="en-US"/>
              <a:t>Third level</a:t>
            </a:r>
          </a:p>
        </p:txBody>
      </p:sp>
      <p:sp>
        <p:nvSpPr>
          <p:cNvPr id="3" name="Title 1">
            <a:extLst>
              <a:ext uri="{FF2B5EF4-FFF2-40B4-BE49-F238E27FC236}">
                <a16:creationId xmlns:a16="http://schemas.microsoft.com/office/drawing/2014/main" id="{08A4121E-B38A-CF28-38D0-313AEC7A599B}"/>
              </a:ext>
            </a:extLst>
          </p:cNvPr>
          <p:cNvSpPr>
            <a:spLocks noGrp="1"/>
          </p:cNvSpPr>
          <p:nvPr>
            <p:ph type="title"/>
          </p:nvPr>
        </p:nvSpPr>
        <p:spPr>
          <a:xfrm>
            <a:off x="838200" y="281883"/>
            <a:ext cx="10515600" cy="740577"/>
          </a:xfrm>
        </p:spPr>
        <p:txBody>
          <a:bodyPr wrap="square" bIns="182880">
            <a:normAutofit/>
          </a:bodyPr>
          <a:lstStyle>
            <a:lvl1pPr>
              <a:defRPr sz="3400"/>
            </a:lvl1pPr>
          </a:lstStyle>
          <a:p>
            <a:r>
              <a:rPr lang="en-US"/>
              <a:t>Click to edit Master title style</a:t>
            </a:r>
          </a:p>
        </p:txBody>
      </p:sp>
      <p:cxnSp>
        <p:nvCxnSpPr>
          <p:cNvPr id="2" name="Straight Connector 1">
            <a:extLst>
              <a:ext uri="{FF2B5EF4-FFF2-40B4-BE49-F238E27FC236}">
                <a16:creationId xmlns:a16="http://schemas.microsoft.com/office/drawing/2014/main" id="{932CE4B7-8E05-3FCE-DA71-6007B2B869D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B70F523C-BCE7-529C-51A6-A6B9A8A06C06}"/>
              </a:ext>
            </a:extLst>
          </p:cNvPr>
          <p:cNvSpPr>
            <a:spLocks noGrp="1"/>
          </p:cNvSpPr>
          <p:nvPr>
            <p:ph type="body" sz="quarter" idx="18"/>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6696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Image-Captions">
    <p:spTree>
      <p:nvGrpSpPr>
        <p:cNvPr id="1" name=""/>
        <p:cNvGrpSpPr/>
        <p:nvPr/>
      </p:nvGrpSpPr>
      <p:grpSpPr>
        <a:xfrm>
          <a:off x="0" y="0"/>
          <a:ext cx="0" cy="0"/>
          <a:chOff x="0" y="0"/>
          <a:chExt cx="0" cy="0"/>
        </a:xfrm>
      </p:grpSpPr>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6611" y="1537847"/>
            <a:ext cx="3459155" cy="3456432"/>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6609"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
        <p:nvSpPr>
          <p:cNvPr id="3" name="Title 1">
            <a:extLst>
              <a:ext uri="{FF2B5EF4-FFF2-40B4-BE49-F238E27FC236}">
                <a16:creationId xmlns:a16="http://schemas.microsoft.com/office/drawing/2014/main" id="{08A4121E-B38A-CF28-38D0-313AEC7A599B}"/>
              </a:ext>
            </a:extLst>
          </p:cNvPr>
          <p:cNvSpPr>
            <a:spLocks noGrp="1"/>
          </p:cNvSpPr>
          <p:nvPr>
            <p:ph type="title"/>
          </p:nvPr>
        </p:nvSpPr>
        <p:spPr>
          <a:xfrm>
            <a:off x="838200" y="281883"/>
            <a:ext cx="10515600" cy="740577"/>
          </a:xfrm>
        </p:spPr>
        <p:txBody>
          <a:bodyPr wrap="square" bIns="182880">
            <a:normAutofit/>
          </a:bodyPr>
          <a:lstStyle>
            <a:lvl1pPr>
              <a:defRPr sz="3400"/>
            </a:lvl1pPr>
          </a:lstStyle>
          <a:p>
            <a:r>
              <a:rPr lang="en-US"/>
              <a:t>Click to edit Master title style</a:t>
            </a:r>
          </a:p>
        </p:txBody>
      </p:sp>
      <p:cxnSp>
        <p:nvCxnSpPr>
          <p:cNvPr id="2" name="Straight Connector 1">
            <a:extLst>
              <a:ext uri="{FF2B5EF4-FFF2-40B4-BE49-F238E27FC236}">
                <a16:creationId xmlns:a16="http://schemas.microsoft.com/office/drawing/2014/main" id="{932CE4B7-8E05-3FCE-DA71-6007B2B869D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B70F523C-BCE7-529C-51A6-A6B9A8A06C06}"/>
              </a:ext>
            </a:extLst>
          </p:cNvPr>
          <p:cNvSpPr>
            <a:spLocks noGrp="1"/>
          </p:cNvSpPr>
          <p:nvPr>
            <p:ph type="body" sz="quarter" idx="18"/>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9" name="Picture Placeholder 3">
            <a:extLst>
              <a:ext uri="{FF2B5EF4-FFF2-40B4-BE49-F238E27FC236}">
                <a16:creationId xmlns:a16="http://schemas.microsoft.com/office/drawing/2014/main" id="{3FA4BA4A-A73F-3143-C1F1-47B555C36AD2}"/>
              </a:ext>
            </a:extLst>
          </p:cNvPr>
          <p:cNvSpPr>
            <a:spLocks noGrp="1"/>
          </p:cNvSpPr>
          <p:nvPr>
            <p:ph type="pic" sz="quarter" idx="19"/>
          </p:nvPr>
        </p:nvSpPr>
        <p:spPr>
          <a:xfrm>
            <a:off x="4365628" y="1537847"/>
            <a:ext cx="3459155" cy="3456432"/>
          </a:xfrm>
        </p:spPr>
        <p:txBody>
          <a:bodyPr/>
          <a:lstStyle/>
          <a:p>
            <a:endParaRPr lang="en-US"/>
          </a:p>
        </p:txBody>
      </p:sp>
      <p:sp>
        <p:nvSpPr>
          <p:cNvPr id="11" name="Picture Placeholder 3">
            <a:extLst>
              <a:ext uri="{FF2B5EF4-FFF2-40B4-BE49-F238E27FC236}">
                <a16:creationId xmlns:a16="http://schemas.microsoft.com/office/drawing/2014/main" id="{34841F7F-FA2F-E60F-9887-F584B637EB70}"/>
              </a:ext>
            </a:extLst>
          </p:cNvPr>
          <p:cNvSpPr>
            <a:spLocks noGrp="1"/>
          </p:cNvSpPr>
          <p:nvPr>
            <p:ph type="pic" sz="quarter" idx="20"/>
          </p:nvPr>
        </p:nvSpPr>
        <p:spPr>
          <a:xfrm>
            <a:off x="7894645" y="1537847"/>
            <a:ext cx="3459155" cy="3456432"/>
          </a:xfrm>
        </p:spPr>
        <p:txBody>
          <a:bodyPr/>
          <a:lstStyle/>
          <a:p>
            <a:endParaRPr lang="en-US"/>
          </a:p>
        </p:txBody>
      </p:sp>
      <p:sp>
        <p:nvSpPr>
          <p:cNvPr id="12" name="Text Placeholder 9">
            <a:extLst>
              <a:ext uri="{FF2B5EF4-FFF2-40B4-BE49-F238E27FC236}">
                <a16:creationId xmlns:a16="http://schemas.microsoft.com/office/drawing/2014/main" id="{FC94224B-95BE-84E5-884D-6A84F0D8B918}"/>
              </a:ext>
            </a:extLst>
          </p:cNvPr>
          <p:cNvSpPr>
            <a:spLocks noGrp="1"/>
          </p:cNvSpPr>
          <p:nvPr>
            <p:ph type="body" sz="quarter" idx="21"/>
          </p:nvPr>
        </p:nvSpPr>
        <p:spPr>
          <a:xfrm>
            <a:off x="4365628"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
        <p:nvSpPr>
          <p:cNvPr id="13" name="Text Placeholder 9">
            <a:extLst>
              <a:ext uri="{FF2B5EF4-FFF2-40B4-BE49-F238E27FC236}">
                <a16:creationId xmlns:a16="http://schemas.microsoft.com/office/drawing/2014/main" id="{19D8B6C2-A903-A23D-B848-7FF26692CD47}"/>
              </a:ext>
            </a:extLst>
          </p:cNvPr>
          <p:cNvSpPr>
            <a:spLocks noGrp="1"/>
          </p:cNvSpPr>
          <p:nvPr>
            <p:ph type="body" sz="quarter" idx="22"/>
          </p:nvPr>
        </p:nvSpPr>
        <p:spPr>
          <a:xfrm>
            <a:off x="7894645"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Tree>
    <p:extLst>
      <p:ext uri="{BB962C8B-B14F-4D97-AF65-F5344CB8AC3E}">
        <p14:creationId xmlns:p14="http://schemas.microsoft.com/office/powerpoint/2010/main" val="1682876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Image-Text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200" y="3284647"/>
            <a:ext cx="4911436" cy="2419241"/>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1200150" indent="-285750">
              <a:buFont typeface="Arial" panose="020B0604020202020204" pitchFamily="34" charset="0"/>
              <a:buChar char="•"/>
              <a:defRPr sz="1600"/>
            </a:lvl3pPr>
          </a:lstStyle>
          <a:p>
            <a:pPr lvl="0"/>
            <a:r>
              <a:rPr lang="en-US"/>
              <a:t>Click to edit Master text styles</a:t>
            </a:r>
          </a:p>
          <a:p>
            <a:pPr lvl="1"/>
            <a:r>
              <a:rPr lang="en-US"/>
              <a:t>Second level</a:t>
            </a:r>
          </a:p>
          <a:p>
            <a:pPr lvl="2"/>
            <a:r>
              <a:rPr lang="en-US"/>
              <a:t>Third level</a:t>
            </a:r>
          </a:p>
        </p:txBody>
      </p:sp>
      <p:sp>
        <p:nvSpPr>
          <p:cNvPr id="15" name="Picture Placeholder 3">
            <a:extLst>
              <a:ext uri="{FF2B5EF4-FFF2-40B4-BE49-F238E27FC236}">
                <a16:creationId xmlns:a16="http://schemas.microsoft.com/office/drawing/2014/main" id="{C79C3993-1A7B-1600-3BFC-255655101819}"/>
              </a:ext>
            </a:extLst>
          </p:cNvPr>
          <p:cNvSpPr>
            <a:spLocks noGrp="1"/>
          </p:cNvSpPr>
          <p:nvPr>
            <p:ph type="pic" sz="quarter" idx="14"/>
          </p:nvPr>
        </p:nvSpPr>
        <p:spPr>
          <a:xfrm>
            <a:off x="6442364" y="1022460"/>
            <a:ext cx="4911436" cy="2262187"/>
          </a:xfrm>
        </p:spPr>
        <p:txBody>
          <a:bodyPr/>
          <a:lstStyle/>
          <a:p>
            <a:endParaRPr lang="en-US"/>
          </a:p>
        </p:txBody>
      </p:sp>
      <p:sp>
        <p:nvSpPr>
          <p:cNvPr id="16" name="Text Placeholder 9">
            <a:extLst>
              <a:ext uri="{FF2B5EF4-FFF2-40B4-BE49-F238E27FC236}">
                <a16:creationId xmlns:a16="http://schemas.microsoft.com/office/drawing/2014/main" id="{5B53C4B3-D449-5543-7867-C2372D3A0D6B}"/>
              </a:ext>
            </a:extLst>
          </p:cNvPr>
          <p:cNvSpPr>
            <a:spLocks noGrp="1"/>
          </p:cNvSpPr>
          <p:nvPr>
            <p:ph type="body" sz="quarter" idx="15"/>
          </p:nvPr>
        </p:nvSpPr>
        <p:spPr>
          <a:xfrm>
            <a:off x="6442361" y="3284647"/>
            <a:ext cx="4911437" cy="2419241"/>
          </a:xfrm>
        </p:spPr>
        <p:txBody>
          <a:bodyPr tIns="228600">
            <a:normAutofit/>
          </a:bodyPr>
          <a:lstStyle>
            <a:lvl1pPr marL="0" indent="0">
              <a:buNone/>
              <a:defRPr sz="1800"/>
            </a:lvl1pPr>
            <a:lvl2pPr>
              <a:defRPr sz="1600"/>
            </a:lvl2pPr>
            <a:lvl3pPr>
              <a:defRPr sz="1600"/>
            </a:lvl3pPr>
          </a:lstStyle>
          <a:p>
            <a:pPr lvl="0"/>
            <a:r>
              <a:rPr lang="en-US"/>
              <a:t>Click to edit Master text styles</a:t>
            </a:r>
          </a:p>
          <a:p>
            <a:pPr lvl="1"/>
            <a:r>
              <a:rPr lang="en-US"/>
              <a:t>Second level</a:t>
            </a:r>
          </a:p>
          <a:p>
            <a:pPr lvl="2"/>
            <a:r>
              <a:rPr lang="en-US"/>
              <a:t>Third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864199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Column Alternati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8" name="Content Placeholder 7">
            <a:extLst>
              <a:ext uri="{FF2B5EF4-FFF2-40B4-BE49-F238E27FC236}">
                <a16:creationId xmlns:a16="http://schemas.microsoft.com/office/drawing/2014/main" id="{EFFBA75C-EE70-1C71-6D32-2BBC4A266795}"/>
              </a:ext>
            </a:extLst>
          </p:cNvPr>
          <p:cNvSpPr>
            <a:spLocks noGrp="1"/>
          </p:cNvSpPr>
          <p:nvPr>
            <p:ph sz="quarter" idx="17"/>
          </p:nvPr>
        </p:nvSpPr>
        <p:spPr>
          <a:xfrm>
            <a:off x="5749637" y="1022350"/>
            <a:ext cx="5604164" cy="4681538"/>
          </a:xfrm>
        </p:spPr>
        <p:txBody>
          <a:bodyPr lIns="228600"/>
          <a:lstStyle/>
          <a:p>
            <a:pPr lvl="0"/>
            <a:r>
              <a:rPr lang="en-US"/>
              <a:t>Click to edit Master text styles</a:t>
            </a:r>
          </a:p>
          <a:p>
            <a:pPr lvl="1"/>
            <a:r>
              <a:rPr lang="en-US"/>
              <a:t>Second level</a:t>
            </a:r>
          </a:p>
        </p:txBody>
      </p:sp>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200" y="3284647"/>
            <a:ext cx="4911436" cy="2419241"/>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914400" indent="0">
              <a:buFont typeface="Arial" panose="020B0604020202020204" pitchFamily="34" charset="0"/>
              <a:buNone/>
              <a:defRPr sz="1600"/>
            </a:lvl3pPr>
          </a:lstStyle>
          <a:p>
            <a:pPr lvl="0"/>
            <a:r>
              <a:rPr lang="en-US"/>
              <a:t>Click to edit Master text styles</a:t>
            </a:r>
          </a:p>
          <a:p>
            <a:pPr lvl="1"/>
            <a:r>
              <a:rPr lang="en-US"/>
              <a:t>Second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679499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Column Alternative (Inve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8" name="Content Placeholder 7">
            <a:extLst>
              <a:ext uri="{FF2B5EF4-FFF2-40B4-BE49-F238E27FC236}">
                <a16:creationId xmlns:a16="http://schemas.microsoft.com/office/drawing/2014/main" id="{EFFBA75C-EE70-1C71-6D32-2BBC4A266795}"/>
              </a:ext>
            </a:extLst>
          </p:cNvPr>
          <p:cNvSpPr>
            <a:spLocks noGrp="1"/>
          </p:cNvSpPr>
          <p:nvPr>
            <p:ph sz="quarter" idx="17"/>
          </p:nvPr>
        </p:nvSpPr>
        <p:spPr>
          <a:xfrm>
            <a:off x="838200" y="1022350"/>
            <a:ext cx="5604164" cy="4681538"/>
          </a:xfrm>
        </p:spPr>
        <p:txBody>
          <a:bodyPr lIns="91440" rIns="228600"/>
          <a:lstStyle/>
          <a:p>
            <a:pPr lvl="0"/>
            <a:r>
              <a:rPr lang="en-US"/>
              <a:t>Click to edit Master text styles</a:t>
            </a:r>
          </a:p>
          <a:p>
            <a:pPr lvl="1"/>
            <a:r>
              <a:rPr lang="en-US"/>
              <a:t>Second level</a:t>
            </a:r>
          </a:p>
        </p:txBody>
      </p:sp>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6442364" y="1021737"/>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6442364" y="3311851"/>
            <a:ext cx="4911436" cy="2392038"/>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914400" indent="0">
              <a:buFont typeface="Arial" panose="020B0604020202020204" pitchFamily="34" charset="0"/>
              <a:buNone/>
              <a:defRPr sz="1600"/>
            </a:lvl3pPr>
          </a:lstStyle>
          <a:p>
            <a:pPr lvl="0"/>
            <a:r>
              <a:rPr lang="en-US"/>
              <a:t>Click to edit Master text styles</a:t>
            </a:r>
          </a:p>
          <a:p>
            <a:pPr lvl="1"/>
            <a:r>
              <a:rPr lang="en-US"/>
              <a:t>Second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259645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ow Frame">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7E64B68C-19BD-94A4-BCA6-5C231578DBE6}"/>
              </a:ext>
            </a:extLst>
          </p:cNvPr>
          <p:cNvSpPr>
            <a:spLocks noGrp="1"/>
          </p:cNvSpPr>
          <p:nvPr>
            <p:ph type="pic" sz="quarter" idx="10"/>
          </p:nvPr>
        </p:nvSpPr>
        <p:spPr>
          <a:xfrm>
            <a:off x="0" y="-25928"/>
            <a:ext cx="12192000" cy="5339537"/>
          </a:xfrm>
          <a:custGeom>
            <a:avLst/>
            <a:gdLst>
              <a:gd name="connsiteX0" fmla="*/ 0 w 12192000"/>
              <a:gd name="connsiteY0" fmla="*/ 0 h 5339537"/>
              <a:gd name="connsiteX1" fmla="*/ 12192000 w 12192000"/>
              <a:gd name="connsiteY1" fmla="*/ 0 h 5339537"/>
              <a:gd name="connsiteX2" fmla="*/ 12192000 w 12192000"/>
              <a:gd name="connsiteY2" fmla="*/ 4286547 h 5339537"/>
              <a:gd name="connsiteX3" fmla="*/ 6541940 w 12192000"/>
              <a:gd name="connsiteY3" fmla="*/ 4290650 h 5339537"/>
              <a:gd name="connsiteX4" fmla="*/ 13378 w 12192000"/>
              <a:gd name="connsiteY4" fmla="*/ 5334060 h 5339537"/>
              <a:gd name="connsiteX5" fmla="*/ 13373 w 12192000"/>
              <a:gd name="connsiteY5" fmla="*/ 5335896 h 5339537"/>
              <a:gd name="connsiteX6" fmla="*/ 0 w 12192000"/>
              <a:gd name="connsiteY6" fmla="*/ 5339537 h 533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339537">
                <a:moveTo>
                  <a:pt x="0" y="0"/>
                </a:moveTo>
                <a:lnTo>
                  <a:pt x="12192000" y="0"/>
                </a:lnTo>
                <a:lnTo>
                  <a:pt x="12192000" y="4286547"/>
                </a:lnTo>
                <a:cubicBezTo>
                  <a:pt x="10543360" y="4167749"/>
                  <a:pt x="8641604" y="4136176"/>
                  <a:pt x="6541940" y="4290650"/>
                </a:cubicBezTo>
                <a:cubicBezTo>
                  <a:pt x="4042179" y="4474466"/>
                  <a:pt x="1845032" y="4879112"/>
                  <a:pt x="13378" y="5334060"/>
                </a:cubicBezTo>
                <a:lnTo>
                  <a:pt x="13373" y="5335896"/>
                </a:lnTo>
                <a:lnTo>
                  <a:pt x="0" y="5339537"/>
                </a:lnTo>
                <a:close/>
              </a:path>
            </a:pathLst>
          </a:custGeom>
          <a:pattFill prst="pct5">
            <a:fgClr>
              <a:schemeClr val="accent1"/>
            </a:fgClr>
            <a:bgClr>
              <a:schemeClr val="bg1"/>
            </a:bgClr>
          </a:pattFill>
        </p:spPr>
        <p:txBody>
          <a:bodyPr wrap="square">
            <a:noAutofit/>
          </a:bodyPr>
          <a:lstStyle/>
          <a:p>
            <a:endParaRPr lang="en-US"/>
          </a:p>
        </p:txBody>
      </p:sp>
      <p:pic>
        <p:nvPicPr>
          <p:cNvPr id="11" name="Picture 10" descr="A picture containing text&#10;&#10;Description automatically generated">
            <a:extLst>
              <a:ext uri="{FF2B5EF4-FFF2-40B4-BE49-F238E27FC236}">
                <a16:creationId xmlns:a16="http://schemas.microsoft.com/office/drawing/2014/main" id="{2D5A594F-EE9B-015D-CFCD-15DF4937DF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50" y="4147098"/>
            <a:ext cx="12306300" cy="2773451"/>
          </a:xfrm>
          <a:prstGeom prst="rect">
            <a:avLst/>
          </a:prstGeom>
        </p:spPr>
      </p:pic>
      <p:sp>
        <p:nvSpPr>
          <p:cNvPr id="6" name="Title 1">
            <a:extLst>
              <a:ext uri="{FF2B5EF4-FFF2-40B4-BE49-F238E27FC236}">
                <a16:creationId xmlns:a16="http://schemas.microsoft.com/office/drawing/2014/main" id="{8D648E24-F46E-01DE-04C1-967015ACA31E}"/>
              </a:ext>
            </a:extLst>
          </p:cNvPr>
          <p:cNvSpPr>
            <a:spLocks noGrp="1"/>
          </p:cNvSpPr>
          <p:nvPr>
            <p:ph type="title"/>
          </p:nvPr>
        </p:nvSpPr>
        <p:spPr>
          <a:xfrm>
            <a:off x="6096000" y="6010669"/>
            <a:ext cx="6096000" cy="847331"/>
          </a:xfrm>
        </p:spPr>
        <p:txBody>
          <a:bodyPr lIns="91440" tIns="91440" rIns="91440" bIns="91440" anchor="b"/>
          <a:lstStyle>
            <a:lvl1pPr algn="r">
              <a:defRPr/>
            </a:lvl1pPr>
          </a:lstStyle>
          <a:p>
            <a:r>
              <a:rPr lang="en-US"/>
              <a:t>Click to edit Master title style</a:t>
            </a:r>
          </a:p>
        </p:txBody>
      </p:sp>
    </p:spTree>
    <p:extLst>
      <p:ext uri="{BB962C8B-B14F-4D97-AF65-F5344CB8AC3E}">
        <p14:creationId xmlns:p14="http://schemas.microsoft.com/office/powerpoint/2010/main" val="3212462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plash">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563C9E9-3ED8-F67B-0E27-68B346248583}"/>
              </a:ext>
            </a:extLst>
          </p:cNvPr>
          <p:cNvSpPr>
            <a:spLocks noGrp="1"/>
          </p:cNvSpPr>
          <p:nvPr>
            <p:ph type="pic" sz="quarter" idx="10"/>
          </p:nvPr>
        </p:nvSpPr>
        <p:spPr>
          <a:xfrm>
            <a:off x="0" y="0"/>
            <a:ext cx="12192000" cy="6858000"/>
          </a:xfrm>
        </p:spPr>
        <p:txBody>
          <a:bodyPr/>
          <a:lstStyle/>
          <a:p>
            <a:endParaRPr lang="en-US"/>
          </a:p>
        </p:txBody>
      </p:sp>
    </p:spTree>
    <p:extLst>
      <p:ext uri="{BB962C8B-B14F-4D97-AF65-F5344CB8AC3E}">
        <p14:creationId xmlns:p14="http://schemas.microsoft.com/office/powerpoint/2010/main" val="2201168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50FD-1749-6B32-C4E2-45BA3F46BADE}"/>
              </a:ext>
            </a:extLst>
          </p:cNvPr>
          <p:cNvSpPr>
            <a:spLocks noGrp="1"/>
          </p:cNvSpPr>
          <p:nvPr>
            <p:ph type="title"/>
          </p:nvPr>
        </p:nvSpPr>
        <p:spPr>
          <a:xfrm>
            <a:off x="839788" y="640080"/>
            <a:ext cx="3932237" cy="1069975"/>
          </a:xfrm>
        </p:spPr>
        <p:txBody>
          <a:bodyPr anchor="t">
            <a:normAutofit/>
          </a:bodyPr>
          <a:lstStyle>
            <a:lvl1pPr>
              <a:defRPr sz="3000"/>
            </a:lvl1pPr>
          </a:lstStyle>
          <a:p>
            <a:r>
              <a:rPr lang="en-US"/>
              <a:t>Click to edit Master title style</a:t>
            </a:r>
          </a:p>
        </p:txBody>
      </p:sp>
      <p:sp>
        <p:nvSpPr>
          <p:cNvPr id="3" name="Content Placeholder 2">
            <a:extLst>
              <a:ext uri="{FF2B5EF4-FFF2-40B4-BE49-F238E27FC236}">
                <a16:creationId xmlns:a16="http://schemas.microsoft.com/office/drawing/2014/main" id="{D3734D65-B365-95EE-54FD-870A0D8A919E}"/>
              </a:ext>
            </a:extLst>
          </p:cNvPr>
          <p:cNvSpPr>
            <a:spLocks noGrp="1"/>
          </p:cNvSpPr>
          <p:nvPr>
            <p:ph idx="1"/>
          </p:nvPr>
        </p:nvSpPr>
        <p:spPr>
          <a:xfrm>
            <a:off x="5183188" y="640080"/>
            <a:ext cx="6172200" cy="4873625"/>
          </a:xfrm>
        </p:spPr>
        <p:txBody>
          <a:bodyPr>
            <a:normAutofit/>
          </a:bodyPr>
          <a:lstStyle>
            <a:lvl1pPr>
              <a:defRPr sz="18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4B2F56-2B0D-0EF4-56CD-C05932CCA913}"/>
              </a:ext>
            </a:extLst>
          </p:cNvPr>
          <p:cNvSpPr>
            <a:spLocks noGrp="1"/>
          </p:cNvSpPr>
          <p:nvPr>
            <p:ph type="body" sz="half" idx="2"/>
          </p:nvPr>
        </p:nvSpPr>
        <p:spPr>
          <a:xfrm>
            <a:off x="839788" y="1735455"/>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BB5AD11E-7CA2-195A-3AED-D4EA18A7CBF0}"/>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28B7F537-9B65-DFA6-B015-6F940544605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26790AD-ED52-1F38-55AF-266155ED0CFF}"/>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014559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838200" y="640080"/>
            <a:ext cx="4343400" cy="1069975"/>
          </a:xfrm>
        </p:spPr>
        <p:txBody>
          <a:bodyPr rIns="22860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5181600" y="64008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200" y="1714553"/>
            <a:ext cx="4343400"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318EBA64-C577-6D2A-2089-5D4B26D9FD27}"/>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74958A6-E09D-E372-1B47-93CBA0788A71}"/>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3680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Pictures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838199" y="640080"/>
            <a:ext cx="5257799" cy="1069975"/>
          </a:xfrm>
        </p:spPr>
        <p:txBody>
          <a:bodyPr rIns="22860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6096000" y="640081"/>
            <a:ext cx="5257800" cy="24231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199" y="1714553"/>
            <a:ext cx="5257799"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318EBA64-C577-6D2A-2089-5D4B26D9FD27}"/>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74958A6-E09D-E372-1B47-93CBA0788A71}"/>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Picture Placeholder 2">
            <a:extLst>
              <a:ext uri="{FF2B5EF4-FFF2-40B4-BE49-F238E27FC236}">
                <a16:creationId xmlns:a16="http://schemas.microsoft.com/office/drawing/2014/main" id="{E82FCC31-BC93-90AB-AF4D-96D2AAC1DC24}"/>
              </a:ext>
            </a:extLst>
          </p:cNvPr>
          <p:cNvSpPr>
            <a:spLocks noGrp="1"/>
          </p:cNvSpPr>
          <p:nvPr>
            <p:ph type="pic" idx="11"/>
          </p:nvPr>
        </p:nvSpPr>
        <p:spPr>
          <a:xfrm>
            <a:off x="6096000" y="3102981"/>
            <a:ext cx="5257800" cy="24231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252286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with Caption (Inve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7010400" y="640080"/>
            <a:ext cx="4343400" cy="1069975"/>
          </a:xfrm>
        </p:spPr>
        <p:txBody>
          <a:bodyPr lIns="228600" rIns="9144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836614" y="64008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7008814" y="1706086"/>
            <a:ext cx="4343400" cy="3811588"/>
          </a:xfrm>
        </p:spPr>
        <p:txBody>
          <a:bodyPr lIns="228600" rIns="9144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58CC310E-4748-C5E8-AE54-7AC1A2994018}"/>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E1EF47C-843F-BE5E-8F02-5DE1A2AC11B2}"/>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589816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Alternative 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5181600" y="1710055"/>
            <a:ext cx="6172200" cy="38036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200" y="1710056"/>
            <a:ext cx="4341812"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242FA145-7884-663E-2FD6-F146DBF165AD}"/>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5E442B31-B535-5FE2-2BC5-880EDD26FEF6}"/>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Title Placeholder 1">
            <a:extLst>
              <a:ext uri="{FF2B5EF4-FFF2-40B4-BE49-F238E27FC236}">
                <a16:creationId xmlns:a16="http://schemas.microsoft.com/office/drawing/2014/main" id="{19A7D85F-FFE4-4A07-245F-FEBB3A5BB908}"/>
              </a:ext>
            </a:extLst>
          </p:cNvPr>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en-US"/>
              <a:t>Click to edit Master title style</a:t>
            </a:r>
          </a:p>
        </p:txBody>
      </p:sp>
    </p:spTree>
    <p:extLst>
      <p:ext uri="{BB962C8B-B14F-4D97-AF65-F5344CB8AC3E}">
        <p14:creationId xmlns:p14="http://schemas.microsoft.com/office/powerpoint/2010/main" val="3259083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lternative Picture with Caption (Invers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838197" y="1717992"/>
            <a:ext cx="6172200" cy="38036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7011988" y="1710055"/>
            <a:ext cx="4341812" cy="3811588"/>
          </a:xfrm>
        </p:spPr>
        <p:txBody>
          <a:bodyPr lIns="228600" rIns="9144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0F8A5377-95D6-C530-0CF9-020320B808C6}"/>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7417A37-EF31-074D-6E80-67675A8F2A72}"/>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Title Placeholder 1">
            <a:extLst>
              <a:ext uri="{FF2B5EF4-FFF2-40B4-BE49-F238E27FC236}">
                <a16:creationId xmlns:a16="http://schemas.microsoft.com/office/drawing/2014/main" id="{1C5E523F-BEDA-B92E-177F-92952F4CFFF3}"/>
              </a:ext>
            </a:extLst>
          </p:cNvPr>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en-US"/>
              <a:t>Click to edit Master title style</a:t>
            </a:r>
          </a:p>
        </p:txBody>
      </p:sp>
    </p:spTree>
    <p:extLst>
      <p:ext uri="{BB962C8B-B14F-4D97-AF65-F5344CB8AC3E}">
        <p14:creationId xmlns:p14="http://schemas.microsoft.com/office/powerpoint/2010/main" val="772575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2330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6AAD5-8DD1-DC4F-C3FC-B95E383F0D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586E25A-25B7-0AFF-66E9-21B3682472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CAAA45-371A-B61B-294F-DE211B14540A}"/>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5" name="Footer Placeholder 4">
            <a:extLst>
              <a:ext uri="{FF2B5EF4-FFF2-40B4-BE49-F238E27FC236}">
                <a16:creationId xmlns:a16="http://schemas.microsoft.com/office/drawing/2014/main" id="{9EE6060D-87A1-4A21-509E-5852E923CF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29F6B3-1E80-9120-F2A6-44E6AB084BF5}"/>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27205110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E6A91-2D10-E1DA-4346-43F91908BE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2A29A5-815C-527E-B2DC-FBCE17A53B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C45CA9-C736-BD95-5532-BD7D05049A93}"/>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5" name="Footer Placeholder 4">
            <a:extLst>
              <a:ext uri="{FF2B5EF4-FFF2-40B4-BE49-F238E27FC236}">
                <a16:creationId xmlns:a16="http://schemas.microsoft.com/office/drawing/2014/main" id="{B1877436-BE64-99AD-D140-5F1C7774B8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0D367-A36F-C89F-E1D7-95115A871A4E}"/>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17891920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A8E33-CA27-88E2-9F92-AA12430C84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E62745-7C1E-6A02-04C2-6F1EC0E018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EA6416-DEA8-2A6F-135E-7445E4B9DC74}"/>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5" name="Footer Placeholder 4">
            <a:extLst>
              <a:ext uri="{FF2B5EF4-FFF2-40B4-BE49-F238E27FC236}">
                <a16:creationId xmlns:a16="http://schemas.microsoft.com/office/drawing/2014/main" id="{42BDD8BD-2D8A-B3BD-27B8-7ED8DCCA54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B333E4-C1AC-A5A6-A1DE-1C42CDBC5843}"/>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3655301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5BDE1-317E-29CD-73F7-74703C9F8D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3B4BE4-BBEF-2B13-8055-53D27E94F1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172DEF-0F28-A62C-3CDD-30FA579384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AAE753-C79D-9851-31EF-E05956745397}"/>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6" name="Footer Placeholder 5">
            <a:extLst>
              <a:ext uri="{FF2B5EF4-FFF2-40B4-BE49-F238E27FC236}">
                <a16:creationId xmlns:a16="http://schemas.microsoft.com/office/drawing/2014/main" id="{3B705142-9F70-CC54-60A4-3E09BC83A2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EBA7BA-2731-3AED-08C7-C64BB662CAE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5337042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A0CE2-7508-E81C-06F1-28A034A17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F21967-D4D0-6219-3AAB-9D2E4F75E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2F3A03-1015-ACF5-F20B-DB2A14A5A2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C0E5BF-58E2-49EB-D836-6ED99AA106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C1CF98-ECC9-55E8-CD6F-1D5D4638D0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0247C5-C34D-ADEC-AC65-FE6C8FD0C5C4}"/>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8" name="Footer Placeholder 7">
            <a:extLst>
              <a:ext uri="{FF2B5EF4-FFF2-40B4-BE49-F238E27FC236}">
                <a16:creationId xmlns:a16="http://schemas.microsoft.com/office/drawing/2014/main" id="{2D685EF8-754E-9EDF-566D-D2DBC48DF2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B8C502-F336-234A-C5BD-3A7EFE8771D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16281371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4C712-081B-49DF-40D3-CA896D1E5E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01967A-6474-C9C7-09A5-D5C3F895D1FD}"/>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4" name="Footer Placeholder 3">
            <a:extLst>
              <a:ext uri="{FF2B5EF4-FFF2-40B4-BE49-F238E27FC236}">
                <a16:creationId xmlns:a16="http://schemas.microsoft.com/office/drawing/2014/main" id="{6C55163C-7A9E-4772-1C06-9759F6C308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B45EDF-18A2-7D96-7ADF-DA791280AF2C}"/>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96089434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C8D037-04A9-F5D8-556C-9ECCE6402FB1}"/>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3" name="Footer Placeholder 2">
            <a:extLst>
              <a:ext uri="{FF2B5EF4-FFF2-40B4-BE49-F238E27FC236}">
                <a16:creationId xmlns:a16="http://schemas.microsoft.com/office/drawing/2014/main" id="{45ED36C8-3553-1C68-A5E2-48BC581803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185F28-AB75-50BB-C03E-FAE7A9D589C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6224293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03D1E-6132-B1F1-98DE-A0DBF68548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F0ECE0-A6ED-6CF1-9EC4-6E7C8946D8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5223C8-35DE-CFC4-E5AA-555D45C342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9319D3-C3D5-78F0-E7B8-91755BC3E3A2}"/>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6" name="Footer Placeholder 5">
            <a:extLst>
              <a:ext uri="{FF2B5EF4-FFF2-40B4-BE49-F238E27FC236}">
                <a16:creationId xmlns:a16="http://schemas.microsoft.com/office/drawing/2014/main" id="{89C369DA-C9FF-BFE0-1EA8-F78CD56427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7B09E0-F147-AD07-BE6A-9BBAD80DED8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15410737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86FB5-82B2-AAEA-443C-3E53C2AB3B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5BBF77-398D-E23F-F419-00CADA31C7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F95E83-21D3-CE30-DF9F-E78B4F1692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428B0B-767F-E2AF-B42A-8971AF98189E}"/>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6" name="Footer Placeholder 5">
            <a:extLst>
              <a:ext uri="{FF2B5EF4-FFF2-40B4-BE49-F238E27FC236}">
                <a16:creationId xmlns:a16="http://schemas.microsoft.com/office/drawing/2014/main" id="{CFA0D381-E325-7846-8518-6CB8F235E9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A7B72B-56E1-C7D4-9132-DEDFD582450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6450722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D6BDF-36A7-5718-E5A5-DE5382070B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89E1C7-143D-57A1-72A1-EF36DB985F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2236C-253F-CDE9-3078-4DF99D383828}"/>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5" name="Footer Placeholder 4">
            <a:extLst>
              <a:ext uri="{FF2B5EF4-FFF2-40B4-BE49-F238E27FC236}">
                <a16:creationId xmlns:a16="http://schemas.microsoft.com/office/drawing/2014/main" id="{C609742D-9740-9A95-463E-174B2D718F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26397-AAEF-91D9-AB56-A5C31D582E3A}"/>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25808583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887D61-6E7E-6C92-72F6-6AC3A5DD73E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5BB4B8-BCF0-9CA6-F340-C0A77C7158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010D88-24BF-22A7-6352-8C048FA3B15E}"/>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5" name="Footer Placeholder 4">
            <a:extLst>
              <a:ext uri="{FF2B5EF4-FFF2-40B4-BE49-F238E27FC236}">
                <a16:creationId xmlns:a16="http://schemas.microsoft.com/office/drawing/2014/main" id="{5BCAFD18-A41E-5830-3B37-37E15B1982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40DB3D-B834-0C92-B6FC-71D0A7CFE44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8412346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mj-lt"/>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12964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410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65CAF67C-05D9-E035-DD4E-5DB53A813F9F}"/>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cxnSp>
        <p:nvCxnSpPr>
          <p:cNvPr id="3" name="Straight Connector 2">
            <a:extLst>
              <a:ext uri="{FF2B5EF4-FFF2-40B4-BE49-F238E27FC236}">
                <a16:creationId xmlns:a16="http://schemas.microsoft.com/office/drawing/2014/main" id="{CD6D67B6-5BB8-A321-DCC1-1CDE6D6F2B3E}"/>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2678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6725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4136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63110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2764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945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B7ABA80-BCE4-B20F-4ED2-67D0FB916F88}"/>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429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33314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pic>
        <p:nvPicPr>
          <p:cNvPr id="7" name="Picture 6" descr="A picture containing clipart&#10;&#10;Description automatically generated">
            <a:extLst>
              <a:ext uri="{FF2B5EF4-FFF2-40B4-BE49-F238E27FC236}">
                <a16:creationId xmlns:a16="http://schemas.microsoft.com/office/drawing/2014/main" id="{9A7EA1FE-70E8-377A-9BCA-4A1930CC561D}"/>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54B80E5E-C6B1-0D18-CCDF-82BD487A9022}"/>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74428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6350650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818954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image" Target="../media/image1.gif"/><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theme" Target="../theme/theme2.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3.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image" Target="../media/image1.gif"/><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userDrawn="1"/>
        </p:nvPicPr>
        <p:blipFill>
          <a:blip r:embed="rId13"/>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3332867967"/>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5" r:id="rId8"/>
    <p:sldLayoutId id="2147483690" r:id="rId9"/>
    <p:sldLayoutId id="2147483691" r:id="rId10"/>
    <p:sldLayoutId id="2147483694"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accent1"/>
          </a:solidFill>
          <a:latin typeface="Verdana" panose="020B0604030504040204" pitchFamily="34" charset="0"/>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p:nvPicPr>
        <p:blipFill>
          <a:blip r:embed="rId36"/>
          <a:stretch>
            <a:fillRect/>
          </a:stretch>
        </p:blipFill>
        <p:spPr>
          <a:xfrm>
            <a:off x="276705" y="6246199"/>
            <a:ext cx="1119809" cy="495153"/>
          </a:xfrm>
          <a:prstGeom prst="rect">
            <a:avLst/>
          </a:prstGeom>
        </p:spPr>
      </p:pic>
      <p:cxnSp>
        <p:nvCxnSpPr>
          <p:cNvPr id="4" name="Straight Connector 3">
            <a:extLst>
              <a:ext uri="{FF2B5EF4-FFF2-40B4-BE49-F238E27FC236}">
                <a16:creationId xmlns:a16="http://schemas.microsoft.com/office/drawing/2014/main" id="{ADF7A29A-0292-73AA-F083-6E595BAA8123}"/>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clipart&#10;&#10;Description automatically generated">
            <a:extLst>
              <a:ext uri="{FF2B5EF4-FFF2-40B4-BE49-F238E27FC236}">
                <a16:creationId xmlns:a16="http://schemas.microsoft.com/office/drawing/2014/main" id="{9477345E-DF3E-2C6E-4A34-F2D69FF9D719}"/>
              </a:ext>
            </a:extLst>
          </p:cNvPr>
          <p:cNvPicPr>
            <a:picLocks noChangeAspect="1"/>
          </p:cNvPicPr>
          <p:nvPr userDrawn="1"/>
        </p:nvPicPr>
        <p:blipFill>
          <a:blip r:embed="rId36"/>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2521153185"/>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28" r:id="rId13"/>
    <p:sldLayoutId id="2147483729" r:id="rId14"/>
    <p:sldLayoutId id="2147483731" r:id="rId15"/>
    <p:sldLayoutId id="2147483732" r:id="rId16"/>
    <p:sldLayoutId id="2147483733" r:id="rId17"/>
    <p:sldLayoutId id="2147483734" r:id="rId18"/>
    <p:sldLayoutId id="2147483735" r:id="rId19"/>
    <p:sldLayoutId id="2147483737" r:id="rId20"/>
    <p:sldLayoutId id="2147483738" r:id="rId21"/>
    <p:sldLayoutId id="2147483739" r:id="rId22"/>
    <p:sldLayoutId id="2147483741" r:id="rId23"/>
    <p:sldLayoutId id="2147483742" r:id="rId24"/>
    <p:sldLayoutId id="2147483743" r:id="rId25"/>
    <p:sldLayoutId id="2147483746" r:id="rId26"/>
    <p:sldLayoutId id="2147483747" r:id="rId27"/>
    <p:sldLayoutId id="2147483748" r:id="rId28"/>
    <p:sldLayoutId id="2147483749" r:id="rId29"/>
    <p:sldLayoutId id="2147483750" r:id="rId30"/>
    <p:sldLayoutId id="2147483751" r:id="rId31"/>
    <p:sldLayoutId id="2147483752" r:id="rId32"/>
    <p:sldLayoutId id="2147483753" r:id="rId33"/>
    <p:sldLayoutId id="2147483757"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2CBAF9-2965-A7C6-845B-62B5E12FB7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28E179-5E80-77E1-3E99-B4B3300155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62F81F-BA8C-758D-D699-32EC909F1F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E6E620-59F5-2C4A-92BD-F98311598A11}" type="datetimeFigureOut">
              <a:rPr lang="en-US" smtClean="0"/>
              <a:t>3/20/26</a:t>
            </a:fld>
            <a:endParaRPr lang="en-US"/>
          </a:p>
        </p:txBody>
      </p:sp>
      <p:sp>
        <p:nvSpPr>
          <p:cNvPr id="5" name="Footer Placeholder 4">
            <a:extLst>
              <a:ext uri="{FF2B5EF4-FFF2-40B4-BE49-F238E27FC236}">
                <a16:creationId xmlns:a16="http://schemas.microsoft.com/office/drawing/2014/main" id="{A8564B79-09C9-5020-93B1-FAC65CCB8A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A6E8D9-C481-7218-0559-0C6D8A14D7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A4FBA9-C6FD-EE4B-9F7E-379E16761BEB}" type="slidenum">
              <a:rPr lang="en-US" smtClean="0"/>
              <a:t>‹#›</a:t>
            </a:fld>
            <a:endParaRPr lang="en-US"/>
          </a:p>
        </p:txBody>
      </p:sp>
    </p:spTree>
    <p:extLst>
      <p:ext uri="{BB962C8B-B14F-4D97-AF65-F5344CB8AC3E}">
        <p14:creationId xmlns:p14="http://schemas.microsoft.com/office/powerpoint/2010/main" val="1451717990"/>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p:nvPicPr>
        <p:blipFill>
          <a:blip r:embed="rId15"/>
          <a:stretch>
            <a:fillRect/>
          </a:stretch>
        </p:blipFill>
        <p:spPr>
          <a:xfrm>
            <a:off x="276705" y="6246199"/>
            <a:ext cx="1119809" cy="495153"/>
          </a:xfrm>
          <a:prstGeom prst="rect">
            <a:avLst/>
          </a:prstGeom>
        </p:spPr>
      </p:pic>
      <p:cxnSp>
        <p:nvCxnSpPr>
          <p:cNvPr id="4" name="Straight Connector 3">
            <a:extLst>
              <a:ext uri="{FF2B5EF4-FFF2-40B4-BE49-F238E27FC236}">
                <a16:creationId xmlns:a16="http://schemas.microsoft.com/office/drawing/2014/main" id="{75CC1EA0-8D57-D902-1BE8-8FCC4D5BBB36}"/>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clipart&#10;&#10;Description automatically generated">
            <a:extLst>
              <a:ext uri="{FF2B5EF4-FFF2-40B4-BE49-F238E27FC236}">
                <a16:creationId xmlns:a16="http://schemas.microsoft.com/office/drawing/2014/main" id="{DA96A409-0530-A5F0-99CF-4177755327AB}"/>
              </a:ext>
            </a:extLst>
          </p:cNvPr>
          <p:cNvPicPr>
            <a:picLocks noChangeAspect="1"/>
          </p:cNvPicPr>
          <p:nvPr userDrawn="1"/>
        </p:nvPicPr>
        <p:blipFill>
          <a:blip r:embed="rId15"/>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3233541644"/>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9.svg"/><Relationship Id="rId5" Type="http://schemas.openxmlformats.org/officeDocument/2006/relationships/diagramQuickStyle" Target="../diagrams/quickStyle1.xml"/><Relationship Id="rId10" Type="http://schemas.openxmlformats.org/officeDocument/2006/relationships/image" Target="../media/image8.svg"/><Relationship Id="rId4" Type="http://schemas.openxmlformats.org/officeDocument/2006/relationships/diagramLayout" Target="../diagrams/layout1.xml"/><Relationship Id="rId9" Type="http://schemas.openxmlformats.org/officeDocument/2006/relationships/image" Target="../media/image7.svg"/></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image" Target="../media/image9.svg"/><Relationship Id="rId5" Type="http://schemas.openxmlformats.org/officeDocument/2006/relationships/diagramQuickStyle" Target="../diagrams/quickStyle2.xml"/><Relationship Id="rId10" Type="http://schemas.openxmlformats.org/officeDocument/2006/relationships/image" Target="../media/image8.svg"/><Relationship Id="rId4" Type="http://schemas.openxmlformats.org/officeDocument/2006/relationships/diagramLayout" Target="../diagrams/layout2.xml"/><Relationship Id="rId9"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svg"/></Relationships>
</file>

<file path=ppt/slides/_rels/slide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hyperlink" Target="https://www.nrel.gov/docs/fy08osti/43156.pdf"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20.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11FC88F-BB76-B842-B4E9-49C7603ACA13}"/>
              </a:ext>
            </a:extLst>
          </p:cNvPr>
          <p:cNvSpPr>
            <a:spLocks noGrp="1"/>
          </p:cNvSpPr>
          <p:nvPr>
            <p:ph type="ctrTitle"/>
          </p:nvPr>
        </p:nvSpPr>
        <p:spPr>
          <a:xfrm>
            <a:off x="1161143" y="1837128"/>
            <a:ext cx="9869714" cy="3183744"/>
          </a:xfrm>
        </p:spPr>
        <p:txBody>
          <a:bodyPr anchor="ctr">
            <a:normAutofit fontScale="90000"/>
          </a:bodyPr>
          <a:lstStyle/>
          <a:p>
            <a:r>
              <a:rPr lang="en-US" sz="4000" b="0">
                <a:cs typeface="Calibri Light"/>
              </a:rPr>
              <a:t>MODULE 4</a:t>
            </a:r>
            <a:br>
              <a:rPr lang="en-US">
                <a:cs typeface="Calibri Light"/>
              </a:rPr>
            </a:br>
            <a:r>
              <a:rPr lang="en-US">
                <a:cs typeface="Calibri Light"/>
              </a:rPr>
              <a:t>Defining a Baseline and Incorporating Routine and Non-Routine Adjustments</a:t>
            </a:r>
            <a:endParaRPr lang="en-US" sz="6700">
              <a:cs typeface="Calibri Light"/>
            </a:endParaRPr>
          </a:p>
        </p:txBody>
      </p:sp>
    </p:spTree>
    <p:extLst>
      <p:ext uri="{BB962C8B-B14F-4D97-AF65-F5344CB8AC3E}">
        <p14:creationId xmlns:p14="http://schemas.microsoft.com/office/powerpoint/2010/main" val="3562739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9658F-C393-CCB9-8539-C4ACEC20A11F}"/>
              </a:ext>
            </a:extLst>
          </p:cNvPr>
          <p:cNvSpPr>
            <a:spLocks noGrp="1"/>
          </p:cNvSpPr>
          <p:nvPr>
            <p:ph type="title"/>
          </p:nvPr>
        </p:nvSpPr>
        <p:spPr/>
        <p:txBody>
          <a:bodyPr/>
          <a:lstStyle/>
          <a:p>
            <a:r>
              <a:rPr lang="en-US"/>
              <a:t>Learning Objectives</a:t>
            </a:r>
          </a:p>
        </p:txBody>
      </p:sp>
      <p:sp>
        <p:nvSpPr>
          <p:cNvPr id="9" name="Content Placeholder 8">
            <a:extLst>
              <a:ext uri="{FF2B5EF4-FFF2-40B4-BE49-F238E27FC236}">
                <a16:creationId xmlns:a16="http://schemas.microsoft.com/office/drawing/2014/main" id="{6F2E022A-CF75-85B5-6EE4-14371269CDE6}"/>
              </a:ext>
            </a:extLst>
          </p:cNvPr>
          <p:cNvSpPr>
            <a:spLocks noGrp="1"/>
          </p:cNvSpPr>
          <p:nvPr>
            <p:ph idx="1"/>
          </p:nvPr>
        </p:nvSpPr>
        <p:spPr>
          <a:xfrm>
            <a:off x="838200" y="1690688"/>
            <a:ext cx="10515600" cy="4351338"/>
          </a:xfrm>
        </p:spPr>
        <p:txBody>
          <a:bodyPr>
            <a:normAutofit/>
          </a:bodyPr>
          <a:lstStyle/>
          <a:p>
            <a:pPr marL="457200" indent="-457200">
              <a:buFont typeface="Arial" panose="020B0604020202020204" pitchFamily="34" charset="0"/>
              <a:buChar char="•"/>
            </a:pPr>
            <a:r>
              <a:rPr lang="en-US" sz="2400"/>
              <a:t>Define key terms: </a:t>
            </a:r>
            <a:r>
              <a:rPr lang="en-US" sz="2400" i="1"/>
              <a:t>baseline</a:t>
            </a:r>
            <a:r>
              <a:rPr lang="en-US" sz="2400"/>
              <a:t>, </a:t>
            </a:r>
            <a:r>
              <a:rPr lang="en-US" sz="2400" i="1"/>
              <a:t>baseline period</a:t>
            </a:r>
            <a:r>
              <a:rPr lang="en-US" sz="2400"/>
              <a:t>, </a:t>
            </a:r>
            <a:r>
              <a:rPr lang="en-US" sz="2400" i="1"/>
              <a:t>independent variable</a:t>
            </a:r>
            <a:r>
              <a:rPr lang="en-US" sz="2400"/>
              <a:t>, </a:t>
            </a:r>
            <a:r>
              <a:rPr lang="en-US" sz="2400" i="1"/>
              <a:t>static factor</a:t>
            </a:r>
            <a:r>
              <a:rPr lang="en-US" sz="2400"/>
              <a:t>, </a:t>
            </a:r>
            <a:r>
              <a:rPr lang="en-US" sz="2400" i="1"/>
              <a:t>routine adjustment</a:t>
            </a:r>
            <a:r>
              <a:rPr lang="en-US" sz="2400"/>
              <a:t>, </a:t>
            </a:r>
            <a:r>
              <a:rPr lang="en-US" sz="2400" i="1"/>
              <a:t>non-routine adjustment</a:t>
            </a:r>
            <a:r>
              <a:rPr lang="en-US" sz="2400"/>
              <a:t>, </a:t>
            </a:r>
            <a:r>
              <a:rPr lang="en-US" sz="2400" i="1"/>
              <a:t>avoided energy/costs</a:t>
            </a:r>
            <a:r>
              <a:rPr lang="en-US" sz="2400"/>
              <a:t>, </a:t>
            </a:r>
            <a:r>
              <a:rPr lang="en-US" sz="2400" i="1"/>
              <a:t>normalized savings</a:t>
            </a:r>
            <a:r>
              <a:rPr lang="en-US" sz="2400"/>
              <a:t>, and </a:t>
            </a:r>
            <a:r>
              <a:rPr lang="en-US" sz="2400" i="1"/>
              <a:t>backcasting</a:t>
            </a:r>
            <a:endParaRPr lang="en-US" sz="2400"/>
          </a:p>
          <a:p>
            <a:pPr marL="457200" indent="-457200">
              <a:buFont typeface="Arial" panose="020B0604020202020204" pitchFamily="34" charset="0"/>
              <a:buChar char="•"/>
            </a:pPr>
            <a:r>
              <a:rPr lang="en-US" sz="2400"/>
              <a:t>Develop and adjust a baseline model that stakeholders consider fair and relevant for the duration of the reporting period</a:t>
            </a:r>
          </a:p>
          <a:p>
            <a:pPr marL="457200" indent="-457200">
              <a:lnSpc>
                <a:spcPct val="100000"/>
              </a:lnSpc>
              <a:spcBef>
                <a:spcPts val="1600"/>
              </a:spcBef>
              <a:buFont typeface="Arial" panose="020B0604020202020204" pitchFamily="34" charset="0"/>
              <a:buChar char="•"/>
            </a:pPr>
            <a:r>
              <a:rPr lang="en-US" sz="2400"/>
              <a:t>Explain the role of routine and non-routine adjustments in the counterfactual method </a:t>
            </a:r>
          </a:p>
        </p:txBody>
      </p:sp>
    </p:spTree>
    <p:extLst>
      <p:ext uri="{BB962C8B-B14F-4D97-AF65-F5344CB8AC3E}">
        <p14:creationId xmlns:p14="http://schemas.microsoft.com/office/powerpoint/2010/main" val="2171863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9C73D-C8AB-FF3E-61DB-7EB67FB326CE}"/>
              </a:ext>
            </a:extLst>
          </p:cNvPr>
          <p:cNvSpPr>
            <a:spLocks noGrp="1"/>
          </p:cNvSpPr>
          <p:nvPr>
            <p:ph type="title"/>
          </p:nvPr>
        </p:nvSpPr>
        <p:spPr/>
        <p:txBody>
          <a:bodyPr/>
          <a:lstStyle/>
          <a:p>
            <a:r>
              <a:rPr lang="en-US"/>
              <a:t>M&amp;V, Step by Step</a:t>
            </a:r>
          </a:p>
        </p:txBody>
      </p:sp>
      <p:graphicFrame>
        <p:nvGraphicFramePr>
          <p:cNvPr id="6" name="Content Placeholder 5">
            <a:extLst>
              <a:ext uri="{FF2B5EF4-FFF2-40B4-BE49-F238E27FC236}">
                <a16:creationId xmlns:a16="http://schemas.microsoft.com/office/drawing/2014/main" id="{95760B30-2092-7FFC-4999-3A912D541C5F}"/>
              </a:ext>
            </a:extLst>
          </p:cNvPr>
          <p:cNvGraphicFramePr>
            <a:graphicFrameLocks noGrp="1"/>
          </p:cNvGraphicFramePr>
          <p:nvPr>
            <p:ph idx="1"/>
            <p:extLst>
              <p:ext uri="{D42A27DB-BD31-4B8C-83A1-F6EECF244321}">
                <p14:modId xmlns:p14="http://schemas.microsoft.com/office/powerpoint/2010/main" val="360292416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Graphic 7">
            <a:extLst>
              <a:ext uri="{FF2B5EF4-FFF2-40B4-BE49-F238E27FC236}">
                <a16:creationId xmlns:a16="http://schemas.microsoft.com/office/drawing/2014/main" id="{C8CC1955-D205-8892-2836-94EF156FF02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314114" y="89019"/>
            <a:ext cx="914400" cy="914400"/>
          </a:xfrm>
          <a:prstGeom prst="rect">
            <a:avLst/>
          </a:prstGeom>
        </p:spPr>
      </p:pic>
      <p:pic>
        <p:nvPicPr>
          <p:cNvPr id="9" name="Graphic 8">
            <a:extLst>
              <a:ext uri="{FF2B5EF4-FFF2-40B4-BE49-F238E27FC236}">
                <a16:creationId xmlns:a16="http://schemas.microsoft.com/office/drawing/2014/main" id="{93D78E74-7CC6-7093-10A4-C4B0F525CF9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99714" y="89019"/>
            <a:ext cx="914400" cy="914400"/>
          </a:xfrm>
          <a:prstGeom prst="rect">
            <a:avLst/>
          </a:prstGeom>
        </p:spPr>
      </p:pic>
      <p:pic>
        <p:nvPicPr>
          <p:cNvPr id="10" name="Graphic 9">
            <a:extLst>
              <a:ext uri="{FF2B5EF4-FFF2-40B4-BE49-F238E27FC236}">
                <a16:creationId xmlns:a16="http://schemas.microsoft.com/office/drawing/2014/main" id="{47859F1B-04C4-D65A-5369-FEE0986F424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485314" y="89019"/>
            <a:ext cx="914400" cy="914400"/>
          </a:xfrm>
          <a:prstGeom prst="rect">
            <a:avLst/>
          </a:prstGeom>
        </p:spPr>
      </p:pic>
      <p:pic>
        <p:nvPicPr>
          <p:cNvPr id="11" name="Graphic 10">
            <a:extLst>
              <a:ext uri="{FF2B5EF4-FFF2-40B4-BE49-F238E27FC236}">
                <a16:creationId xmlns:a16="http://schemas.microsoft.com/office/drawing/2014/main" id="{231DFF54-A800-939A-722E-65C1A0FBD28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665994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19CC2-3442-3949-C6D6-FF5D4B89C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936C4-4CF5-9268-2EA2-8508C088F514}"/>
              </a:ext>
            </a:extLst>
          </p:cNvPr>
          <p:cNvSpPr>
            <a:spLocks noGrp="1"/>
          </p:cNvSpPr>
          <p:nvPr>
            <p:ph type="title"/>
          </p:nvPr>
        </p:nvSpPr>
        <p:spPr/>
        <p:txBody>
          <a:bodyPr/>
          <a:lstStyle/>
          <a:p>
            <a:r>
              <a:rPr lang="en-US"/>
              <a:t>M&amp;V, Step by Step</a:t>
            </a:r>
          </a:p>
        </p:txBody>
      </p:sp>
      <p:graphicFrame>
        <p:nvGraphicFramePr>
          <p:cNvPr id="6" name="Content Placeholder 5">
            <a:extLst>
              <a:ext uri="{FF2B5EF4-FFF2-40B4-BE49-F238E27FC236}">
                <a16:creationId xmlns:a16="http://schemas.microsoft.com/office/drawing/2014/main" id="{A89D9DCC-C135-B637-74EB-7977A0D5B48E}"/>
              </a:ext>
            </a:extLst>
          </p:cNvPr>
          <p:cNvGraphicFramePr>
            <a:graphicFrameLocks noGrp="1"/>
          </p:cNvGraphicFramePr>
          <p:nvPr>
            <p:ph idx="1"/>
            <p:extLst>
              <p:ext uri="{D42A27DB-BD31-4B8C-83A1-F6EECF244321}">
                <p14:modId xmlns:p14="http://schemas.microsoft.com/office/powerpoint/2010/main" val="279712685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Graphic 7">
            <a:extLst>
              <a:ext uri="{FF2B5EF4-FFF2-40B4-BE49-F238E27FC236}">
                <a16:creationId xmlns:a16="http://schemas.microsoft.com/office/drawing/2014/main" id="{68FCAF32-39C6-D015-F2C6-C14AF3C02C2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314114" y="89019"/>
            <a:ext cx="914400" cy="914400"/>
          </a:xfrm>
          <a:prstGeom prst="rect">
            <a:avLst/>
          </a:prstGeom>
        </p:spPr>
      </p:pic>
      <p:pic>
        <p:nvPicPr>
          <p:cNvPr id="9" name="Graphic 8">
            <a:extLst>
              <a:ext uri="{FF2B5EF4-FFF2-40B4-BE49-F238E27FC236}">
                <a16:creationId xmlns:a16="http://schemas.microsoft.com/office/drawing/2014/main" id="{17D03F4C-06FF-0214-FCD1-315097AAE95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99714" y="89019"/>
            <a:ext cx="914400" cy="914400"/>
          </a:xfrm>
          <a:prstGeom prst="rect">
            <a:avLst/>
          </a:prstGeom>
        </p:spPr>
      </p:pic>
      <p:pic>
        <p:nvPicPr>
          <p:cNvPr id="10" name="Graphic 9">
            <a:extLst>
              <a:ext uri="{FF2B5EF4-FFF2-40B4-BE49-F238E27FC236}">
                <a16:creationId xmlns:a16="http://schemas.microsoft.com/office/drawing/2014/main" id="{4658F207-3DC5-179F-FC9C-9800D9FAC15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485314" y="89019"/>
            <a:ext cx="914400" cy="914400"/>
          </a:xfrm>
          <a:prstGeom prst="rect">
            <a:avLst/>
          </a:prstGeom>
        </p:spPr>
      </p:pic>
      <p:pic>
        <p:nvPicPr>
          <p:cNvPr id="11" name="Graphic 10">
            <a:extLst>
              <a:ext uri="{FF2B5EF4-FFF2-40B4-BE49-F238E27FC236}">
                <a16:creationId xmlns:a16="http://schemas.microsoft.com/office/drawing/2014/main" id="{20DEF329-6AED-5286-40C2-6B72B2B6E4C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228514" y="89019"/>
            <a:ext cx="914400" cy="914400"/>
          </a:xfrm>
          <a:prstGeom prst="rect">
            <a:avLst/>
          </a:prstGeom>
        </p:spPr>
      </p:pic>
      <p:sp>
        <p:nvSpPr>
          <p:cNvPr id="3" name="TextBox 2">
            <a:extLst>
              <a:ext uri="{FF2B5EF4-FFF2-40B4-BE49-F238E27FC236}">
                <a16:creationId xmlns:a16="http://schemas.microsoft.com/office/drawing/2014/main" id="{3D6A8F4D-E620-3EBF-FE98-CB98C46ABC8A}"/>
              </a:ext>
            </a:extLst>
          </p:cNvPr>
          <p:cNvSpPr txBox="1"/>
          <p:nvPr/>
        </p:nvSpPr>
        <p:spPr>
          <a:xfrm>
            <a:off x="4903118" y="3354963"/>
            <a:ext cx="1432290" cy="646331"/>
          </a:xfrm>
          <a:prstGeom prst="rect">
            <a:avLst/>
          </a:prstGeom>
          <a:noFill/>
        </p:spPr>
        <p:txBody>
          <a:bodyPr wrap="square" rtlCol="0">
            <a:spAutoFit/>
          </a:bodyPr>
          <a:lstStyle/>
          <a:p>
            <a:r>
              <a:rPr lang="en-US" dirty="0"/>
              <a:t>Phases of Construction</a:t>
            </a:r>
          </a:p>
        </p:txBody>
      </p:sp>
      <p:sp>
        <p:nvSpPr>
          <p:cNvPr id="4" name="TextBox 3">
            <a:extLst>
              <a:ext uri="{FF2B5EF4-FFF2-40B4-BE49-F238E27FC236}">
                <a16:creationId xmlns:a16="http://schemas.microsoft.com/office/drawing/2014/main" id="{CC650282-6750-EB24-61FA-0450692DE935}"/>
              </a:ext>
            </a:extLst>
          </p:cNvPr>
          <p:cNvSpPr txBox="1"/>
          <p:nvPr/>
        </p:nvSpPr>
        <p:spPr>
          <a:xfrm>
            <a:off x="4887589" y="4500204"/>
            <a:ext cx="1455911" cy="369332"/>
          </a:xfrm>
          <a:prstGeom prst="rect">
            <a:avLst/>
          </a:prstGeom>
          <a:noFill/>
        </p:spPr>
        <p:txBody>
          <a:bodyPr wrap="none" rtlCol="0">
            <a:spAutoFit/>
          </a:bodyPr>
          <a:lstStyle/>
          <a:p>
            <a:r>
              <a:rPr lang="en-US" dirty="0"/>
              <a:t>Partial Credit </a:t>
            </a:r>
          </a:p>
        </p:txBody>
      </p:sp>
    </p:spTree>
    <p:extLst>
      <p:ext uri="{BB962C8B-B14F-4D97-AF65-F5344CB8AC3E}">
        <p14:creationId xmlns:p14="http://schemas.microsoft.com/office/powerpoint/2010/main" val="203384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857E2-443E-0752-903F-A39EE8A2EBA0}"/>
              </a:ext>
            </a:extLst>
          </p:cNvPr>
          <p:cNvSpPr>
            <a:spLocks noGrp="1"/>
          </p:cNvSpPr>
          <p:nvPr>
            <p:ph type="title"/>
          </p:nvPr>
        </p:nvSpPr>
        <p:spPr/>
        <p:txBody>
          <a:bodyPr/>
          <a:lstStyle/>
          <a:p>
            <a:r>
              <a:rPr lang="en-US"/>
              <a:t>What Is a (Classic) Baseline?</a:t>
            </a:r>
          </a:p>
        </p:txBody>
      </p:sp>
      <p:sp>
        <p:nvSpPr>
          <p:cNvPr id="3" name="Content Placeholder 2">
            <a:extLst>
              <a:ext uri="{FF2B5EF4-FFF2-40B4-BE49-F238E27FC236}">
                <a16:creationId xmlns:a16="http://schemas.microsoft.com/office/drawing/2014/main" id="{DD31C878-19DA-B2D7-2058-FB873BC73AB4}"/>
              </a:ext>
            </a:extLst>
          </p:cNvPr>
          <p:cNvSpPr>
            <a:spLocks noGrp="1"/>
          </p:cNvSpPr>
          <p:nvPr>
            <p:ph idx="1"/>
          </p:nvPr>
        </p:nvSpPr>
        <p:spPr/>
        <p:txBody>
          <a:bodyPr>
            <a:normAutofit/>
          </a:bodyPr>
          <a:lstStyle/>
          <a:p>
            <a:pPr marL="0" indent="0">
              <a:lnSpc>
                <a:spcPct val="100000"/>
              </a:lnSpc>
              <a:spcBef>
                <a:spcPts val="1600"/>
              </a:spcBef>
              <a:buNone/>
            </a:pPr>
            <a:r>
              <a:rPr lang="en-US" sz="2400"/>
              <a:t>The baseline is a characterization of the energy use and operating conditions during a specified period of time prior to implementation. This “specified period of time” is also known as the </a:t>
            </a:r>
            <a:r>
              <a:rPr lang="en-US" sz="2400" b="1"/>
              <a:t>baseline period</a:t>
            </a:r>
            <a:r>
              <a:rPr lang="en-US" sz="2400"/>
              <a:t>.</a:t>
            </a:r>
          </a:p>
          <a:p>
            <a:pPr marL="0" indent="0">
              <a:lnSpc>
                <a:spcPct val="100000"/>
              </a:lnSpc>
              <a:spcBef>
                <a:spcPts val="1600"/>
              </a:spcBef>
              <a:buNone/>
            </a:pPr>
            <a:r>
              <a:rPr lang="en-US" sz="2400"/>
              <a:t>The baseline provides the basis for the development of the baseline model against which an energy conservation project’s actual performance is compared.</a:t>
            </a:r>
          </a:p>
        </p:txBody>
      </p:sp>
      <p:pic>
        <p:nvPicPr>
          <p:cNvPr id="6" name="Graphic 5">
            <a:extLst>
              <a:ext uri="{FF2B5EF4-FFF2-40B4-BE49-F238E27FC236}">
                <a16:creationId xmlns:a16="http://schemas.microsoft.com/office/drawing/2014/main" id="{1F9888EA-D039-4C03-2F12-FB8D5B1629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
        <p:nvSpPr>
          <p:cNvPr id="4" name="TextBox 3">
            <a:extLst>
              <a:ext uri="{FF2B5EF4-FFF2-40B4-BE49-F238E27FC236}">
                <a16:creationId xmlns:a16="http://schemas.microsoft.com/office/drawing/2014/main" id="{7DB28395-6BE8-C34A-2E71-37943B0A3033}"/>
              </a:ext>
            </a:extLst>
          </p:cNvPr>
          <p:cNvSpPr txBox="1"/>
          <p:nvPr/>
        </p:nvSpPr>
        <p:spPr>
          <a:xfrm>
            <a:off x="1643063" y="5911790"/>
            <a:ext cx="9710737" cy="400110"/>
          </a:xfrm>
          <a:prstGeom prst="rect">
            <a:avLst/>
          </a:prstGeom>
          <a:noFill/>
        </p:spPr>
        <p:txBody>
          <a:bodyPr wrap="square" rtlCol="0">
            <a:spAutoFit/>
          </a:bodyPr>
          <a:lstStyle/>
          <a:p>
            <a:pPr algn="r"/>
            <a:r>
              <a:rPr lang="en-US" sz="2000" b="1">
                <a:solidFill>
                  <a:srgbClr val="609ED0"/>
                </a:solidFill>
                <a:latin typeface="Verdana" panose="020B0604030504040204" pitchFamily="34" charset="0"/>
              </a:rPr>
              <a:t>Exception</a:t>
            </a:r>
            <a:r>
              <a:rPr lang="en-US" sz="2000">
                <a:solidFill>
                  <a:srgbClr val="609ED0"/>
                </a:solidFill>
                <a:latin typeface="Verdana" panose="020B0604030504040204" pitchFamily="34" charset="0"/>
              </a:rPr>
              <a:t>: Physics models may come afterward for new construction.</a:t>
            </a:r>
          </a:p>
        </p:txBody>
      </p:sp>
    </p:spTree>
    <p:extLst>
      <p:ext uri="{BB962C8B-B14F-4D97-AF65-F5344CB8AC3E}">
        <p14:creationId xmlns:p14="http://schemas.microsoft.com/office/powerpoint/2010/main" val="1830698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857E2-443E-0752-903F-A39EE8A2EBA0}"/>
              </a:ext>
            </a:extLst>
          </p:cNvPr>
          <p:cNvSpPr>
            <a:spLocks noGrp="1"/>
          </p:cNvSpPr>
          <p:nvPr>
            <p:ph type="title"/>
          </p:nvPr>
        </p:nvSpPr>
        <p:spPr/>
        <p:txBody>
          <a:bodyPr>
            <a:normAutofit/>
          </a:bodyPr>
          <a:lstStyle/>
          <a:p>
            <a:r>
              <a:rPr lang="en-US" sz="4000" dirty="0"/>
              <a:t>Judgments Involved in Defining a Baseline</a:t>
            </a:r>
          </a:p>
        </p:txBody>
      </p:sp>
      <p:sp>
        <p:nvSpPr>
          <p:cNvPr id="3" name="Content Placeholder 2">
            <a:extLst>
              <a:ext uri="{FF2B5EF4-FFF2-40B4-BE49-F238E27FC236}">
                <a16:creationId xmlns:a16="http://schemas.microsoft.com/office/drawing/2014/main" id="{DD31C878-19DA-B2D7-2058-FB873BC73AB4}"/>
              </a:ext>
            </a:extLst>
          </p:cNvPr>
          <p:cNvSpPr>
            <a:spLocks noGrp="1"/>
          </p:cNvSpPr>
          <p:nvPr>
            <p:ph idx="1"/>
          </p:nvPr>
        </p:nvSpPr>
        <p:spPr>
          <a:xfrm>
            <a:off x="838200" y="1690688"/>
            <a:ext cx="10515600" cy="4486275"/>
          </a:xfrm>
        </p:spPr>
        <p:txBody>
          <a:bodyPr>
            <a:normAutofit/>
          </a:bodyPr>
          <a:lstStyle/>
          <a:p>
            <a:pPr marL="457200" indent="-457200">
              <a:buFont typeface="Arial" panose="020B0604020202020204" pitchFamily="34" charset="0"/>
              <a:buChar char="•"/>
            </a:pPr>
            <a:r>
              <a:rPr lang="en-US" sz="2400" dirty="0"/>
              <a:t>How long should the baseline period be?</a:t>
            </a:r>
          </a:p>
          <a:p>
            <a:pPr marL="1143000" lvl="1" indent="-457200"/>
            <a:r>
              <a:rPr lang="en-US" dirty="0"/>
              <a:t>Is the load variable or constant?</a:t>
            </a:r>
          </a:p>
          <a:p>
            <a:pPr marL="457200" indent="-457200">
              <a:buFont typeface="Arial" panose="020B0604020202020204" pitchFamily="34" charset="0"/>
              <a:buChar char="•"/>
            </a:pPr>
            <a:r>
              <a:rPr lang="en-US" sz="2400" dirty="0"/>
              <a:t>Are current operations expected to continue in the reporting period?</a:t>
            </a:r>
          </a:p>
          <a:p>
            <a:pPr marL="457200" indent="-457200">
              <a:buFont typeface="Arial" panose="020B0604020202020204" pitchFamily="34" charset="0"/>
              <a:buChar char="•"/>
            </a:pPr>
            <a:r>
              <a:rPr lang="en-US" sz="2400" dirty="0"/>
              <a:t>Are </a:t>
            </a:r>
            <a:r>
              <a:rPr lang="en-US" sz="2400" b="1" dirty="0"/>
              <a:t>service levels </a:t>
            </a:r>
            <a:r>
              <a:rPr lang="en-US" sz="2400" dirty="0"/>
              <a:t>currently adequate?</a:t>
            </a:r>
          </a:p>
          <a:p>
            <a:pPr marL="457200" indent="-457200">
              <a:buFont typeface="Arial" panose="020B0604020202020204" pitchFamily="34" charset="0"/>
              <a:buChar char="•"/>
            </a:pPr>
            <a:r>
              <a:rPr lang="en-US" sz="2400" dirty="0"/>
              <a:t>What is the measurement boundary? </a:t>
            </a:r>
          </a:p>
          <a:p>
            <a:pPr marL="1143000" lvl="1" indent="-457200"/>
            <a:r>
              <a:rPr lang="en-US" dirty="0"/>
              <a:t>What’s in and what’s out?</a:t>
            </a:r>
          </a:p>
        </p:txBody>
      </p:sp>
      <p:pic>
        <p:nvPicPr>
          <p:cNvPr id="6" name="Graphic 5">
            <a:extLst>
              <a:ext uri="{FF2B5EF4-FFF2-40B4-BE49-F238E27FC236}">
                <a16:creationId xmlns:a16="http://schemas.microsoft.com/office/drawing/2014/main" id="{811D20B4-1D40-E6AE-207D-CF0B530015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826876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5AD19-93CA-27D6-4423-FEB82E78F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8DAAC-2494-B7B7-5F91-38EB20A74A2F}"/>
              </a:ext>
            </a:extLst>
          </p:cNvPr>
          <p:cNvSpPr>
            <a:spLocks noGrp="1"/>
          </p:cNvSpPr>
          <p:nvPr>
            <p:ph type="title"/>
          </p:nvPr>
        </p:nvSpPr>
        <p:spPr/>
        <p:txBody>
          <a:bodyPr>
            <a:normAutofit/>
          </a:bodyPr>
          <a:lstStyle/>
          <a:p>
            <a:r>
              <a:rPr lang="en-US" sz="4000" dirty="0"/>
              <a:t>Judgments Involved in Defining a Baseline</a:t>
            </a:r>
          </a:p>
        </p:txBody>
      </p:sp>
      <p:sp>
        <p:nvSpPr>
          <p:cNvPr id="3" name="Content Placeholder 2">
            <a:extLst>
              <a:ext uri="{FF2B5EF4-FFF2-40B4-BE49-F238E27FC236}">
                <a16:creationId xmlns:a16="http://schemas.microsoft.com/office/drawing/2014/main" id="{2D7714FD-4C8D-516C-A2F6-5C2A0381144B}"/>
              </a:ext>
            </a:extLst>
          </p:cNvPr>
          <p:cNvSpPr>
            <a:spLocks noGrp="1"/>
          </p:cNvSpPr>
          <p:nvPr>
            <p:ph idx="1"/>
          </p:nvPr>
        </p:nvSpPr>
        <p:spPr>
          <a:xfrm>
            <a:off x="838200" y="1690688"/>
            <a:ext cx="10515600" cy="4486275"/>
          </a:xfrm>
        </p:spPr>
        <p:txBody>
          <a:bodyPr>
            <a:normAutofit fontScale="62500" lnSpcReduction="20000"/>
          </a:bodyPr>
          <a:lstStyle/>
          <a:p>
            <a:pPr marL="457200" indent="-457200">
              <a:buFont typeface="Arial" panose="020B0604020202020204" pitchFamily="34" charset="0"/>
              <a:buChar char="•"/>
            </a:pPr>
            <a:r>
              <a:rPr lang="en-US" dirty="0"/>
              <a:t>RUL  = Remaining Useful Life</a:t>
            </a:r>
          </a:p>
          <a:p>
            <a:pPr marL="457200" indent="-457200">
              <a:buFont typeface="Arial" panose="020B0604020202020204" pitchFamily="34" charset="0"/>
              <a:buChar char="•"/>
            </a:pPr>
            <a:r>
              <a:rPr lang="en-US" dirty="0"/>
              <a:t>EUL  = Effective Useful Life </a:t>
            </a:r>
          </a:p>
          <a:p>
            <a:pPr marL="457200" indent="-457200">
              <a:buFont typeface="Arial" panose="020B0604020202020204" pitchFamily="34" charset="0"/>
              <a:buChar char="•"/>
            </a:pPr>
            <a:r>
              <a:rPr lang="en-US" dirty="0"/>
              <a:t>Degradation / Mean Time to Failure</a:t>
            </a:r>
          </a:p>
          <a:p>
            <a:pPr marL="457200" indent="-457200">
              <a:buFont typeface="Arial" panose="020B0604020202020204" pitchFamily="34" charset="0"/>
              <a:buChar char="•"/>
            </a:pPr>
            <a:r>
              <a:rPr lang="en-US" dirty="0"/>
              <a:t>Dual Baselines</a:t>
            </a:r>
          </a:p>
          <a:p>
            <a:pPr marL="457200" indent="-457200">
              <a:buFont typeface="Arial" panose="020B0604020202020204" pitchFamily="34" charset="0"/>
              <a:buChar char="•"/>
            </a:pPr>
            <a:r>
              <a:rPr lang="en-US" dirty="0"/>
              <a:t>Code Baselines</a:t>
            </a:r>
          </a:p>
          <a:p>
            <a:pPr marL="1143000" lvl="1" indent="-457200"/>
            <a:r>
              <a:rPr lang="en-US" dirty="0"/>
              <a:t>What “Should Have Happened?”</a:t>
            </a:r>
          </a:p>
          <a:p>
            <a:pPr marL="514350" indent="-514350">
              <a:buFont typeface="Arial" panose="020B0604020202020204" pitchFamily="34" charset="0"/>
              <a:buChar char="•"/>
            </a:pPr>
            <a:r>
              <a:rPr lang="en-US" dirty="0"/>
              <a:t>As opposed to “existing conditions” baseline</a:t>
            </a:r>
          </a:p>
          <a:p>
            <a:pPr marL="457200" indent="-457200">
              <a:buFont typeface="Arial" panose="020B0604020202020204" pitchFamily="34" charset="0"/>
              <a:buChar char="•"/>
            </a:pPr>
            <a:r>
              <a:rPr lang="en-US" dirty="0"/>
              <a:t>Industry Standard Practice</a:t>
            </a:r>
          </a:p>
          <a:p>
            <a:pPr marL="457200" indent="-457200">
              <a:buFont typeface="Arial" panose="020B0604020202020204" pitchFamily="34" charset="0"/>
              <a:buChar char="•"/>
            </a:pPr>
            <a:r>
              <a:rPr lang="en-US" dirty="0"/>
              <a:t>Life Cycle Costing covers RUL / EUL (but not code)</a:t>
            </a:r>
          </a:p>
          <a:p>
            <a:pPr marL="457200" indent="-457200"/>
            <a:endParaRPr lang="en-US" dirty="0"/>
          </a:p>
          <a:p>
            <a:pPr lvl="1" indent="0">
              <a:buNone/>
            </a:pPr>
            <a:r>
              <a:rPr lang="en-US" dirty="0"/>
              <a:t>	</a:t>
            </a:r>
          </a:p>
          <a:p>
            <a:endParaRPr lang="en-US" dirty="0"/>
          </a:p>
        </p:txBody>
      </p:sp>
      <p:pic>
        <p:nvPicPr>
          <p:cNvPr id="6" name="Graphic 5">
            <a:extLst>
              <a:ext uri="{FF2B5EF4-FFF2-40B4-BE49-F238E27FC236}">
                <a16:creationId xmlns:a16="http://schemas.microsoft.com/office/drawing/2014/main" id="{1E0DA90A-EA92-B9ED-6B73-3EA9154454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91081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BCDE9-FCC8-E69B-7FC6-21B33E96466A}"/>
              </a:ext>
            </a:extLst>
          </p:cNvPr>
          <p:cNvSpPr>
            <a:spLocks noGrp="1"/>
          </p:cNvSpPr>
          <p:nvPr>
            <p:ph type="title"/>
          </p:nvPr>
        </p:nvSpPr>
        <p:spPr/>
        <p:txBody>
          <a:bodyPr/>
          <a:lstStyle/>
          <a:p>
            <a:r>
              <a:rPr lang="en-US" dirty="0"/>
              <a:t>Service Levels /Productivity</a:t>
            </a:r>
          </a:p>
        </p:txBody>
      </p:sp>
      <p:sp>
        <p:nvSpPr>
          <p:cNvPr id="3" name="Content Placeholder 2">
            <a:extLst>
              <a:ext uri="{FF2B5EF4-FFF2-40B4-BE49-F238E27FC236}">
                <a16:creationId xmlns:a16="http://schemas.microsoft.com/office/drawing/2014/main" id="{1EED2B88-9AE2-D3AE-DEA2-C1F31E5D8576}"/>
              </a:ext>
            </a:extLst>
          </p:cNvPr>
          <p:cNvSpPr>
            <a:spLocks noGrp="1"/>
          </p:cNvSpPr>
          <p:nvPr>
            <p:ph idx="1"/>
          </p:nvPr>
        </p:nvSpPr>
        <p:spPr/>
        <p:txBody>
          <a:bodyPr>
            <a:normAutofit/>
          </a:bodyPr>
          <a:lstStyle/>
          <a:p>
            <a:r>
              <a:rPr lang="en-US" sz="2200" b="1" dirty="0"/>
              <a:t>Indoor Environmental Quality (IEQ)</a:t>
            </a:r>
          </a:p>
          <a:p>
            <a:r>
              <a:rPr lang="en-US" sz="2200" dirty="0"/>
              <a:t>Beyond just air quality, IEQ also encompasses factors such as exposure to natural light and pleasant views, comfortable sound conditions, and the ability of inhabitants to adjust lighting and temperate to their liking.</a:t>
            </a:r>
          </a:p>
          <a:p>
            <a:pPr marL="342900" indent="-342900">
              <a:buFont typeface="Arial" panose="020B0604020202020204" pitchFamily="34" charset="0"/>
              <a:buChar char="•"/>
            </a:pPr>
            <a:r>
              <a:rPr lang="en-US" sz="2200" b="1" dirty="0"/>
              <a:t>Sustainable Facilities Tool | U.S. General Services Administration</a:t>
            </a:r>
            <a:r>
              <a:rPr lang="en-US" sz="2200" dirty="0"/>
              <a:t>: https://</a:t>
            </a:r>
            <a:r>
              <a:rPr lang="en-US" sz="2200" dirty="0" err="1"/>
              <a:t>sftool.gov</a:t>
            </a:r>
            <a:r>
              <a:rPr lang="en-US" sz="2200" dirty="0"/>
              <a:t>/learn/about/1/indoor-environmental-quality-</a:t>
            </a:r>
            <a:r>
              <a:rPr lang="en-US" sz="2200" dirty="0" err="1"/>
              <a:t>ieq</a:t>
            </a:r>
            <a:endParaRPr lang="en-US" sz="2200" dirty="0"/>
          </a:p>
          <a:p>
            <a:pPr marL="342900" indent="-342900">
              <a:buFont typeface="Arial" panose="020B0604020202020204" pitchFamily="34" charset="0"/>
              <a:buChar char="•"/>
            </a:pPr>
            <a:r>
              <a:rPr lang="en-US" sz="2200" b="1" dirty="0"/>
              <a:t>ASHRAE</a:t>
            </a:r>
            <a:r>
              <a:rPr lang="en-US" sz="2200" dirty="0"/>
              <a:t>: https://</a:t>
            </a:r>
            <a:r>
              <a:rPr lang="en-US" sz="2200" dirty="0" err="1"/>
              <a:t>www.ashrae.org</a:t>
            </a:r>
            <a:r>
              <a:rPr lang="en-US" sz="2200" dirty="0"/>
              <a:t>/technical-resources/bookstore/indoor-air-quality-guide</a:t>
            </a:r>
          </a:p>
        </p:txBody>
      </p:sp>
      <p:pic>
        <p:nvPicPr>
          <p:cNvPr id="4" name="Graphic 3">
            <a:extLst>
              <a:ext uri="{FF2B5EF4-FFF2-40B4-BE49-F238E27FC236}">
                <a16:creationId xmlns:a16="http://schemas.microsoft.com/office/drawing/2014/main" id="{73BFE318-81AD-347B-FCC2-4DF720C2124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4017806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857E2-443E-0752-903F-A39EE8A2EBA0}"/>
              </a:ext>
            </a:extLst>
          </p:cNvPr>
          <p:cNvSpPr>
            <a:spLocks noGrp="1"/>
          </p:cNvSpPr>
          <p:nvPr>
            <p:ph type="title"/>
          </p:nvPr>
        </p:nvSpPr>
        <p:spPr/>
        <p:txBody>
          <a:bodyPr/>
          <a:lstStyle/>
          <a:p>
            <a:r>
              <a:rPr lang="en-US"/>
              <a:t>Baseline vs. Baseline Model</a:t>
            </a:r>
          </a:p>
        </p:txBody>
      </p:sp>
      <p:sp>
        <p:nvSpPr>
          <p:cNvPr id="3" name="Content Placeholder 2">
            <a:extLst>
              <a:ext uri="{FF2B5EF4-FFF2-40B4-BE49-F238E27FC236}">
                <a16:creationId xmlns:a16="http://schemas.microsoft.com/office/drawing/2014/main" id="{DD31C878-19DA-B2D7-2058-FB873BC73AB4}"/>
              </a:ext>
            </a:extLst>
          </p:cNvPr>
          <p:cNvSpPr>
            <a:spLocks noGrp="1"/>
          </p:cNvSpPr>
          <p:nvPr>
            <p:ph sz="half" idx="1"/>
          </p:nvPr>
        </p:nvSpPr>
        <p:spPr>
          <a:xfrm>
            <a:off x="838200" y="1825625"/>
            <a:ext cx="6635262" cy="4351338"/>
          </a:xfrm>
        </p:spPr>
        <p:txBody>
          <a:bodyPr>
            <a:normAutofit lnSpcReduction="10000"/>
          </a:bodyPr>
          <a:lstStyle/>
          <a:p>
            <a:r>
              <a:rPr lang="en-US" sz="2400" dirty="0"/>
              <a:t>The </a:t>
            </a:r>
            <a:r>
              <a:rPr lang="en-US" sz="2400" b="1" dirty="0">
                <a:solidFill>
                  <a:srgbClr val="FF0000"/>
                </a:solidFill>
              </a:rPr>
              <a:t>baseline</a:t>
            </a:r>
            <a:r>
              <a:rPr lang="en-US" sz="2400" dirty="0"/>
              <a:t> contains all the data required to build a useful </a:t>
            </a:r>
            <a:r>
              <a:rPr lang="en-US" sz="2400" b="1" dirty="0"/>
              <a:t>baseline model</a:t>
            </a:r>
            <a:r>
              <a:rPr lang="en-US" sz="2400" dirty="0"/>
              <a:t>. </a:t>
            </a:r>
          </a:p>
          <a:p>
            <a:r>
              <a:rPr lang="en-US" sz="2400" dirty="0"/>
              <a:t>The </a:t>
            </a:r>
            <a:r>
              <a:rPr lang="en-US" sz="2400" b="1" dirty="0"/>
              <a:t>baseline data</a:t>
            </a:r>
            <a:r>
              <a:rPr lang="en-US" sz="2400" dirty="0"/>
              <a:t> is collected within a period of time called the </a:t>
            </a:r>
            <a:r>
              <a:rPr lang="en-US" sz="2400" b="1" dirty="0"/>
              <a:t>baseline period</a:t>
            </a:r>
            <a:r>
              <a:rPr lang="en-US" sz="2400" dirty="0"/>
              <a:t>. </a:t>
            </a:r>
          </a:p>
          <a:p>
            <a:r>
              <a:rPr lang="en-US" sz="2400" dirty="0"/>
              <a:t>The </a:t>
            </a:r>
            <a:r>
              <a:rPr lang="en-US" sz="2400" b="1" dirty="0"/>
              <a:t>baseline model</a:t>
            </a:r>
            <a:r>
              <a:rPr lang="en-US" sz="2400" dirty="0"/>
              <a:t> is the foundation of the counterfactual method. It is adjusted (as necessary) throughout the reporting period.</a:t>
            </a:r>
          </a:p>
        </p:txBody>
      </p:sp>
      <p:sp>
        <p:nvSpPr>
          <p:cNvPr id="7" name="Content Placeholder 6">
            <a:extLst>
              <a:ext uri="{FF2B5EF4-FFF2-40B4-BE49-F238E27FC236}">
                <a16:creationId xmlns:a16="http://schemas.microsoft.com/office/drawing/2014/main" id="{730AFEF7-05FB-AD8D-E4E1-A7E3A27D173C}"/>
              </a:ext>
            </a:extLst>
          </p:cNvPr>
          <p:cNvSpPr>
            <a:spLocks noGrp="1"/>
          </p:cNvSpPr>
          <p:nvPr>
            <p:ph sz="half" idx="2"/>
          </p:nvPr>
        </p:nvSpPr>
        <p:spPr>
          <a:xfrm>
            <a:off x="8036169" y="1825625"/>
            <a:ext cx="3530189" cy="4351338"/>
          </a:xfrm>
        </p:spPr>
        <p:txBody>
          <a:bodyPr>
            <a:normAutofit lnSpcReduction="10000"/>
          </a:bodyPr>
          <a:lstStyle/>
          <a:p>
            <a:pPr>
              <a:lnSpc>
                <a:spcPct val="110000"/>
              </a:lnSpc>
            </a:pPr>
            <a:r>
              <a:rPr lang="en-US" sz="2000" b="1"/>
              <a:t>Example</a:t>
            </a:r>
            <a:r>
              <a:rPr lang="en-US" sz="2000"/>
              <a:t>: An office building in New York has different heating and cooling needs throughout the year. When measuring the performance of updates to the facility’s HVAC system, a CMVP should select a baseline period (typically one full year) to capture the effects of seasonal changes.</a:t>
            </a:r>
          </a:p>
        </p:txBody>
      </p:sp>
      <p:pic>
        <p:nvPicPr>
          <p:cNvPr id="6" name="Graphic 5">
            <a:extLst>
              <a:ext uri="{FF2B5EF4-FFF2-40B4-BE49-F238E27FC236}">
                <a16:creationId xmlns:a16="http://schemas.microsoft.com/office/drawing/2014/main" id="{811D20B4-1D40-E6AE-207D-CF0B530015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518035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C0891-91DF-BF12-022A-D9E3BAAA6A1E}"/>
              </a:ext>
            </a:extLst>
          </p:cNvPr>
          <p:cNvSpPr>
            <a:spLocks noGrp="1"/>
          </p:cNvSpPr>
          <p:nvPr>
            <p:ph type="title"/>
          </p:nvPr>
        </p:nvSpPr>
        <p:spPr>
          <a:xfrm>
            <a:off x="838200" y="365125"/>
            <a:ext cx="10730948" cy="1325563"/>
          </a:xfrm>
        </p:spPr>
        <p:txBody>
          <a:bodyPr>
            <a:normAutofit/>
          </a:bodyPr>
          <a:lstStyle/>
          <a:p>
            <a:r>
              <a:rPr lang="en-US" sz="3600" dirty="0"/>
              <a:t>THREE DISTINCT "BASELINE" CONCEPTS</a:t>
            </a:r>
          </a:p>
        </p:txBody>
      </p:sp>
      <p:sp>
        <p:nvSpPr>
          <p:cNvPr id="3" name="Content Placeholder 2">
            <a:extLst>
              <a:ext uri="{FF2B5EF4-FFF2-40B4-BE49-F238E27FC236}">
                <a16:creationId xmlns:a16="http://schemas.microsoft.com/office/drawing/2014/main" id="{2A84B4F6-CA46-AC51-65F8-22F8D45514F6}"/>
              </a:ext>
            </a:extLst>
          </p:cNvPr>
          <p:cNvSpPr>
            <a:spLocks noGrp="1"/>
          </p:cNvSpPr>
          <p:nvPr>
            <p:ph idx="1"/>
          </p:nvPr>
        </p:nvSpPr>
        <p:spPr>
          <a:xfrm>
            <a:off x="838200" y="1408670"/>
            <a:ext cx="10515600" cy="4768293"/>
          </a:xfrm>
        </p:spPr>
        <p:txBody>
          <a:bodyPr>
            <a:normAutofit fontScale="62500" lnSpcReduction="20000"/>
          </a:bodyPr>
          <a:lstStyle/>
          <a:p>
            <a:r>
              <a:rPr lang="en-US" sz="2300" dirty="0"/>
              <a:t>1️⃣ BASELINE PERIOD</a:t>
            </a:r>
          </a:p>
          <a:p>
            <a:r>
              <a:rPr lang="en-US" sz="2300" dirty="0"/>
              <a:t>   Time frame for data collection</a:t>
            </a:r>
          </a:p>
          <a:p>
            <a:r>
              <a:rPr lang="en-US" sz="2300" dirty="0"/>
              <a:t>   Example: "January 1 - December 31, 2024"</a:t>
            </a:r>
          </a:p>
          <a:p>
            <a:r>
              <a:rPr lang="en-US" sz="2300" dirty="0"/>
              <a:t>2️⃣ BASELINE DATA</a:t>
            </a:r>
          </a:p>
          <a:p>
            <a:r>
              <a:rPr lang="en-US" sz="2300" dirty="0"/>
              <a:t>   Actual measurements from that period</a:t>
            </a:r>
          </a:p>
          <a:p>
            <a:r>
              <a:rPr lang="en-US" sz="2300" dirty="0"/>
              <a:t>   Evidence of what DID happen</a:t>
            </a:r>
          </a:p>
          <a:p>
            <a:r>
              <a:rPr lang="en-US" sz="2300" dirty="0"/>
              <a:t>   Example: "12 months of utility bills"</a:t>
            </a:r>
          </a:p>
          <a:p>
            <a:r>
              <a:rPr lang="en-US" sz="2000" dirty="0"/>
              <a:t>3️⃣ BASELINE MODEL</a:t>
            </a:r>
          </a:p>
          <a:p>
            <a:r>
              <a:rPr lang="en-US" sz="2000" dirty="0"/>
              <a:t>   Mathematical relationship from data</a:t>
            </a:r>
          </a:p>
          <a:p>
            <a:r>
              <a:rPr lang="en-US" sz="2000" dirty="0"/>
              <a:t>   Tool for predicting what WOULD happen</a:t>
            </a:r>
          </a:p>
          <a:p>
            <a:r>
              <a:rPr lang="en-US" sz="2000" dirty="0"/>
              <a:t>   Example: "Energy = 500 + 2.5×HDD + 0.3×Occupancy"</a:t>
            </a:r>
          </a:p>
          <a:p>
            <a:endParaRPr lang="en-US" sz="1400" dirty="0"/>
          </a:p>
          <a:p>
            <a:pPr algn="ctr"/>
            <a:r>
              <a:rPr lang="en-US" sz="2600" dirty="0"/>
              <a:t>⚠️ Your M&amp;V plan must specify ALL THREE.</a:t>
            </a:r>
          </a:p>
        </p:txBody>
      </p:sp>
    </p:spTree>
    <p:extLst>
      <p:ext uri="{BB962C8B-B14F-4D97-AF65-F5344CB8AC3E}">
        <p14:creationId xmlns:p14="http://schemas.microsoft.com/office/powerpoint/2010/main" val="457625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061" y="97523"/>
            <a:ext cx="10515600" cy="1325563"/>
          </a:xfrm>
        </p:spPr>
        <p:txBody>
          <a:bodyPr>
            <a:normAutofit/>
          </a:bodyPr>
          <a:lstStyle/>
          <a:p>
            <a:r>
              <a:rPr lang="en-US" sz="4000" dirty="0"/>
              <a:t>Create and Validate the Baseline Model – Monthly Example</a:t>
            </a:r>
          </a:p>
        </p:txBody>
      </p:sp>
      <p:sp>
        <p:nvSpPr>
          <p:cNvPr id="5" name="Content Placeholder 4">
            <a:extLst>
              <a:ext uri="{FF2B5EF4-FFF2-40B4-BE49-F238E27FC236}">
                <a16:creationId xmlns:a16="http://schemas.microsoft.com/office/drawing/2014/main" id="{17EBF5A2-F67A-7ED3-DBC1-C19CE5DA0B54}"/>
              </a:ext>
            </a:extLst>
          </p:cNvPr>
          <p:cNvSpPr>
            <a:spLocks noGrp="1"/>
          </p:cNvSpPr>
          <p:nvPr>
            <p:ph idx="1"/>
          </p:nvPr>
        </p:nvSpPr>
        <p:spPr>
          <a:xfrm>
            <a:off x="392062" y="1522319"/>
            <a:ext cx="3928373" cy="4846651"/>
          </a:xfrm>
        </p:spPr>
        <p:txBody>
          <a:bodyPr>
            <a:noAutofit/>
          </a:bodyPr>
          <a:lstStyle/>
          <a:p>
            <a:pPr marL="457200" indent="-457200">
              <a:spcBef>
                <a:spcPts val="1000"/>
              </a:spcBef>
              <a:buFont typeface="+mj-lt"/>
              <a:buAutoNum type="arabicPeriod"/>
            </a:pPr>
            <a:r>
              <a:rPr lang="en-US" sz="2200" dirty="0"/>
              <a:t>Use specific baseline data</a:t>
            </a:r>
          </a:p>
          <a:p>
            <a:pPr marL="1143000" lvl="1" indent="-457200">
              <a:spcBef>
                <a:spcPts val="1000"/>
              </a:spcBef>
            </a:pPr>
            <a:r>
              <a:rPr lang="en-US" sz="1800" dirty="0"/>
              <a:t>Identify relevant variables</a:t>
            </a:r>
          </a:p>
          <a:p>
            <a:pPr marL="1143000" lvl="1" indent="-457200">
              <a:spcBef>
                <a:spcPts val="1000"/>
              </a:spcBef>
            </a:pPr>
            <a:r>
              <a:rPr lang="en-US" sz="1800" dirty="0"/>
              <a:t>Identify outliers</a:t>
            </a:r>
          </a:p>
          <a:p>
            <a:pPr marL="457200" indent="-457200">
              <a:spcBef>
                <a:spcPts val="1000"/>
              </a:spcBef>
              <a:buFont typeface="+mj-lt"/>
              <a:buAutoNum type="arabicPeriod"/>
            </a:pPr>
            <a:r>
              <a:rPr lang="en-US" sz="2200" dirty="0"/>
              <a:t>Specify a valid model</a:t>
            </a:r>
          </a:p>
          <a:p>
            <a:pPr marL="457200" indent="-457200">
              <a:spcBef>
                <a:spcPts val="1000"/>
              </a:spcBef>
              <a:buFont typeface="+mj-lt"/>
              <a:buAutoNum type="arabicPeriod"/>
            </a:pPr>
            <a:r>
              <a:rPr lang="en-US" sz="2200" dirty="0"/>
              <a:t>Document inputs</a:t>
            </a:r>
          </a:p>
          <a:p>
            <a:pPr marL="457200" indent="-457200">
              <a:spcBef>
                <a:spcPts val="1000"/>
              </a:spcBef>
              <a:buFont typeface="+mj-lt"/>
              <a:buAutoNum type="arabicPeriod"/>
            </a:pPr>
            <a:r>
              <a:rPr lang="en-US" sz="2200" dirty="0"/>
              <a:t>Document static factors</a:t>
            </a:r>
          </a:p>
          <a:p>
            <a:pPr marL="457200" indent="-457200">
              <a:spcBef>
                <a:spcPts val="1000"/>
              </a:spcBef>
              <a:buFont typeface="+mj-lt"/>
              <a:buAutoNum type="arabicPeriod"/>
            </a:pPr>
            <a:r>
              <a:rPr lang="en-US" sz="2200" dirty="0"/>
              <a:t>Archive all baseline data</a:t>
            </a:r>
          </a:p>
        </p:txBody>
      </p:sp>
      <p:graphicFrame>
        <p:nvGraphicFramePr>
          <p:cNvPr id="7" name="Table 27">
            <a:extLst>
              <a:ext uri="{FF2B5EF4-FFF2-40B4-BE49-F238E27FC236}">
                <a16:creationId xmlns:a16="http://schemas.microsoft.com/office/drawing/2014/main" id="{6BF54E1D-6A0D-4D70-AD38-F5BD6F0BCF38}"/>
              </a:ext>
            </a:extLst>
          </p:cNvPr>
          <p:cNvGraphicFramePr>
            <a:graphicFrameLocks noGrp="1"/>
          </p:cNvGraphicFramePr>
          <p:nvPr>
            <p:extLst>
              <p:ext uri="{D42A27DB-BD31-4B8C-83A1-F6EECF244321}">
                <p14:modId xmlns:p14="http://schemas.microsoft.com/office/powerpoint/2010/main" val="1022165321"/>
              </p:ext>
            </p:extLst>
          </p:nvPr>
        </p:nvGraphicFramePr>
        <p:xfrm>
          <a:off x="4641288" y="1551678"/>
          <a:ext cx="2909424" cy="4620228"/>
        </p:xfrm>
        <a:graphic>
          <a:graphicData uri="http://schemas.openxmlformats.org/drawingml/2006/table">
            <a:tbl>
              <a:tblPr firstRow="1" bandRow="1">
                <a:tableStyleId>{5C22544A-7EE6-4342-B048-85BDC9FD1C3A}</a:tableStyleId>
              </a:tblPr>
              <a:tblGrid>
                <a:gridCol w="612208">
                  <a:extLst>
                    <a:ext uri="{9D8B030D-6E8A-4147-A177-3AD203B41FA5}">
                      <a16:colId xmlns:a16="http://schemas.microsoft.com/office/drawing/2014/main" val="1651234585"/>
                    </a:ext>
                  </a:extLst>
                </a:gridCol>
                <a:gridCol w="995784">
                  <a:extLst>
                    <a:ext uri="{9D8B030D-6E8A-4147-A177-3AD203B41FA5}">
                      <a16:colId xmlns:a16="http://schemas.microsoft.com/office/drawing/2014/main" val="2486802464"/>
                    </a:ext>
                  </a:extLst>
                </a:gridCol>
                <a:gridCol w="1301432">
                  <a:extLst>
                    <a:ext uri="{9D8B030D-6E8A-4147-A177-3AD203B41FA5}">
                      <a16:colId xmlns:a16="http://schemas.microsoft.com/office/drawing/2014/main" val="729207933"/>
                    </a:ext>
                  </a:extLst>
                </a:gridCol>
              </a:tblGrid>
              <a:tr h="659370">
                <a:tc>
                  <a:txBody>
                    <a:bodyPr/>
                    <a:lstStyle/>
                    <a:p>
                      <a:pPr algn="ctr"/>
                      <a:r>
                        <a:rPr lang="en-US" sz="1000" b="0" i="0">
                          <a:latin typeface="Verdana" panose="020B0604030504040204" pitchFamily="34" charset="0"/>
                        </a:rPr>
                        <a:t>Days</a:t>
                      </a:r>
                    </a:p>
                  </a:txBody>
                  <a:tcPr anchor="ctr"/>
                </a:tc>
                <a:tc>
                  <a:txBody>
                    <a:bodyPr/>
                    <a:lstStyle/>
                    <a:p>
                      <a:pPr algn="ctr"/>
                      <a:r>
                        <a:rPr lang="en-US" sz="1000" b="0" i="0" baseline="0" dirty="0">
                          <a:latin typeface="Verdana" panose="020B0604030504040204" pitchFamily="34" charset="0"/>
                        </a:rPr>
                        <a:t>Heating Degree Days (15.5°C)</a:t>
                      </a:r>
                    </a:p>
                  </a:txBody>
                  <a:tcPr anchor="ctr"/>
                </a:tc>
                <a:tc>
                  <a:txBody>
                    <a:bodyPr/>
                    <a:lstStyle/>
                    <a:p>
                      <a:pPr algn="ctr"/>
                      <a:r>
                        <a:rPr lang="en-US" sz="1000" b="0" i="0">
                          <a:latin typeface="Verdana" panose="020B0604030504040204" pitchFamily="34" charset="0"/>
                        </a:rPr>
                        <a:t>Gas Consumption (Mcf)</a:t>
                      </a:r>
                    </a:p>
                  </a:txBody>
                  <a:tcPr anchor="ctr"/>
                </a:tc>
                <a:extLst>
                  <a:ext uri="{0D108BD9-81ED-4DB2-BD59-A6C34878D82A}">
                    <a16:rowId xmlns:a16="http://schemas.microsoft.com/office/drawing/2014/main" val="3152927315"/>
                  </a:ext>
                </a:extLst>
              </a:tr>
              <a:tr h="326599">
                <a:tc>
                  <a:txBody>
                    <a:bodyPr/>
                    <a:lstStyle/>
                    <a:p>
                      <a:pPr algn="ctr"/>
                      <a:r>
                        <a:rPr lang="en-US" sz="1400" b="0" i="0">
                          <a:latin typeface="Verdana" panose="020B0604030504040204" pitchFamily="34" charset="0"/>
                        </a:rPr>
                        <a:t>29</a:t>
                      </a:r>
                    </a:p>
                  </a:txBody>
                  <a:tcPr/>
                </a:tc>
                <a:tc>
                  <a:txBody>
                    <a:bodyPr/>
                    <a:lstStyle/>
                    <a:p>
                      <a:pPr algn="ctr"/>
                      <a:r>
                        <a:rPr lang="en-US" sz="1400" b="0" i="0">
                          <a:latin typeface="Verdana" panose="020B0604030504040204" pitchFamily="34" charset="0"/>
                        </a:rPr>
                        <a:t>650</a:t>
                      </a:r>
                    </a:p>
                  </a:txBody>
                  <a:tcPr/>
                </a:tc>
                <a:tc>
                  <a:txBody>
                    <a:bodyPr/>
                    <a:lstStyle/>
                    <a:p>
                      <a:pPr algn="ctr"/>
                      <a:r>
                        <a:rPr lang="en-US" sz="1400" b="0" i="0">
                          <a:latin typeface="Verdana" panose="020B0604030504040204" pitchFamily="34" charset="0"/>
                        </a:rPr>
                        <a:t>210,692</a:t>
                      </a:r>
                    </a:p>
                  </a:txBody>
                  <a:tcPr/>
                </a:tc>
                <a:extLst>
                  <a:ext uri="{0D108BD9-81ED-4DB2-BD59-A6C34878D82A}">
                    <a16:rowId xmlns:a16="http://schemas.microsoft.com/office/drawing/2014/main" val="1980365450"/>
                  </a:ext>
                </a:extLst>
              </a:tr>
              <a:tr h="326599">
                <a:tc>
                  <a:txBody>
                    <a:bodyPr/>
                    <a:lstStyle/>
                    <a:p>
                      <a:pPr algn="ctr"/>
                      <a:r>
                        <a:rPr lang="en-US" sz="1400" b="0" i="0">
                          <a:latin typeface="Verdana" panose="020B0604030504040204" pitchFamily="34" charset="0"/>
                        </a:rPr>
                        <a:t>33</a:t>
                      </a:r>
                    </a:p>
                  </a:txBody>
                  <a:tcPr/>
                </a:tc>
                <a:tc>
                  <a:txBody>
                    <a:bodyPr/>
                    <a:lstStyle/>
                    <a:p>
                      <a:pPr algn="ctr"/>
                      <a:r>
                        <a:rPr lang="en-US" sz="1400" b="0" i="0">
                          <a:latin typeface="Verdana" panose="020B0604030504040204" pitchFamily="34" charset="0"/>
                        </a:rPr>
                        <a:t>440</a:t>
                      </a:r>
                    </a:p>
                  </a:txBody>
                  <a:tcPr/>
                </a:tc>
                <a:tc>
                  <a:txBody>
                    <a:bodyPr/>
                    <a:lstStyle/>
                    <a:p>
                      <a:pPr algn="ctr"/>
                      <a:r>
                        <a:rPr lang="en-US" sz="1400" b="0" i="0" dirty="0">
                          <a:latin typeface="Verdana" panose="020B0604030504040204" pitchFamily="34" charset="0"/>
                        </a:rPr>
                        <a:t>208,664</a:t>
                      </a:r>
                    </a:p>
                  </a:txBody>
                  <a:tcPr/>
                </a:tc>
                <a:extLst>
                  <a:ext uri="{0D108BD9-81ED-4DB2-BD59-A6C34878D82A}">
                    <a16:rowId xmlns:a16="http://schemas.microsoft.com/office/drawing/2014/main" val="4180413134"/>
                  </a:ext>
                </a:extLst>
              </a:tr>
              <a:tr h="326599">
                <a:tc>
                  <a:txBody>
                    <a:bodyPr/>
                    <a:lstStyle/>
                    <a:p>
                      <a:pPr algn="ctr"/>
                      <a:r>
                        <a:rPr lang="en-US" sz="1400" b="0" i="0">
                          <a:latin typeface="Verdana" panose="020B0604030504040204" pitchFamily="34" charset="0"/>
                        </a:rPr>
                        <a:t>29</a:t>
                      </a:r>
                    </a:p>
                  </a:txBody>
                  <a:tcPr/>
                </a:tc>
                <a:tc>
                  <a:txBody>
                    <a:bodyPr/>
                    <a:lstStyle/>
                    <a:p>
                      <a:pPr algn="ctr"/>
                      <a:r>
                        <a:rPr lang="en-US" sz="1400" b="0" i="0">
                          <a:latin typeface="Verdana" panose="020B0604030504040204" pitchFamily="34" charset="0"/>
                        </a:rPr>
                        <a:t>220</a:t>
                      </a:r>
                    </a:p>
                  </a:txBody>
                  <a:tcPr/>
                </a:tc>
                <a:tc>
                  <a:txBody>
                    <a:bodyPr/>
                    <a:lstStyle/>
                    <a:p>
                      <a:pPr algn="ctr"/>
                      <a:r>
                        <a:rPr lang="en-US" sz="1400" b="0" i="0">
                          <a:latin typeface="Verdana" panose="020B0604030504040204" pitchFamily="34" charset="0"/>
                        </a:rPr>
                        <a:t>157,886</a:t>
                      </a:r>
                    </a:p>
                  </a:txBody>
                  <a:tcPr/>
                </a:tc>
                <a:extLst>
                  <a:ext uri="{0D108BD9-81ED-4DB2-BD59-A6C34878D82A}">
                    <a16:rowId xmlns:a16="http://schemas.microsoft.com/office/drawing/2014/main" val="493478239"/>
                  </a:ext>
                </a:extLst>
              </a:tr>
              <a:tr h="326599">
                <a:tc>
                  <a:txBody>
                    <a:bodyPr/>
                    <a:lstStyle/>
                    <a:p>
                      <a:pPr algn="ctr"/>
                      <a:r>
                        <a:rPr lang="en-US" sz="1400" b="0" i="0">
                          <a:latin typeface="Verdana" panose="020B0604030504040204" pitchFamily="34" charset="0"/>
                        </a:rPr>
                        <a:t>30</a:t>
                      </a:r>
                    </a:p>
                  </a:txBody>
                  <a:tcPr/>
                </a:tc>
                <a:tc>
                  <a:txBody>
                    <a:bodyPr/>
                    <a:lstStyle/>
                    <a:p>
                      <a:pPr algn="ctr"/>
                      <a:r>
                        <a:rPr lang="en-US" sz="1400" b="0" i="0">
                          <a:latin typeface="Verdana" panose="020B0604030504040204" pitchFamily="34" charset="0"/>
                        </a:rPr>
                        <a:t>150</a:t>
                      </a:r>
                    </a:p>
                  </a:txBody>
                  <a:tcPr/>
                </a:tc>
                <a:tc>
                  <a:txBody>
                    <a:bodyPr/>
                    <a:lstStyle/>
                    <a:p>
                      <a:pPr algn="ctr"/>
                      <a:r>
                        <a:rPr lang="en-US" sz="1400" b="0" i="0">
                          <a:latin typeface="Verdana" panose="020B0604030504040204" pitchFamily="34" charset="0"/>
                        </a:rPr>
                        <a:t>120,793</a:t>
                      </a:r>
                    </a:p>
                  </a:txBody>
                  <a:tcPr/>
                </a:tc>
                <a:extLst>
                  <a:ext uri="{0D108BD9-81ED-4DB2-BD59-A6C34878D82A}">
                    <a16:rowId xmlns:a16="http://schemas.microsoft.com/office/drawing/2014/main" val="2157066815"/>
                  </a:ext>
                </a:extLst>
              </a:tr>
              <a:tr h="326599">
                <a:tc>
                  <a:txBody>
                    <a:bodyPr/>
                    <a:lstStyle/>
                    <a:p>
                      <a:pPr algn="ctr"/>
                      <a:r>
                        <a:rPr lang="en-US" sz="1400" b="0" i="0">
                          <a:latin typeface="Verdana" panose="020B0604030504040204" pitchFamily="34" charset="0"/>
                        </a:rPr>
                        <a:t>32</a:t>
                      </a:r>
                    </a:p>
                  </a:txBody>
                  <a:tcPr/>
                </a:tc>
                <a:tc>
                  <a:txBody>
                    <a:bodyPr/>
                    <a:lstStyle/>
                    <a:p>
                      <a:pPr algn="ctr"/>
                      <a:r>
                        <a:rPr lang="en-US" sz="1400" b="0" i="0">
                          <a:latin typeface="Verdana" panose="020B0604030504040204" pitchFamily="34" charset="0"/>
                        </a:rPr>
                        <a:t>50</a:t>
                      </a:r>
                    </a:p>
                  </a:txBody>
                  <a:tcPr/>
                </a:tc>
                <a:tc>
                  <a:txBody>
                    <a:bodyPr/>
                    <a:lstStyle/>
                    <a:p>
                      <a:pPr algn="ctr"/>
                      <a:r>
                        <a:rPr lang="en-US" sz="1400" b="0" i="0">
                          <a:latin typeface="Verdana" panose="020B0604030504040204" pitchFamily="34" charset="0"/>
                        </a:rPr>
                        <a:t>116,508</a:t>
                      </a:r>
                    </a:p>
                  </a:txBody>
                  <a:tcPr/>
                </a:tc>
                <a:extLst>
                  <a:ext uri="{0D108BD9-81ED-4DB2-BD59-A6C34878D82A}">
                    <a16:rowId xmlns:a16="http://schemas.microsoft.com/office/drawing/2014/main" val="2064571322"/>
                  </a:ext>
                </a:extLst>
              </a:tr>
              <a:tr h="326599">
                <a:tc>
                  <a:txBody>
                    <a:bodyPr/>
                    <a:lstStyle/>
                    <a:p>
                      <a:pPr algn="ctr"/>
                      <a:r>
                        <a:rPr lang="en-US" sz="1400" b="0" i="0">
                          <a:latin typeface="Verdana" panose="020B0604030504040204" pitchFamily="34" charset="0"/>
                        </a:rPr>
                        <a:t>31</a:t>
                      </a:r>
                    </a:p>
                  </a:txBody>
                  <a:tcPr/>
                </a:tc>
                <a:tc>
                  <a:txBody>
                    <a:bodyPr/>
                    <a:lstStyle/>
                    <a:p>
                      <a:pPr algn="ctr"/>
                      <a:r>
                        <a:rPr lang="en-US" sz="1400" b="0" i="0">
                          <a:latin typeface="Verdana" panose="020B0604030504040204" pitchFamily="34" charset="0"/>
                        </a:rPr>
                        <a:t>20</a:t>
                      </a:r>
                    </a:p>
                  </a:txBody>
                  <a:tcPr/>
                </a:tc>
                <a:tc>
                  <a:txBody>
                    <a:bodyPr/>
                    <a:lstStyle/>
                    <a:p>
                      <a:pPr algn="ctr"/>
                      <a:r>
                        <a:rPr lang="en-US" sz="1400" b="0" i="0">
                          <a:latin typeface="Verdana" panose="020B0604030504040204" pitchFamily="34" charset="0"/>
                        </a:rPr>
                        <a:t>107,272</a:t>
                      </a:r>
                    </a:p>
                  </a:txBody>
                  <a:tcPr/>
                </a:tc>
                <a:extLst>
                  <a:ext uri="{0D108BD9-81ED-4DB2-BD59-A6C34878D82A}">
                    <a16:rowId xmlns:a16="http://schemas.microsoft.com/office/drawing/2014/main" val="3354245548"/>
                  </a:ext>
                </a:extLst>
              </a:tr>
              <a:tr h="326599">
                <a:tc>
                  <a:txBody>
                    <a:bodyPr/>
                    <a:lstStyle/>
                    <a:p>
                      <a:pPr algn="ctr"/>
                      <a:r>
                        <a:rPr lang="en-US" sz="1400" b="0" i="0">
                          <a:latin typeface="Verdana" panose="020B0604030504040204" pitchFamily="34" charset="0"/>
                        </a:rPr>
                        <a:t>29</a:t>
                      </a:r>
                    </a:p>
                  </a:txBody>
                  <a:tcPr/>
                </a:tc>
                <a:tc>
                  <a:txBody>
                    <a:bodyPr/>
                    <a:lstStyle/>
                    <a:p>
                      <a:pPr algn="ctr"/>
                      <a:r>
                        <a:rPr lang="en-US" sz="1400" b="0" i="0">
                          <a:latin typeface="Verdana" panose="020B0604030504040204" pitchFamily="34" charset="0"/>
                        </a:rPr>
                        <a:t>14</a:t>
                      </a:r>
                    </a:p>
                  </a:txBody>
                  <a:tcPr/>
                </a:tc>
                <a:tc>
                  <a:txBody>
                    <a:bodyPr/>
                    <a:lstStyle/>
                    <a:p>
                      <a:pPr algn="ctr"/>
                      <a:r>
                        <a:rPr lang="en-US" sz="1400" b="0" i="0" dirty="0">
                          <a:latin typeface="Verdana" panose="020B0604030504040204" pitchFamily="34" charset="0"/>
                        </a:rPr>
                        <a:t>95,411</a:t>
                      </a:r>
                    </a:p>
                  </a:txBody>
                  <a:tcPr/>
                </a:tc>
                <a:extLst>
                  <a:ext uri="{0D108BD9-81ED-4DB2-BD59-A6C34878D82A}">
                    <a16:rowId xmlns:a16="http://schemas.microsoft.com/office/drawing/2014/main" val="2516809736"/>
                  </a:ext>
                </a:extLst>
              </a:tr>
              <a:tr h="326599">
                <a:tc>
                  <a:txBody>
                    <a:bodyPr/>
                    <a:lstStyle/>
                    <a:p>
                      <a:pPr algn="ctr"/>
                      <a:r>
                        <a:rPr lang="en-US" sz="1400" b="0" i="0">
                          <a:latin typeface="Verdana" panose="020B0604030504040204" pitchFamily="34" charset="0"/>
                        </a:rPr>
                        <a:t>31</a:t>
                      </a:r>
                    </a:p>
                  </a:txBody>
                  <a:tcPr/>
                </a:tc>
                <a:tc>
                  <a:txBody>
                    <a:bodyPr/>
                    <a:lstStyle/>
                    <a:p>
                      <a:pPr algn="ctr"/>
                      <a:r>
                        <a:rPr lang="en-US" sz="1400" b="0" i="0">
                          <a:latin typeface="Verdana" panose="020B0604030504040204" pitchFamily="34" charset="0"/>
                        </a:rPr>
                        <a:t>29</a:t>
                      </a:r>
                    </a:p>
                  </a:txBody>
                  <a:tcPr/>
                </a:tc>
                <a:tc>
                  <a:txBody>
                    <a:bodyPr/>
                    <a:lstStyle/>
                    <a:p>
                      <a:pPr algn="ctr"/>
                      <a:r>
                        <a:rPr lang="en-US" sz="1400" b="0" i="0">
                          <a:latin typeface="Verdana" panose="020B0604030504040204" pitchFamily="34" charset="0"/>
                        </a:rPr>
                        <a:t>126,423</a:t>
                      </a:r>
                    </a:p>
                  </a:txBody>
                  <a:tcPr/>
                </a:tc>
                <a:extLst>
                  <a:ext uri="{0D108BD9-81ED-4DB2-BD59-A6C34878D82A}">
                    <a16:rowId xmlns:a16="http://schemas.microsoft.com/office/drawing/2014/main" val="1486688165"/>
                  </a:ext>
                </a:extLst>
              </a:tr>
              <a:tr h="326599">
                <a:tc>
                  <a:txBody>
                    <a:bodyPr/>
                    <a:lstStyle/>
                    <a:p>
                      <a:pPr algn="ctr"/>
                      <a:r>
                        <a:rPr lang="en-US" sz="1400" b="0" i="0">
                          <a:latin typeface="Verdana" panose="020B0604030504040204" pitchFamily="34" charset="0"/>
                        </a:rPr>
                        <a:t>31</a:t>
                      </a:r>
                    </a:p>
                  </a:txBody>
                  <a:tcPr/>
                </a:tc>
                <a:tc>
                  <a:txBody>
                    <a:bodyPr/>
                    <a:lstStyle/>
                    <a:p>
                      <a:pPr algn="ctr"/>
                      <a:r>
                        <a:rPr lang="en-US" sz="1400" b="0" i="0">
                          <a:latin typeface="Verdana" panose="020B0604030504040204" pitchFamily="34" charset="0"/>
                        </a:rPr>
                        <a:t>125</a:t>
                      </a:r>
                    </a:p>
                  </a:txBody>
                  <a:tcPr/>
                </a:tc>
                <a:tc>
                  <a:txBody>
                    <a:bodyPr/>
                    <a:lstStyle/>
                    <a:p>
                      <a:pPr algn="ctr"/>
                      <a:r>
                        <a:rPr lang="en-US" sz="1400" b="0" i="0">
                          <a:latin typeface="Verdana" panose="020B0604030504040204" pitchFamily="34" charset="0"/>
                        </a:rPr>
                        <a:t>149,253</a:t>
                      </a:r>
                    </a:p>
                  </a:txBody>
                  <a:tcPr/>
                </a:tc>
                <a:extLst>
                  <a:ext uri="{0D108BD9-81ED-4DB2-BD59-A6C34878D82A}">
                    <a16:rowId xmlns:a16="http://schemas.microsoft.com/office/drawing/2014/main" val="1369438498"/>
                  </a:ext>
                </a:extLst>
              </a:tr>
              <a:tr h="326599">
                <a:tc>
                  <a:txBody>
                    <a:bodyPr/>
                    <a:lstStyle/>
                    <a:p>
                      <a:pPr algn="ctr"/>
                      <a:r>
                        <a:rPr lang="en-US" sz="1400" b="0" i="0">
                          <a:latin typeface="Verdana" panose="020B0604030504040204" pitchFamily="34" charset="0"/>
                        </a:rPr>
                        <a:t>28</a:t>
                      </a:r>
                    </a:p>
                  </a:txBody>
                  <a:tcPr/>
                </a:tc>
                <a:tc>
                  <a:txBody>
                    <a:bodyPr/>
                    <a:lstStyle/>
                    <a:p>
                      <a:pPr algn="ctr"/>
                      <a:r>
                        <a:rPr lang="en-US" sz="1400" b="0" i="0">
                          <a:latin typeface="Verdana" panose="020B0604030504040204" pitchFamily="34" charset="0"/>
                        </a:rPr>
                        <a:t>275</a:t>
                      </a:r>
                    </a:p>
                  </a:txBody>
                  <a:tcPr/>
                </a:tc>
                <a:tc>
                  <a:txBody>
                    <a:bodyPr/>
                    <a:lstStyle/>
                    <a:p>
                      <a:pPr algn="ctr"/>
                      <a:r>
                        <a:rPr lang="en-US" sz="1400" b="0" i="0">
                          <a:latin typeface="Verdana" panose="020B0604030504040204" pitchFamily="34" charset="0"/>
                        </a:rPr>
                        <a:t>166,202</a:t>
                      </a:r>
                    </a:p>
                  </a:txBody>
                  <a:tcPr/>
                </a:tc>
                <a:extLst>
                  <a:ext uri="{0D108BD9-81ED-4DB2-BD59-A6C34878D82A}">
                    <a16:rowId xmlns:a16="http://schemas.microsoft.com/office/drawing/2014/main" val="2856833043"/>
                  </a:ext>
                </a:extLst>
              </a:tr>
              <a:tr h="326599">
                <a:tc>
                  <a:txBody>
                    <a:bodyPr/>
                    <a:lstStyle/>
                    <a:p>
                      <a:pPr algn="ctr"/>
                      <a:r>
                        <a:rPr lang="en-US" sz="1400" b="0" i="0">
                          <a:latin typeface="Verdana" panose="020B0604030504040204" pitchFamily="34" charset="0"/>
                        </a:rPr>
                        <a:t>33</a:t>
                      </a:r>
                    </a:p>
                  </a:txBody>
                  <a:tcPr/>
                </a:tc>
                <a:tc>
                  <a:txBody>
                    <a:bodyPr/>
                    <a:lstStyle/>
                    <a:p>
                      <a:pPr algn="ctr"/>
                      <a:r>
                        <a:rPr lang="en-US" sz="1400" b="0" i="0">
                          <a:latin typeface="Verdana" panose="020B0604030504040204" pitchFamily="34" charset="0"/>
                        </a:rPr>
                        <a:t>590</a:t>
                      </a:r>
                    </a:p>
                  </a:txBody>
                  <a:tcPr/>
                </a:tc>
                <a:tc>
                  <a:txBody>
                    <a:bodyPr/>
                    <a:lstStyle/>
                    <a:p>
                      <a:pPr algn="ctr"/>
                      <a:r>
                        <a:rPr lang="en-US" sz="1400" b="0" i="0">
                          <a:latin typeface="Verdana" panose="020B0604030504040204" pitchFamily="34" charset="0"/>
                        </a:rPr>
                        <a:t>221,160</a:t>
                      </a:r>
                    </a:p>
                  </a:txBody>
                  <a:tcPr/>
                </a:tc>
                <a:extLst>
                  <a:ext uri="{0D108BD9-81ED-4DB2-BD59-A6C34878D82A}">
                    <a16:rowId xmlns:a16="http://schemas.microsoft.com/office/drawing/2014/main" val="2022235257"/>
                  </a:ext>
                </a:extLst>
              </a:tr>
              <a:tr h="326599">
                <a:tc>
                  <a:txBody>
                    <a:bodyPr/>
                    <a:lstStyle/>
                    <a:p>
                      <a:pPr algn="ctr"/>
                      <a:r>
                        <a:rPr lang="en-US" sz="1400" b="0" i="0">
                          <a:latin typeface="Verdana" panose="020B0604030504040204" pitchFamily="34" charset="0"/>
                        </a:rPr>
                        <a:t>30</a:t>
                      </a:r>
                    </a:p>
                  </a:txBody>
                  <a:tcPr/>
                </a:tc>
                <a:tc>
                  <a:txBody>
                    <a:bodyPr/>
                    <a:lstStyle/>
                    <a:p>
                      <a:pPr algn="ctr"/>
                      <a:r>
                        <a:rPr lang="en-US" sz="1400" b="0" i="0">
                          <a:latin typeface="Verdana" panose="020B0604030504040204" pitchFamily="34" charset="0"/>
                        </a:rPr>
                        <a:t>723</a:t>
                      </a:r>
                    </a:p>
                  </a:txBody>
                  <a:tcPr/>
                </a:tc>
                <a:tc>
                  <a:txBody>
                    <a:bodyPr/>
                    <a:lstStyle/>
                    <a:p>
                      <a:pPr algn="ctr"/>
                      <a:r>
                        <a:rPr lang="en-US" sz="1400" b="0" i="0" dirty="0">
                          <a:latin typeface="Verdana" panose="020B0604030504040204" pitchFamily="34" charset="0"/>
                        </a:rPr>
                        <a:t>224,958</a:t>
                      </a:r>
                    </a:p>
                  </a:txBody>
                  <a:tcPr/>
                </a:tc>
                <a:extLst>
                  <a:ext uri="{0D108BD9-81ED-4DB2-BD59-A6C34878D82A}">
                    <a16:rowId xmlns:a16="http://schemas.microsoft.com/office/drawing/2014/main" val="3405044144"/>
                  </a:ext>
                </a:extLst>
              </a:tr>
            </a:tbl>
          </a:graphicData>
        </a:graphic>
      </p:graphicFrame>
      <p:pic>
        <p:nvPicPr>
          <p:cNvPr id="8" name="Graphic 7">
            <a:extLst>
              <a:ext uri="{FF2B5EF4-FFF2-40B4-BE49-F238E27FC236}">
                <a16:creationId xmlns:a16="http://schemas.microsoft.com/office/drawing/2014/main" id="{81F132D4-3518-4DBD-B684-888538E55E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3919" y="1558675"/>
            <a:ext cx="3455123" cy="2075947"/>
          </a:xfrm>
          <a:prstGeom prst="rect">
            <a:avLst/>
          </a:prstGeom>
        </p:spPr>
      </p:pic>
      <p:pic>
        <p:nvPicPr>
          <p:cNvPr id="13" name="Graphic 12">
            <a:extLst>
              <a:ext uri="{FF2B5EF4-FFF2-40B4-BE49-F238E27FC236}">
                <a16:creationId xmlns:a16="http://schemas.microsoft.com/office/drawing/2014/main" id="{718863F9-BD69-4477-942E-A72BE06619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56007" y="4054289"/>
            <a:ext cx="3455123" cy="2075947"/>
          </a:xfrm>
          <a:prstGeom prst="rect">
            <a:avLst/>
          </a:prstGeom>
        </p:spPr>
      </p:pic>
      <p:pic>
        <p:nvPicPr>
          <p:cNvPr id="9" name="Graphic 8">
            <a:extLst>
              <a:ext uri="{FF2B5EF4-FFF2-40B4-BE49-F238E27FC236}">
                <a16:creationId xmlns:a16="http://schemas.microsoft.com/office/drawing/2014/main" id="{04B2146E-4DDA-4A70-C8C2-58BABAA749F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4060002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52020-B3AE-D2F7-C524-EB2422B9AE61}"/>
              </a:ext>
            </a:extLst>
          </p:cNvPr>
          <p:cNvSpPr>
            <a:spLocks noGrp="1"/>
          </p:cNvSpPr>
          <p:nvPr>
            <p:ph type="title"/>
          </p:nvPr>
        </p:nvSpPr>
        <p:spPr/>
        <p:txBody>
          <a:bodyPr/>
          <a:lstStyle/>
          <a:p>
            <a:r>
              <a:rPr lang="en-US"/>
              <a:t>Adjustments (Classic)</a:t>
            </a:r>
          </a:p>
        </p:txBody>
      </p:sp>
      <p:sp>
        <p:nvSpPr>
          <p:cNvPr id="3" name="Content Placeholder 2">
            <a:extLst>
              <a:ext uri="{FF2B5EF4-FFF2-40B4-BE49-F238E27FC236}">
                <a16:creationId xmlns:a16="http://schemas.microsoft.com/office/drawing/2014/main" id="{3470E150-F946-35DC-A813-61AC616EF218}"/>
              </a:ext>
            </a:extLst>
          </p:cNvPr>
          <p:cNvSpPr>
            <a:spLocks noGrp="1"/>
          </p:cNvSpPr>
          <p:nvPr>
            <p:ph sz="half" idx="1"/>
          </p:nvPr>
        </p:nvSpPr>
        <p:spPr/>
        <p:txBody>
          <a:bodyPr>
            <a:normAutofit/>
          </a:bodyPr>
          <a:lstStyle/>
          <a:p>
            <a:pPr marL="0" indent="0">
              <a:lnSpc>
                <a:spcPct val="100000"/>
              </a:lnSpc>
              <a:buNone/>
            </a:pPr>
            <a:r>
              <a:rPr lang="en-US" sz="2400" dirty="0"/>
              <a:t>To ensure we are comparing apples to apples, the baseline model must be adjusted to reflect the current conditions. What results is called the </a:t>
            </a:r>
            <a:r>
              <a:rPr lang="en-US" sz="2400" b="1" dirty="0"/>
              <a:t>adjusted baseline model</a:t>
            </a:r>
            <a:r>
              <a:rPr lang="en-US" sz="2400" dirty="0"/>
              <a:t>.</a:t>
            </a:r>
          </a:p>
          <a:p>
            <a:pPr marL="0" indent="0">
              <a:lnSpc>
                <a:spcPct val="100000"/>
              </a:lnSpc>
              <a:buNone/>
            </a:pPr>
            <a:r>
              <a:rPr lang="en-US" sz="2400" dirty="0"/>
              <a:t>There are two types of adjustments: </a:t>
            </a:r>
            <a:r>
              <a:rPr lang="en-US" sz="2400" b="1" dirty="0"/>
              <a:t>routine</a:t>
            </a:r>
            <a:r>
              <a:rPr lang="en-US" sz="2400" dirty="0"/>
              <a:t> and </a:t>
            </a:r>
            <a:r>
              <a:rPr lang="en-US" sz="2400" b="1" dirty="0"/>
              <a:t>non-routine</a:t>
            </a:r>
            <a:r>
              <a:rPr lang="en-US" sz="2400" dirty="0"/>
              <a:t>.</a:t>
            </a:r>
          </a:p>
        </p:txBody>
      </p:sp>
      <p:pic>
        <p:nvPicPr>
          <p:cNvPr id="15" name="Content Placeholder 14">
            <a:extLst>
              <a:ext uri="{FF2B5EF4-FFF2-40B4-BE49-F238E27FC236}">
                <a16:creationId xmlns:a16="http://schemas.microsoft.com/office/drawing/2014/main" id="{71A41ECE-635C-EB64-C616-39A2B8FAA4F2}"/>
              </a:ext>
            </a:extLst>
          </p:cNvPr>
          <p:cNvPicPr>
            <a:picLocks noGrp="1" noChangeAspect="1"/>
          </p:cNvPicPr>
          <p:nvPr>
            <p:ph sz="half" idx="2"/>
          </p:nvPr>
        </p:nvPicPr>
        <p:blipFill>
          <a:blip>
            <a:extLst>
              <a:ext uri="{96DAC541-7B7A-43D3-8B79-37D633B846F1}">
                <asvg:svgBlip xmlns:asvg="http://schemas.microsoft.com/office/drawing/2016/SVG/main" r:embed="rId3"/>
              </a:ext>
            </a:extLst>
          </a:blip>
          <a:stretch>
            <a:fillRect/>
          </a:stretch>
        </p:blipFill>
        <p:spPr>
          <a:xfrm>
            <a:off x="6910060" y="1690688"/>
            <a:ext cx="4114800" cy="4114800"/>
          </a:xfrm>
        </p:spPr>
      </p:pic>
      <p:pic>
        <p:nvPicPr>
          <p:cNvPr id="6" name="Graphic 5">
            <a:extLst>
              <a:ext uri="{FF2B5EF4-FFF2-40B4-BE49-F238E27FC236}">
                <a16:creationId xmlns:a16="http://schemas.microsoft.com/office/drawing/2014/main" id="{D450AEC4-27C6-89A5-42B9-2B436DFCA6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054884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52020-B3AE-D2F7-C524-EB2422B9AE61}"/>
              </a:ext>
            </a:extLst>
          </p:cNvPr>
          <p:cNvSpPr>
            <a:spLocks noGrp="1"/>
          </p:cNvSpPr>
          <p:nvPr>
            <p:ph type="title"/>
          </p:nvPr>
        </p:nvSpPr>
        <p:spPr/>
        <p:txBody>
          <a:bodyPr/>
          <a:lstStyle/>
          <a:p>
            <a:r>
              <a:rPr lang="en-US"/>
              <a:t>Routine and Non-Routine Adjustments</a:t>
            </a:r>
          </a:p>
        </p:txBody>
      </p:sp>
      <p:sp>
        <p:nvSpPr>
          <p:cNvPr id="3" name="Content Placeholder 2">
            <a:extLst>
              <a:ext uri="{FF2B5EF4-FFF2-40B4-BE49-F238E27FC236}">
                <a16:creationId xmlns:a16="http://schemas.microsoft.com/office/drawing/2014/main" id="{3470E150-F946-35DC-A813-61AC616EF218}"/>
              </a:ext>
            </a:extLst>
          </p:cNvPr>
          <p:cNvSpPr>
            <a:spLocks noGrp="1"/>
          </p:cNvSpPr>
          <p:nvPr>
            <p:ph idx="1"/>
          </p:nvPr>
        </p:nvSpPr>
        <p:spPr/>
        <p:txBody>
          <a:bodyPr>
            <a:normAutofit fontScale="85000" lnSpcReduction="20000"/>
          </a:bodyPr>
          <a:lstStyle/>
          <a:p>
            <a:pPr marL="0" indent="0">
              <a:lnSpc>
                <a:spcPct val="100000"/>
              </a:lnSpc>
              <a:buNone/>
            </a:pPr>
            <a:r>
              <a:rPr lang="en-US" b="1" dirty="0"/>
              <a:t>Routine adjustments</a:t>
            </a:r>
            <a:r>
              <a:rPr lang="en-US" dirty="0"/>
              <a:t> reflect expected changes in independent variables—changes in weather from season to season, for instance. They occur often during the reporting period.</a:t>
            </a:r>
          </a:p>
          <a:p>
            <a:pPr marL="0" indent="0">
              <a:lnSpc>
                <a:spcPct val="100000"/>
              </a:lnSpc>
              <a:buNone/>
            </a:pPr>
            <a:r>
              <a:rPr lang="en-US" dirty="0"/>
              <a:t>By contrast, </a:t>
            </a:r>
            <a:r>
              <a:rPr lang="en-US" b="1" dirty="0"/>
              <a:t>non-routine adjustments</a:t>
            </a:r>
            <a:r>
              <a:rPr lang="en-US" dirty="0"/>
              <a:t> must be made to account for changes to</a:t>
            </a:r>
            <a:r>
              <a:rPr lang="en-US" sz="4200" dirty="0">
                <a:solidFill>
                  <a:srgbClr val="FF0000"/>
                </a:solidFill>
              </a:rPr>
              <a:t> </a:t>
            </a:r>
            <a:r>
              <a:rPr lang="en-US" sz="4200" i="1" dirty="0">
                <a:solidFill>
                  <a:srgbClr val="FF0000"/>
                </a:solidFill>
              </a:rPr>
              <a:t>static factors</a:t>
            </a:r>
            <a:r>
              <a:rPr lang="en-US" dirty="0"/>
              <a:t>—that is, elements of the baseline that were </a:t>
            </a:r>
            <a:r>
              <a:rPr lang="en-US" i="1" dirty="0"/>
              <a:t>not</a:t>
            </a:r>
            <a:r>
              <a:rPr lang="en-US" dirty="0"/>
              <a:t> expected to change during the reporting period.</a:t>
            </a:r>
          </a:p>
          <a:p>
            <a:pPr marL="0" indent="0">
              <a:lnSpc>
                <a:spcPct val="100000"/>
              </a:lnSpc>
              <a:buNone/>
            </a:pPr>
            <a:r>
              <a:rPr lang="en-US" dirty="0"/>
              <a:t>Common reasons for non-routine adjustments:</a:t>
            </a:r>
          </a:p>
          <a:p>
            <a:pPr lvl="1">
              <a:lnSpc>
                <a:spcPct val="100000"/>
              </a:lnSpc>
            </a:pPr>
            <a:r>
              <a:rPr lang="en-US" dirty="0"/>
              <a:t>Expansion or renovation of the facility</a:t>
            </a:r>
          </a:p>
          <a:p>
            <a:pPr lvl="1">
              <a:lnSpc>
                <a:spcPct val="100000"/>
              </a:lnSpc>
            </a:pPr>
            <a:r>
              <a:rPr lang="en-US" dirty="0"/>
              <a:t>Addition or removal of equipment</a:t>
            </a:r>
          </a:p>
          <a:p>
            <a:pPr lvl="1">
              <a:lnSpc>
                <a:spcPct val="100000"/>
              </a:lnSpc>
            </a:pPr>
            <a:r>
              <a:rPr lang="en-US" dirty="0"/>
              <a:t>Changes in usage patterns</a:t>
            </a:r>
          </a:p>
        </p:txBody>
      </p:sp>
      <p:pic>
        <p:nvPicPr>
          <p:cNvPr id="6" name="Graphic 5">
            <a:extLst>
              <a:ext uri="{FF2B5EF4-FFF2-40B4-BE49-F238E27FC236}">
                <a16:creationId xmlns:a16="http://schemas.microsoft.com/office/drawing/2014/main" id="{0C198F11-A297-312E-7F2D-04D7D0D9B3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466969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6491CD-1719-AB6A-B61D-8260601F384A}"/>
              </a:ext>
            </a:extLst>
          </p:cNvPr>
          <p:cNvSpPr/>
          <p:nvPr/>
        </p:nvSpPr>
        <p:spPr>
          <a:xfrm>
            <a:off x="0" y="4857750"/>
            <a:ext cx="12192000" cy="20002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7A8416D-3318-89C2-FA7E-7D73C17CE14C}"/>
              </a:ext>
            </a:extLst>
          </p:cNvPr>
          <p:cNvPicPr>
            <a:picLocks noChangeAspect="1"/>
          </p:cNvPicPr>
          <p:nvPr/>
        </p:nvPicPr>
        <p:blipFill>
          <a:blip r:embed="rId3"/>
          <a:stretch>
            <a:fillRect/>
          </a:stretch>
        </p:blipFill>
        <p:spPr>
          <a:xfrm>
            <a:off x="912817" y="685800"/>
            <a:ext cx="10366366" cy="6172200"/>
          </a:xfrm>
          <a:prstGeom prst="rect">
            <a:avLst/>
          </a:prstGeom>
        </p:spPr>
      </p:pic>
      <p:pic>
        <p:nvPicPr>
          <p:cNvPr id="6" name="Graphic 5">
            <a:extLst>
              <a:ext uri="{FF2B5EF4-FFF2-40B4-BE49-F238E27FC236}">
                <a16:creationId xmlns:a16="http://schemas.microsoft.com/office/drawing/2014/main" id="{F93ECBE3-BC25-4C5B-C138-1791CE763D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448188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1B8E7-3369-E3EB-F672-6CBAE93762CD}"/>
              </a:ext>
            </a:extLst>
          </p:cNvPr>
          <p:cNvSpPr>
            <a:spLocks noGrp="1"/>
          </p:cNvSpPr>
          <p:nvPr>
            <p:ph type="title"/>
          </p:nvPr>
        </p:nvSpPr>
        <p:spPr/>
        <p:txBody>
          <a:bodyPr/>
          <a:lstStyle/>
          <a:p>
            <a:r>
              <a:rPr lang="en-US"/>
              <a:t>Note on Weather Data</a:t>
            </a:r>
          </a:p>
        </p:txBody>
      </p:sp>
      <p:sp>
        <p:nvSpPr>
          <p:cNvPr id="3" name="Content Placeholder 2">
            <a:extLst>
              <a:ext uri="{FF2B5EF4-FFF2-40B4-BE49-F238E27FC236}">
                <a16:creationId xmlns:a16="http://schemas.microsoft.com/office/drawing/2014/main" id="{3B37698C-C7AD-A631-95A9-83A2C25A1040}"/>
              </a:ext>
            </a:extLst>
          </p:cNvPr>
          <p:cNvSpPr>
            <a:spLocks noGrp="1"/>
          </p:cNvSpPr>
          <p:nvPr>
            <p:ph idx="1"/>
          </p:nvPr>
        </p:nvSpPr>
        <p:spPr/>
        <p:txBody>
          <a:bodyPr>
            <a:normAutofit/>
          </a:bodyPr>
          <a:lstStyle/>
          <a:p>
            <a:r>
              <a:rPr lang="en-US" sz="2400" dirty="0"/>
              <a:t>Typical meteorological year vs. actual weather data.</a:t>
            </a:r>
          </a:p>
          <a:p>
            <a:pPr marL="342900" indent="-342900">
              <a:buFont typeface="Arial" panose="020B0604020202020204" pitchFamily="34" charset="0"/>
              <a:buChar char="•"/>
            </a:pPr>
            <a:r>
              <a:rPr lang="en-US" sz="2400" dirty="0"/>
              <a:t>A typical meteorological year (TMY) dataset offers an annual set of hourly weather data that represents typical conditions for a specific location over an extended timeframe, like 30 years.</a:t>
            </a:r>
          </a:p>
          <a:p>
            <a:r>
              <a:rPr lang="en-US" sz="2400" dirty="0"/>
              <a:t>National Laboratory of the Rockies:  </a:t>
            </a:r>
            <a:r>
              <a:rPr lang="en-US" sz="2400" dirty="0">
                <a:hlinkClick r:id="rId2"/>
              </a:rPr>
              <a:t>https://www.nrel.gov/docs/fy08osti/43156.pdf</a:t>
            </a:r>
            <a:endParaRPr lang="en-US" sz="2400" dirty="0"/>
          </a:p>
        </p:txBody>
      </p:sp>
      <p:pic>
        <p:nvPicPr>
          <p:cNvPr id="4" name="Graphic 3">
            <a:extLst>
              <a:ext uri="{FF2B5EF4-FFF2-40B4-BE49-F238E27FC236}">
                <a16:creationId xmlns:a16="http://schemas.microsoft.com/office/drawing/2014/main" id="{BE197158-552C-84C6-919F-3E8C9FE2F0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006906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720A7-2A58-8585-B6EB-028310029ED2}"/>
              </a:ext>
            </a:extLst>
          </p:cNvPr>
          <p:cNvSpPr>
            <a:spLocks noGrp="1"/>
          </p:cNvSpPr>
          <p:nvPr>
            <p:ph type="title"/>
          </p:nvPr>
        </p:nvSpPr>
        <p:spPr/>
        <p:txBody>
          <a:bodyPr/>
          <a:lstStyle/>
          <a:p>
            <a:r>
              <a:rPr lang="en-US"/>
              <a:t>Choosing a Common Set of Conditions</a:t>
            </a:r>
          </a:p>
        </p:txBody>
      </p:sp>
      <p:sp>
        <p:nvSpPr>
          <p:cNvPr id="3" name="Content Placeholder 2">
            <a:extLst>
              <a:ext uri="{FF2B5EF4-FFF2-40B4-BE49-F238E27FC236}">
                <a16:creationId xmlns:a16="http://schemas.microsoft.com/office/drawing/2014/main" id="{CD85EE0E-62E1-8CD5-F7B9-29FDAC3E431B}"/>
              </a:ext>
            </a:extLst>
          </p:cNvPr>
          <p:cNvSpPr>
            <a:spLocks noGrp="1"/>
          </p:cNvSpPr>
          <p:nvPr>
            <p:ph idx="1"/>
          </p:nvPr>
        </p:nvSpPr>
        <p:spPr/>
        <p:txBody>
          <a:bodyPr>
            <a:normAutofit/>
          </a:bodyPr>
          <a:lstStyle/>
          <a:p>
            <a:pPr marL="0" indent="0">
              <a:lnSpc>
                <a:spcPct val="100000"/>
              </a:lnSpc>
              <a:spcBef>
                <a:spcPts val="1600"/>
              </a:spcBef>
              <a:buNone/>
            </a:pPr>
            <a:r>
              <a:rPr lang="en-US" sz="2400"/>
              <a:t>It is unlikely that operating conditions—weather, facility usage, etc.—during the reporting period will be identical to those during the baseline period. </a:t>
            </a:r>
          </a:p>
          <a:p>
            <a:pPr marL="0" indent="0">
              <a:lnSpc>
                <a:spcPct val="100000"/>
              </a:lnSpc>
              <a:spcBef>
                <a:spcPts val="1600"/>
              </a:spcBef>
              <a:buNone/>
            </a:pPr>
            <a:r>
              <a:rPr lang="en-US" sz="2400"/>
              <a:t>For this reason, measurements taken during the two periods CAN be normalized to a common set of conditions so that a valid comparison can take place.</a:t>
            </a:r>
          </a:p>
        </p:txBody>
      </p:sp>
      <p:pic>
        <p:nvPicPr>
          <p:cNvPr id="6" name="Graphic 5">
            <a:extLst>
              <a:ext uri="{FF2B5EF4-FFF2-40B4-BE49-F238E27FC236}">
                <a16:creationId xmlns:a16="http://schemas.microsoft.com/office/drawing/2014/main" id="{AC495890-710E-A08D-3902-F58AD59C514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874753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45121-3715-779B-2A05-07A6AF9EA103}"/>
              </a:ext>
            </a:extLst>
          </p:cNvPr>
          <p:cNvSpPr>
            <a:spLocks noGrp="1"/>
          </p:cNvSpPr>
          <p:nvPr>
            <p:ph type="title"/>
          </p:nvPr>
        </p:nvSpPr>
        <p:spPr/>
        <p:txBody>
          <a:bodyPr>
            <a:normAutofit/>
          </a:bodyPr>
          <a:lstStyle/>
          <a:p>
            <a:r>
              <a:rPr lang="en-US" sz="3600"/>
              <a:t>Avoided vs. Normalized vs. Backcasting</a:t>
            </a:r>
          </a:p>
        </p:txBody>
      </p:sp>
      <p:sp>
        <p:nvSpPr>
          <p:cNvPr id="10" name="Content Placeholder 9">
            <a:extLst>
              <a:ext uri="{FF2B5EF4-FFF2-40B4-BE49-F238E27FC236}">
                <a16:creationId xmlns:a16="http://schemas.microsoft.com/office/drawing/2014/main" id="{BFBC0304-D3AF-5BE5-3869-8D0FD741C4AF}"/>
              </a:ext>
            </a:extLst>
          </p:cNvPr>
          <p:cNvSpPr>
            <a:spLocks noGrp="1"/>
          </p:cNvSpPr>
          <p:nvPr>
            <p:ph idx="1"/>
          </p:nvPr>
        </p:nvSpPr>
        <p:spPr/>
        <p:txBody>
          <a:bodyPr>
            <a:normAutofit fontScale="92500"/>
          </a:bodyPr>
          <a:lstStyle/>
          <a:p>
            <a:pPr>
              <a:lnSpc>
                <a:spcPct val="100000"/>
              </a:lnSpc>
              <a:spcBef>
                <a:spcPts val="1600"/>
              </a:spcBef>
            </a:pPr>
            <a:r>
              <a:rPr lang="en-US" sz="2600" b="1" dirty="0"/>
              <a:t>Avoided energy/costs</a:t>
            </a:r>
            <a:r>
              <a:rPr lang="en-US" sz="2600" dirty="0"/>
              <a:t>: </a:t>
            </a:r>
            <a:r>
              <a:rPr lang="en-US" sz="2600"/>
              <a:t>Baseline model is </a:t>
            </a:r>
            <a:r>
              <a:rPr lang="en-US" sz="2600" dirty="0"/>
              <a:t>adjusted to reflect reporting period operating conditions.</a:t>
            </a:r>
          </a:p>
          <a:p>
            <a:pPr>
              <a:lnSpc>
                <a:spcPct val="100000"/>
              </a:lnSpc>
              <a:spcBef>
                <a:spcPts val="1600"/>
              </a:spcBef>
            </a:pPr>
            <a:r>
              <a:rPr lang="en-US" sz="2600" b="1" dirty="0"/>
              <a:t>Normalized savings</a:t>
            </a:r>
            <a:r>
              <a:rPr lang="en-US" sz="2600" dirty="0"/>
              <a:t>: Reporting period energy use and baseline are adjusted to reflect a set of “typical” operating conditions.</a:t>
            </a:r>
          </a:p>
          <a:p>
            <a:pPr>
              <a:lnSpc>
                <a:spcPct val="100000"/>
              </a:lnSpc>
              <a:spcBef>
                <a:spcPts val="1600"/>
              </a:spcBef>
            </a:pPr>
            <a:r>
              <a:rPr lang="en-US" sz="2600" b="1" dirty="0" err="1"/>
              <a:t>Backcasting</a:t>
            </a:r>
            <a:r>
              <a:rPr lang="en-US" sz="2600" dirty="0"/>
              <a:t>: Reporting period energy use is adjusted to reflect baseline period operation conditions.</a:t>
            </a:r>
          </a:p>
          <a:p>
            <a:pPr marL="1143000" lvl="1" indent="-457200"/>
            <a:r>
              <a:rPr lang="en-US" dirty="0"/>
              <a:t>In other words, data from the reporting period is used to create a reporting period model. This is useful when “better” data is available for the reporting period than for the baseline period.</a:t>
            </a:r>
          </a:p>
          <a:p>
            <a:endParaRPr lang="en-US" dirty="0"/>
          </a:p>
          <a:p>
            <a:pPr>
              <a:lnSpc>
                <a:spcPct val="100000"/>
              </a:lnSpc>
              <a:spcBef>
                <a:spcPts val="1600"/>
              </a:spcBef>
            </a:pPr>
            <a:endParaRPr lang="en-US" dirty="0"/>
          </a:p>
        </p:txBody>
      </p:sp>
      <p:pic>
        <p:nvPicPr>
          <p:cNvPr id="12" name="Graphic 11">
            <a:extLst>
              <a:ext uri="{FF2B5EF4-FFF2-40B4-BE49-F238E27FC236}">
                <a16:creationId xmlns:a16="http://schemas.microsoft.com/office/drawing/2014/main" id="{C973BEA3-C5CD-6521-7596-403B2CCC894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716961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F982F-A01F-0CBC-6D62-2D2B54910230}"/>
              </a:ext>
            </a:extLst>
          </p:cNvPr>
          <p:cNvSpPr>
            <a:spLocks noGrp="1"/>
          </p:cNvSpPr>
          <p:nvPr>
            <p:ph type="title"/>
          </p:nvPr>
        </p:nvSpPr>
        <p:spPr/>
        <p:txBody>
          <a:bodyPr/>
          <a:lstStyle/>
          <a:p>
            <a:r>
              <a:rPr lang="en-US"/>
              <a:t>Example of Backcasting</a:t>
            </a:r>
          </a:p>
        </p:txBody>
      </p:sp>
      <p:sp>
        <p:nvSpPr>
          <p:cNvPr id="3" name="Content Placeholder 2">
            <a:extLst>
              <a:ext uri="{FF2B5EF4-FFF2-40B4-BE49-F238E27FC236}">
                <a16:creationId xmlns:a16="http://schemas.microsoft.com/office/drawing/2014/main" id="{BA8807E2-DF23-01CB-74B6-AD359204334C}"/>
              </a:ext>
            </a:extLst>
          </p:cNvPr>
          <p:cNvSpPr>
            <a:spLocks noGrp="1"/>
          </p:cNvSpPr>
          <p:nvPr>
            <p:ph idx="1"/>
          </p:nvPr>
        </p:nvSpPr>
        <p:spPr>
          <a:xfrm>
            <a:off x="838200" y="1690688"/>
            <a:ext cx="10515600" cy="4351338"/>
          </a:xfrm>
        </p:spPr>
        <p:txBody>
          <a:bodyPr>
            <a:normAutofit/>
          </a:bodyPr>
          <a:lstStyle/>
          <a:p>
            <a:r>
              <a:rPr lang="en-US" sz="2400" dirty="0"/>
              <a:t>Baseline period energy use data is only available at </a:t>
            </a:r>
            <a:r>
              <a:rPr lang="en-US" sz="2400" dirty="0">
                <a:solidFill>
                  <a:srgbClr val="FF0000"/>
                </a:solidFill>
              </a:rPr>
              <a:t>the annual level</a:t>
            </a:r>
            <a:r>
              <a:rPr lang="en-US" sz="2400" dirty="0"/>
              <a:t>. Baseline </a:t>
            </a:r>
            <a:r>
              <a:rPr lang="en-US" sz="2400" dirty="0">
                <a:solidFill>
                  <a:schemeClr val="bg2">
                    <a:lumMod val="50000"/>
                  </a:schemeClr>
                </a:solidFill>
              </a:rPr>
              <a:t>independent variable </a:t>
            </a:r>
            <a:r>
              <a:rPr lang="en-US" sz="2400" dirty="0"/>
              <a:t>data is available at the required interval.</a:t>
            </a:r>
          </a:p>
          <a:p>
            <a:r>
              <a:rPr lang="en-US" sz="2400" dirty="0"/>
              <a:t>No useful model of the baseline period can be made, so the CMVP should develop a model using data from the reporting period.</a:t>
            </a:r>
          </a:p>
          <a:p>
            <a:r>
              <a:rPr lang="en-US" sz="2400" dirty="0"/>
              <a:t>Apply the baseline period independent variable data to the reporting period model and compare the baseline consumption to the adjusted reporting period model.</a:t>
            </a:r>
          </a:p>
        </p:txBody>
      </p:sp>
      <p:pic>
        <p:nvPicPr>
          <p:cNvPr id="4" name="Graphic 3">
            <a:extLst>
              <a:ext uri="{FF2B5EF4-FFF2-40B4-BE49-F238E27FC236}">
                <a16:creationId xmlns:a16="http://schemas.microsoft.com/office/drawing/2014/main" id="{4A91B216-8AC4-BF40-B619-64AACA8B1C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412129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DE1D6-C16C-0C69-E0CC-75D8EE9BBF17}"/>
              </a:ext>
            </a:extLst>
          </p:cNvPr>
          <p:cNvSpPr>
            <a:spLocks noGrp="1"/>
          </p:cNvSpPr>
          <p:nvPr>
            <p:ph type="title"/>
          </p:nvPr>
        </p:nvSpPr>
        <p:spPr/>
        <p:txBody>
          <a:bodyPr/>
          <a:lstStyle/>
          <a:p>
            <a:r>
              <a:rPr lang="en-US"/>
              <a:t>Program Reporting</a:t>
            </a:r>
          </a:p>
        </p:txBody>
      </p:sp>
      <p:sp>
        <p:nvSpPr>
          <p:cNvPr id="3" name="Content Placeholder 2">
            <a:extLst>
              <a:ext uri="{FF2B5EF4-FFF2-40B4-BE49-F238E27FC236}">
                <a16:creationId xmlns:a16="http://schemas.microsoft.com/office/drawing/2014/main" id="{449423A3-7473-5EAC-7473-E24CBAAA4F57}"/>
              </a:ext>
            </a:extLst>
          </p:cNvPr>
          <p:cNvSpPr>
            <a:spLocks noGrp="1"/>
          </p:cNvSpPr>
          <p:nvPr>
            <p:ph idx="1"/>
          </p:nvPr>
        </p:nvSpPr>
        <p:spPr/>
        <p:txBody>
          <a:bodyPr>
            <a:normAutofit/>
          </a:bodyPr>
          <a:lstStyle/>
          <a:p>
            <a:r>
              <a:rPr lang="en-US" sz="2200" b="1" dirty="0"/>
              <a:t>Realization Rate – (</a:t>
            </a:r>
            <a:r>
              <a:rPr lang="en-US" sz="2200" b="1" dirty="0" err="1"/>
              <a:t>ExAnte</a:t>
            </a:r>
            <a:r>
              <a:rPr lang="en-US" sz="2200" b="1" dirty="0"/>
              <a:t> vs. </a:t>
            </a:r>
            <a:r>
              <a:rPr lang="en-US" sz="2200" b="1" dirty="0" err="1"/>
              <a:t>ExPost</a:t>
            </a:r>
            <a:r>
              <a:rPr lang="en-US" sz="2200" b="1" dirty="0"/>
              <a:t> )</a:t>
            </a:r>
          </a:p>
          <a:p>
            <a:r>
              <a:rPr lang="en-US" sz="2200" dirty="0"/>
              <a:t>A metric that compares the actual observed impact of an energy management activity to the estimated or predicted impact. It is usually expressed as a percentage and helps gauge the effectiveness of ECMs.</a:t>
            </a:r>
          </a:p>
          <a:p>
            <a:r>
              <a:rPr lang="en-US" sz="2200" dirty="0"/>
              <a:t>Realization Rate = (Actual Impact / Estimated Impact) × 100%</a:t>
            </a:r>
          </a:p>
          <a:p>
            <a:r>
              <a:rPr lang="en-US" sz="2200" dirty="0"/>
              <a:t>A realization rate of 100% indicates that the actual impact perfectly matched the estimated impact. Values greater than 100% mean actual impact exceeded estimates, while values less than 100% mean the ECM underperformed relative to expectations.</a:t>
            </a:r>
          </a:p>
        </p:txBody>
      </p:sp>
      <p:pic>
        <p:nvPicPr>
          <p:cNvPr id="4" name="Graphic 3">
            <a:extLst>
              <a:ext uri="{FF2B5EF4-FFF2-40B4-BE49-F238E27FC236}">
                <a16:creationId xmlns:a16="http://schemas.microsoft.com/office/drawing/2014/main" id="{C872615A-F4B2-1BFD-7AD7-DF0CA5D32A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5" name="Graphic 4">
            <a:extLst>
              <a:ext uri="{FF2B5EF4-FFF2-40B4-BE49-F238E27FC236}">
                <a16:creationId xmlns:a16="http://schemas.microsoft.com/office/drawing/2014/main" id="{B7036612-053F-8DEF-D1F1-6E636FB25A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99714" y="89019"/>
            <a:ext cx="914400" cy="914400"/>
          </a:xfrm>
          <a:prstGeom prst="rect">
            <a:avLst/>
          </a:prstGeom>
        </p:spPr>
      </p:pic>
      <p:pic>
        <p:nvPicPr>
          <p:cNvPr id="6" name="Graphic 5">
            <a:extLst>
              <a:ext uri="{FF2B5EF4-FFF2-40B4-BE49-F238E27FC236}">
                <a16:creationId xmlns:a16="http://schemas.microsoft.com/office/drawing/2014/main" id="{3B50912B-6691-FB41-6320-393B8A3EFC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85314" y="89019"/>
            <a:ext cx="914400" cy="914400"/>
          </a:xfrm>
          <a:prstGeom prst="rect">
            <a:avLst/>
          </a:prstGeom>
        </p:spPr>
      </p:pic>
      <p:pic>
        <p:nvPicPr>
          <p:cNvPr id="7" name="Graphic 6">
            <a:extLst>
              <a:ext uri="{FF2B5EF4-FFF2-40B4-BE49-F238E27FC236}">
                <a16:creationId xmlns:a16="http://schemas.microsoft.com/office/drawing/2014/main" id="{696FC326-C095-A2D1-25D3-FD46D8BC8C0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940920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73130-29F0-A746-65A0-3FDDDA0E9DCC}"/>
              </a:ext>
            </a:extLst>
          </p:cNvPr>
          <p:cNvSpPr>
            <a:spLocks noGrp="1"/>
          </p:cNvSpPr>
          <p:nvPr>
            <p:ph type="title"/>
          </p:nvPr>
        </p:nvSpPr>
        <p:spPr/>
        <p:txBody>
          <a:bodyPr/>
          <a:lstStyle/>
          <a:p>
            <a:r>
              <a:rPr lang="en-US"/>
              <a:t>External Requirements</a:t>
            </a:r>
          </a:p>
        </p:txBody>
      </p:sp>
      <p:sp>
        <p:nvSpPr>
          <p:cNvPr id="4" name="Content Placeholder 3">
            <a:extLst>
              <a:ext uri="{FF2B5EF4-FFF2-40B4-BE49-F238E27FC236}">
                <a16:creationId xmlns:a16="http://schemas.microsoft.com/office/drawing/2014/main" id="{11349809-A005-20A6-B57F-E9A21B21A21E}"/>
              </a:ext>
            </a:extLst>
          </p:cNvPr>
          <p:cNvSpPr>
            <a:spLocks noGrp="1"/>
          </p:cNvSpPr>
          <p:nvPr>
            <p:ph sz="half" idx="1"/>
          </p:nvPr>
        </p:nvSpPr>
        <p:spPr>
          <a:xfrm>
            <a:off x="838199" y="1825625"/>
            <a:ext cx="6406663" cy="4125996"/>
          </a:xfrm>
        </p:spPr>
        <p:txBody>
          <a:bodyPr>
            <a:normAutofit fontScale="92500"/>
          </a:bodyPr>
          <a:lstStyle/>
          <a:p>
            <a:pPr>
              <a:spcBef>
                <a:spcPts val="1200"/>
              </a:spcBef>
            </a:pPr>
            <a:r>
              <a:rPr lang="en-US" sz="2400"/>
              <a:t>What additional requirements have outside stakeholders imposed? For example:</a:t>
            </a:r>
          </a:p>
          <a:p>
            <a:pPr marL="457200" indent="-457200">
              <a:spcBef>
                <a:spcPts val="1200"/>
              </a:spcBef>
              <a:buFont typeface="Arial" panose="020B0604020202020204" pitchFamily="34" charset="0"/>
              <a:buChar char="•"/>
            </a:pPr>
            <a:r>
              <a:rPr lang="en-US" sz="2400"/>
              <a:t>Government-mandated reporting of energy use and/or environmental impact.</a:t>
            </a:r>
          </a:p>
          <a:p>
            <a:pPr marL="457200" indent="-457200">
              <a:spcBef>
                <a:spcPts val="1200"/>
              </a:spcBef>
              <a:buFont typeface="Arial" panose="020B0604020202020204" pitchFamily="34" charset="0"/>
              <a:buChar char="•"/>
            </a:pPr>
            <a:r>
              <a:rPr lang="en-US" sz="2400"/>
              <a:t>Qualification and skills requirements—certifications, accreditations, etc.</a:t>
            </a:r>
          </a:p>
          <a:p>
            <a:pPr>
              <a:spcBef>
                <a:spcPts val="1200"/>
              </a:spcBef>
            </a:pPr>
            <a:r>
              <a:rPr lang="en-US" sz="2400"/>
              <a:t>What external requirements are there in your local context?</a:t>
            </a:r>
          </a:p>
        </p:txBody>
      </p:sp>
      <p:pic>
        <p:nvPicPr>
          <p:cNvPr id="7" name="Content Placeholder 6">
            <a:extLst>
              <a:ext uri="{FF2B5EF4-FFF2-40B4-BE49-F238E27FC236}">
                <a16:creationId xmlns:a16="http://schemas.microsoft.com/office/drawing/2014/main" id="{C1A1FE9F-1F9D-EE4E-11F2-413BA76B627E}"/>
              </a:ext>
            </a:extLst>
          </p:cNvPr>
          <p:cNvPicPr>
            <a:picLocks noGrp="1" noChangeAspect="1"/>
          </p:cNvPicPr>
          <p:nvPr>
            <p:ph sz="half" idx="2"/>
          </p:nvPr>
        </p:nvPicPr>
        <p:blipFill>
          <a:blip>
            <a:extLst>
              <a:ext uri="{96DAC541-7B7A-43D3-8B79-37D633B846F1}">
                <asvg:svgBlip xmlns:asvg="http://schemas.microsoft.com/office/drawing/2016/SVG/main" r:embed="rId2"/>
              </a:ext>
            </a:extLst>
          </a:blip>
          <a:stretch>
            <a:fillRect/>
          </a:stretch>
        </p:blipFill>
        <p:spPr>
          <a:xfrm>
            <a:off x="7593867" y="1825625"/>
            <a:ext cx="3759933" cy="3759933"/>
          </a:xfrm>
        </p:spPr>
      </p:pic>
    </p:spTree>
    <p:extLst>
      <p:ext uri="{BB962C8B-B14F-4D97-AF65-F5344CB8AC3E}">
        <p14:creationId xmlns:p14="http://schemas.microsoft.com/office/powerpoint/2010/main" val="3087151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C0A63-B5D4-4535-064B-D6E8147728A6}"/>
              </a:ext>
            </a:extLst>
          </p:cNvPr>
          <p:cNvSpPr>
            <a:spLocks noGrp="1"/>
          </p:cNvSpPr>
          <p:nvPr>
            <p:ph type="title"/>
          </p:nvPr>
        </p:nvSpPr>
        <p:spPr/>
        <p:txBody>
          <a:bodyPr/>
          <a:lstStyle/>
          <a:p>
            <a:r>
              <a:rPr lang="en-US"/>
              <a:t>Scenario – Module 4</a:t>
            </a:r>
          </a:p>
        </p:txBody>
      </p:sp>
      <p:sp>
        <p:nvSpPr>
          <p:cNvPr id="7" name="Content Placeholder 6">
            <a:extLst>
              <a:ext uri="{FF2B5EF4-FFF2-40B4-BE49-F238E27FC236}">
                <a16:creationId xmlns:a16="http://schemas.microsoft.com/office/drawing/2014/main" id="{C2D546F2-45A7-3F03-5348-0C8C37B40328}"/>
              </a:ext>
            </a:extLst>
          </p:cNvPr>
          <p:cNvSpPr>
            <a:spLocks noGrp="1"/>
          </p:cNvSpPr>
          <p:nvPr>
            <p:ph idx="1"/>
          </p:nvPr>
        </p:nvSpPr>
        <p:spPr>
          <a:xfrm>
            <a:off x="838200" y="1690688"/>
            <a:ext cx="10515600" cy="4351338"/>
          </a:xfrm>
        </p:spPr>
        <p:txBody>
          <a:bodyPr>
            <a:normAutofit/>
          </a:bodyPr>
          <a:lstStyle/>
          <a:p>
            <a:pPr>
              <a:spcBef>
                <a:spcPts val="1400"/>
              </a:spcBef>
            </a:pPr>
            <a:r>
              <a:rPr lang="en-US" sz="2400"/>
              <a:t>In the previous module’s scenario, the Triple Monarch Hotel planned to undergo a major energy retrofit, adding variable frequency drives to six air handling units and four dedicated outdoor air systems and upgrading to LED lighting.</a:t>
            </a:r>
          </a:p>
          <a:p>
            <a:pPr marL="457200" indent="-457200">
              <a:spcBef>
                <a:spcPts val="1400"/>
              </a:spcBef>
              <a:buFont typeface="Arial" panose="020B0604020202020204" pitchFamily="34" charset="0"/>
              <a:buChar char="•"/>
            </a:pPr>
            <a:r>
              <a:rPr lang="en-US" sz="2400"/>
              <a:t>What are the potential independent variables? </a:t>
            </a:r>
          </a:p>
          <a:p>
            <a:pPr marL="457200" indent="-457200">
              <a:spcBef>
                <a:spcPts val="1400"/>
              </a:spcBef>
              <a:buFont typeface="Arial" panose="020B0604020202020204" pitchFamily="34" charset="0"/>
              <a:buChar char="•"/>
            </a:pPr>
            <a:r>
              <a:rPr lang="en-US" sz="2400"/>
              <a:t>If a whole building approach were chosen, what data should be collected to establish the baseline?</a:t>
            </a:r>
          </a:p>
          <a:p>
            <a:pPr marL="457200" indent="-457200">
              <a:spcBef>
                <a:spcPts val="1400"/>
              </a:spcBef>
              <a:buFont typeface="Arial" panose="020B0604020202020204" pitchFamily="34" charset="0"/>
              <a:buChar char="•"/>
            </a:pPr>
            <a:r>
              <a:rPr lang="en-US" sz="2400"/>
              <a:t>If the retrofit isolation approach were chosen, what data should be collected for each ECM?</a:t>
            </a:r>
          </a:p>
        </p:txBody>
      </p:sp>
    </p:spTree>
    <p:extLst>
      <p:ext uri="{BB962C8B-B14F-4D97-AF65-F5344CB8AC3E}">
        <p14:creationId xmlns:p14="http://schemas.microsoft.com/office/powerpoint/2010/main" val="1219716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4DE5-3D22-1F3A-975B-E71151133F3F}"/>
              </a:ext>
            </a:extLst>
          </p:cNvPr>
          <p:cNvSpPr>
            <a:spLocks noGrp="1"/>
          </p:cNvSpPr>
          <p:nvPr>
            <p:ph type="title"/>
          </p:nvPr>
        </p:nvSpPr>
        <p:spPr/>
        <p:txBody>
          <a:bodyPr/>
          <a:lstStyle/>
          <a:p>
            <a:r>
              <a:rPr lang="en-US"/>
              <a:t>Key Takeaways</a:t>
            </a:r>
          </a:p>
        </p:txBody>
      </p:sp>
      <p:sp>
        <p:nvSpPr>
          <p:cNvPr id="3" name="Content Placeholder 2">
            <a:extLst>
              <a:ext uri="{FF2B5EF4-FFF2-40B4-BE49-F238E27FC236}">
                <a16:creationId xmlns:a16="http://schemas.microsoft.com/office/drawing/2014/main" id="{1B5E4337-ECC2-7EF4-9444-FF9FDFB85E37}"/>
              </a:ext>
            </a:extLst>
          </p:cNvPr>
          <p:cNvSpPr>
            <a:spLocks noGrp="1"/>
          </p:cNvSpPr>
          <p:nvPr>
            <p:ph idx="1"/>
          </p:nvPr>
        </p:nvSpPr>
        <p:spPr/>
        <p:txBody>
          <a:bodyPr>
            <a:normAutofit/>
          </a:bodyPr>
          <a:lstStyle/>
          <a:p>
            <a:pPr marL="457200" indent="-457200">
              <a:lnSpc>
                <a:spcPct val="100000"/>
              </a:lnSpc>
              <a:spcBef>
                <a:spcPts val="1600"/>
              </a:spcBef>
              <a:buFont typeface="Arial" panose="020B0604020202020204" pitchFamily="34" charset="0"/>
              <a:buChar char="•"/>
            </a:pPr>
            <a:r>
              <a:rPr lang="en-US" sz="2400"/>
              <a:t>The baseline period should be extensive enough that it is representative of the range of expected operating conditions.</a:t>
            </a:r>
          </a:p>
          <a:p>
            <a:pPr marL="457200" indent="-457200">
              <a:lnSpc>
                <a:spcPct val="100000"/>
              </a:lnSpc>
              <a:spcBef>
                <a:spcPts val="1600"/>
              </a:spcBef>
              <a:buFont typeface="Arial" panose="020B0604020202020204" pitchFamily="34" charset="0"/>
              <a:buChar char="•"/>
            </a:pPr>
            <a:r>
              <a:rPr lang="en-US" sz="2400"/>
              <a:t>Routine adjustments account for expected changes to independent variables. Non-routine adjustments account for unexpected changes to static factors. (sometimes temporary, sometimes permanent)</a:t>
            </a:r>
          </a:p>
          <a:p>
            <a:pPr marL="457200" indent="-457200">
              <a:lnSpc>
                <a:spcPct val="100000"/>
              </a:lnSpc>
              <a:spcBef>
                <a:spcPts val="1600"/>
              </a:spcBef>
              <a:buFont typeface="Arial" panose="020B0604020202020204" pitchFamily="34" charset="0"/>
              <a:buChar char="•"/>
            </a:pPr>
            <a:r>
              <a:rPr lang="en-US" sz="2400"/>
              <a:t>Data from the baseline period and reporting period must be considered for possible adjustments (routine and non-routine) so that a valid/fair comparison can be made. </a:t>
            </a:r>
          </a:p>
        </p:txBody>
      </p:sp>
    </p:spTree>
    <p:extLst>
      <p:ext uri="{BB962C8B-B14F-4D97-AF65-F5344CB8AC3E}">
        <p14:creationId xmlns:p14="http://schemas.microsoft.com/office/powerpoint/2010/main" val="3152819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08A60-E38C-5DA6-BB8A-D455DF8232F7}"/>
              </a:ext>
            </a:extLst>
          </p:cNvPr>
          <p:cNvSpPr>
            <a:spLocks noGrp="1"/>
          </p:cNvSpPr>
          <p:nvPr>
            <p:ph type="title"/>
          </p:nvPr>
        </p:nvSpPr>
        <p:spPr/>
        <p:txBody>
          <a:bodyPr>
            <a:normAutofit/>
          </a:bodyPr>
          <a:lstStyle/>
          <a:p>
            <a:r>
              <a:rPr lang="en-US" sz="4000" b="0" dirty="0"/>
              <a:t>Module 4: Defining a Baseline and Adjustments</a:t>
            </a:r>
            <a:endParaRPr lang="en-US" dirty="0"/>
          </a:p>
        </p:txBody>
      </p:sp>
      <p:sp>
        <p:nvSpPr>
          <p:cNvPr id="3" name="Content Placeholder 2">
            <a:extLst>
              <a:ext uri="{FF2B5EF4-FFF2-40B4-BE49-F238E27FC236}">
                <a16:creationId xmlns:a16="http://schemas.microsoft.com/office/drawing/2014/main" id="{C9C3B12F-8426-85A4-5860-44B3CAB792EA}"/>
              </a:ext>
            </a:extLst>
          </p:cNvPr>
          <p:cNvSpPr>
            <a:spLocks noGrp="1"/>
          </p:cNvSpPr>
          <p:nvPr>
            <p:ph idx="1"/>
          </p:nvPr>
        </p:nvSpPr>
        <p:spPr/>
        <p:txBody>
          <a:bodyPr/>
          <a:lstStyle/>
          <a:p>
            <a:pPr marL="514350" indent="-514350">
              <a:buFont typeface="+mj-lt"/>
              <a:buAutoNum type="arabicPeriod"/>
            </a:pPr>
            <a:r>
              <a:rPr lang="en-US" dirty="0"/>
              <a:t>What key factors should be considered when selecting the period to use for a baseline in an M&amp;V project?</a:t>
            </a:r>
          </a:p>
          <a:p>
            <a:pPr marL="514350" indent="-514350">
              <a:buFont typeface="+mj-lt"/>
              <a:buAutoNum type="arabicPeriod"/>
            </a:pPr>
            <a:r>
              <a:rPr lang="en-US" dirty="0"/>
              <a:t>How do routine and non-routine adjustments ensure that comparisons between baseline and reporting periods are fair?</a:t>
            </a:r>
          </a:p>
          <a:p>
            <a:pPr marL="514350" indent="-514350">
              <a:buFont typeface="+mj-lt"/>
              <a:buAutoNum type="arabicPeriod"/>
            </a:pPr>
            <a:r>
              <a:rPr lang="en-US" dirty="0"/>
              <a:t>Explain the benefits and limitations of normalizing data for weather or usage changes when quantifying energy savings.</a:t>
            </a:r>
          </a:p>
          <a:p>
            <a:endParaRPr lang="en-US" dirty="0"/>
          </a:p>
        </p:txBody>
      </p:sp>
    </p:spTree>
    <p:extLst>
      <p:ext uri="{BB962C8B-B14F-4D97-AF65-F5344CB8AC3E}">
        <p14:creationId xmlns:p14="http://schemas.microsoft.com/office/powerpoint/2010/main" val="419216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orkbook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orkbooks">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orkbooks" id="{97888F8D-FCE6-4A54-972D-8F39DFCC3DF7}" vid="{B9283D6F-5C70-4FF0-A54C-00C549D04FED}"/>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Workbook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orkbooks">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orkbooks" id="{97888F8D-FCE6-4A54-972D-8F39DFCC3DF7}" vid="{B9283D6F-5C70-4FF0-A54C-00C549D04FED}"/>
    </a:ext>
  </a:extLst>
</a:theme>
</file>

<file path=ppt/theme/theme5.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a3e92f2-5613-46e7-b45d-3aef96e77e3b" xsi:nil="true"/>
    <lcf76f155ced4ddcb4097134ff3c332f xmlns="eede6f60-fd02-4aa8-96b3-c6d8596d5a0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68908EB78113947A2551702793187F6" ma:contentTypeVersion="20" ma:contentTypeDescription="Create a new document." ma:contentTypeScope="" ma:versionID="8fa1d89827d6287d4aa55d021510eae1">
  <xsd:schema xmlns:xsd="http://www.w3.org/2001/XMLSchema" xmlns:xs="http://www.w3.org/2001/XMLSchema" xmlns:p="http://schemas.microsoft.com/office/2006/metadata/properties" xmlns:ns2="eede6f60-fd02-4aa8-96b3-c6d8596d5a0b" xmlns:ns3="0a3e92f2-5613-46e7-b45d-3aef96e77e3b" targetNamespace="http://schemas.microsoft.com/office/2006/metadata/properties" ma:root="true" ma:fieldsID="f205a015fb39f47bd8f6727bb7547130" ns2:_="" ns3:_="">
    <xsd:import namespace="eede6f60-fd02-4aa8-96b3-c6d8596d5a0b"/>
    <xsd:import namespace="0a3e92f2-5613-46e7-b45d-3aef96e77e3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ServiceObjectDetectorVersions" minOccurs="0"/>
                <xsd:element ref="ns2:MediaServiceSearchProperties" minOccurs="0"/>
                <xsd:element ref="ns2:MediaServiceBillingMetadata"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de6f60-fd02-4aa8-96b3-c6d8596d5a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1cda971e-2c5b-4836-b7b3-048297a31dd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a3e92f2-5613-46e7-b45d-3aef96e77e3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1b9f90b-3c36-435b-ab9f-2f962144757d}" ma:internalName="TaxCatchAll" ma:showField="CatchAllData" ma:web="0a3e92f2-5613-46e7-b45d-3aef96e77e3b">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F8726B-B980-4ED5-9F11-E65DB1718071}">
  <ds:schemaRefs>
    <ds:schemaRef ds:uri="http://purl.org/dc/elements/1.1/"/>
    <ds:schemaRef ds:uri="eede6f60-fd02-4aa8-96b3-c6d8596d5a0b"/>
    <ds:schemaRef ds:uri="http://schemas.microsoft.com/office/2006/metadata/properties"/>
    <ds:schemaRef ds:uri="http://purl.org/dc/terms/"/>
    <ds:schemaRef ds:uri="http://schemas.microsoft.com/office/infopath/2007/PartnerControls"/>
    <ds:schemaRef ds:uri="http://schemas.microsoft.com/office/2006/documentManagement/types"/>
    <ds:schemaRef ds:uri="http://www.w3.org/XML/1998/namespace"/>
    <ds:schemaRef ds:uri="http://schemas.openxmlformats.org/package/2006/metadata/core-properties"/>
    <ds:schemaRef ds:uri="0a3e92f2-5613-46e7-b45d-3aef96e77e3b"/>
    <ds:schemaRef ds:uri="http://purl.org/dc/dcmitype/"/>
  </ds:schemaRefs>
</ds:datastoreItem>
</file>

<file path=customXml/itemProps2.xml><?xml version="1.0" encoding="utf-8"?>
<ds:datastoreItem xmlns:ds="http://schemas.openxmlformats.org/officeDocument/2006/customXml" ds:itemID="{D8BF64DB-D942-4A20-80F1-FB121BB9C912}">
  <ds:schemaRefs>
    <ds:schemaRef ds:uri="http://schemas.microsoft.com/sharepoint/v3/contenttype/forms"/>
  </ds:schemaRefs>
</ds:datastoreItem>
</file>

<file path=customXml/itemProps3.xml><?xml version="1.0" encoding="utf-8"?>
<ds:datastoreItem xmlns:ds="http://schemas.openxmlformats.org/officeDocument/2006/customXml" ds:itemID="{9CB94331-AEF8-487A-BB9B-B3FF5B4DD5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de6f60-fd02-4aa8-96b3-c6d8596d5a0b"/>
    <ds:schemaRef ds:uri="0a3e92f2-5613-46e7-b45d-3aef96e77e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34282</TotalTime>
  <Words>1658</Words>
  <Application>Microsoft Macintosh PowerPoint</Application>
  <PresentationFormat>Widescreen</PresentationFormat>
  <Paragraphs>198</Paragraphs>
  <Slides>23</Slides>
  <Notes>14</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23</vt:i4>
      </vt:variant>
    </vt:vector>
  </HeadingPairs>
  <TitlesOfParts>
    <vt:vector size="34" baseType="lpstr">
      <vt:lpstr>Calibri Light</vt:lpstr>
      <vt:lpstr>Segoe UI Semibold</vt:lpstr>
      <vt:lpstr>Arial</vt:lpstr>
      <vt:lpstr>Aptos Display</vt:lpstr>
      <vt:lpstr>Verdana</vt:lpstr>
      <vt:lpstr>Aptos</vt:lpstr>
      <vt:lpstr>Segoe UI Light</vt:lpstr>
      <vt:lpstr>Office Theme</vt:lpstr>
      <vt:lpstr>Workbooks</vt:lpstr>
      <vt:lpstr>Custom Design</vt:lpstr>
      <vt:lpstr>1_Workbooks</vt:lpstr>
      <vt:lpstr>MODULE 4 Defining a Baseline and Incorporating Routine and Non-Routine Adjustments</vt:lpstr>
      <vt:lpstr>Learning Objectives</vt:lpstr>
      <vt:lpstr>M&amp;V, Step by Step</vt:lpstr>
      <vt:lpstr>M&amp;V, Step by Step</vt:lpstr>
      <vt:lpstr>What Is a (Classic) Baseline?</vt:lpstr>
      <vt:lpstr>Judgments Involved in Defining a Baseline</vt:lpstr>
      <vt:lpstr>Judgments Involved in Defining a Baseline</vt:lpstr>
      <vt:lpstr>Service Levels /Productivity</vt:lpstr>
      <vt:lpstr>Baseline vs. Baseline Model</vt:lpstr>
      <vt:lpstr>THREE DISTINCT "BASELINE" CONCEPTS</vt:lpstr>
      <vt:lpstr>Create and Validate the Baseline Model – Monthly Example</vt:lpstr>
      <vt:lpstr>Adjustments (Classic)</vt:lpstr>
      <vt:lpstr>Routine and Non-Routine Adjustments</vt:lpstr>
      <vt:lpstr>PowerPoint Presentation</vt:lpstr>
      <vt:lpstr>Note on Weather Data</vt:lpstr>
      <vt:lpstr>Choosing a Common Set of Conditions</vt:lpstr>
      <vt:lpstr>Avoided vs. Normalized vs. Backcasting</vt:lpstr>
      <vt:lpstr>Example of Backcasting</vt:lpstr>
      <vt:lpstr>Program Reporting</vt:lpstr>
      <vt:lpstr>External Requirements</vt:lpstr>
      <vt:lpstr>Scenario – Module 4</vt:lpstr>
      <vt:lpstr>Key Takeaways</vt:lpstr>
      <vt:lpstr>Module 4: Defining a Baseline and Adjustments</vt:lpstr>
    </vt:vector>
  </TitlesOfParts>
  <Manager/>
  <Company>Association of Energy Engineers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AEE Certified Training Template</dc:title>
  <dc:subject>Version 1.0 January 1, 2019</dc:subject>
  <dc:creator>Michael Hewson</dc:creator>
  <cp:keywords/>
  <dc:description/>
  <cp:lastModifiedBy>Steve Kromer</cp:lastModifiedBy>
  <cp:revision>71</cp:revision>
  <cp:lastPrinted>2023-09-28T19:47:32Z</cp:lastPrinted>
  <dcterms:created xsi:type="dcterms:W3CDTF">2018-12-23T18:03:31Z</dcterms:created>
  <dcterms:modified xsi:type="dcterms:W3CDTF">2026-03-24T19:06:30Z</dcterms:modified>
  <cp:category>Certified Training Material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0x010100F68908EB78113947A2551702793187F6</vt:lpwstr>
  </property>
  <property fmtid="{D5CDD505-2E9C-101B-9397-08002B2CF9AE}" pid="3" name="MediaServiceImageTags">
    <vt:lpwstr/>
  </property>
  <property fmtid="{D5CDD505-2E9C-101B-9397-08002B2CF9AE}" pid="4" name="Order">
    <vt:r8>621800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
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theme/theme2.xml" ContentType="application/vnd.openxmlformats-officedocument.theme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theme/theme3.xml" ContentType="application/vnd.openxmlformats-officedocument.theme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682" r:id="rId4"/>
    <p:sldMasterId id="2147483759" r:id="rId5"/>
    <p:sldMasterId id="2147483791" r:id="rId6"/>
    <p:sldMasterId id="2147483772" r:id="rId7"/>
  </p:sldMasterIdLst>
  <p:notesMasterIdLst>
    <p:notesMasterId r:id="rId33"/>
  </p:notesMasterIdLst>
  <p:handoutMasterIdLst>
    <p:handoutMasterId r:id="rId34"/>
  </p:handoutMasterIdLst>
  <p:sldIdLst>
    <p:sldId id="339" r:id="rId8"/>
    <p:sldId id="360" r:id="rId9"/>
    <p:sldId id="495" r:id="rId10"/>
    <p:sldId id="381" r:id="rId11"/>
    <p:sldId id="384" r:id="rId12"/>
    <p:sldId id="513" r:id="rId13"/>
    <p:sldId id="2780" r:id="rId14"/>
    <p:sldId id="2781" r:id="rId15"/>
    <p:sldId id="2813" r:id="rId16"/>
    <p:sldId id="2814" r:id="rId17"/>
    <p:sldId id="2815" r:id="rId18"/>
    <p:sldId id="2816" r:id="rId19"/>
    <p:sldId id="2817" r:id="rId20"/>
    <p:sldId id="498" r:id="rId21"/>
    <p:sldId id="629" r:id="rId22"/>
    <p:sldId id="631" r:id="rId23"/>
    <p:sldId id="2819" r:id="rId24"/>
    <p:sldId id="382" r:id="rId25"/>
    <p:sldId id="407" r:id="rId26"/>
    <p:sldId id="488" r:id="rId27"/>
    <p:sldId id="383" r:id="rId28"/>
    <p:sldId id="346" r:id="rId29"/>
    <p:sldId id="2765" r:id="rId30"/>
    <p:sldId id="637" r:id="rId31"/>
    <p:sldId id="2818" r:id="rId32"/>
  </p:sldIdLst>
  <p:sldSz cx="12192000" cy="6858000"/>
  <p:notesSz cx="7315200" cy="9601200"/>
  <p:embeddedFontLst>
    <p:embeddedFont>
      <p:font typeface="Segoe UI Light" panose="020B0502040204020203" pitchFamily="34" charset="0"/>
      <p:regular r:id="rId35"/>
      <p:italic r:id="rId36"/>
    </p:embeddedFont>
    <p:embeddedFont>
      <p:font typeface="Segoe UI Semibold" panose="020B0702040204020203" pitchFamily="34" charset="0"/>
      <p:regular r:id="rId37"/>
      <p:bold r:id="rId38"/>
      <p:italic r:id="rId39"/>
      <p:boldItalic r:id="rId40"/>
    </p:embeddedFont>
    <p:embeddedFont>
      <p:font typeface="Semplicita Pro" panose="020F0502020204030204" pitchFamily="34" charset="0"/>
      <p:regular r:id="rId41"/>
      <p:bold r:id="rId42"/>
      <p:italic r:id="rId43"/>
      <p:boldItalic r:id="rId44"/>
    </p:embeddedFont>
    <p:embeddedFont>
      <p:font typeface="Semplicita Pro Light" panose="020F0502020204030204" pitchFamily="34" charset="0"/>
      <p:regular r:id="rId45"/>
      <p:bold r:id="rId46"/>
      <p:italic r:id="rId47"/>
      <p:boldItalic r:id="rId48"/>
    </p:embeddedFont>
    <p:embeddedFont>
      <p:font typeface="Verdana" panose="020B0604030504040204" pitchFamily="34" charset="0"/>
      <p:regular r:id="rId49"/>
      <p:bold r:id="rId50"/>
      <p:italic r:id="rId51"/>
      <p:boldItalic r:id="rId5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Module 9" id="{7A196119-803F-CD44-B473-99A0BBD7259A}">
          <p14:sldIdLst>
            <p14:sldId id="339"/>
            <p14:sldId id="360"/>
            <p14:sldId id="495"/>
            <p14:sldId id="381"/>
            <p14:sldId id="384"/>
            <p14:sldId id="513"/>
            <p14:sldId id="2780"/>
            <p14:sldId id="2781"/>
            <p14:sldId id="2813"/>
            <p14:sldId id="2814"/>
            <p14:sldId id="2815"/>
            <p14:sldId id="2816"/>
            <p14:sldId id="2817"/>
            <p14:sldId id="498"/>
            <p14:sldId id="629"/>
            <p14:sldId id="631"/>
            <p14:sldId id="2819"/>
            <p14:sldId id="382"/>
            <p14:sldId id="407"/>
            <p14:sldId id="488"/>
            <p14:sldId id="383"/>
            <p14:sldId id="346"/>
            <p14:sldId id="2765"/>
            <p14:sldId id="637"/>
            <p14:sldId id="2818"/>
          </p14:sldIdLst>
        </p14:section>
      </p14:sectionLst>
    </p:ext>
    <p:ext uri="{EFAFB233-063F-42B5-8137-9DF3F51BA10A}">
      <p15:sldGuideLst xmlns:p15="http://schemas.microsoft.com/office/powerpoint/2012/main">
        <p15:guide id="1" pos="3840" userDrawn="1">
          <p15:clr>
            <a:srgbClr val="A4A3A4"/>
          </p15:clr>
        </p15:guide>
        <p15:guide id="2" orient="horz" pos="21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DD0E661A-16D0-5403-552F-030E5600146C}" name="Steve Kromer" initials="SK" userId="S::steve@counterfactual-designs.com::3422a2b1-b5f1-46bb-a09f-17841b28c920" providerId="AD"/>
  <p188:author id="{F929B92B-5FBA-2421-6909-2730212124E6}" name="Chris Balbach" initials="CB" userId="Chris Balbach" providerId="None"/>
  <p188:author id="{42565433-F785-EC19-A8EF-41BF281547A8}" name="Erick Piller" initials="EP" userId="S::erick@counterfactual-designs.com::69ba48c4-f2f4-4312-a5bd-1ff860b9d88b" providerId="AD"/>
  <p188:author id="{817C43A2-646B-8A36-C16B-0D72086A9FB8}" name="Hassan Ali Younes" initials="HAY" userId="S::hassan@grfn.global::6ea118d4-3ea0-471c-921f-4ae10ac6ccc8" providerId="AD"/>
  <p188:author id="{CE599FF2-E437-F2DC-FA8A-1EA3C907C036}" name="Erick Piller" initials="EP" userId="Erick Piller" providerId="None"/>
  <p188:author id="{456971F8-98E7-7C77-B56E-D29A03818428}" name="Sam Day" initials="SD" userId="S::sam.day@clearesult.com::6df82dd2-643e-45b8-8786-7555ffc58233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AEFB3"/>
    <a:srgbClr val="F05D5E"/>
    <a:srgbClr val="4A66AC"/>
    <a:srgbClr val="DC965A"/>
    <a:srgbClr val="609ED0"/>
    <a:srgbClr val="59A2AE"/>
    <a:srgbClr val="2C2A4A"/>
    <a:srgbClr val="DB2955"/>
    <a:srgbClr val="444554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B00FCB5-B3CB-0742-B494-9C08FD6898F7}" v="3" dt="2026-03-25T19:55:39.855"/>
  </p1510:revLst>
</p1510:revInfo>
</file>

<file path=ppt/tableStyles.xml><?xml version="1.0" encoding="utf-8"?>
<a:tblStyleLst xmlns:a="http://schemas.openxmlformats.org/drawingml/2006/main" def="{BC89EF96-8CEA-46FF-86C4-4CE0E7609802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3651"/>
    <p:restoredTop sz="94932"/>
  </p:normalViewPr>
  <p:slideViewPr>
    <p:cSldViewPr snapToGrid="0">
      <p:cViewPr varScale="1">
        <p:scale>
          <a:sx n="91" d="100"/>
          <a:sy n="91" d="100"/>
        </p:scale>
        <p:origin x="200" y="816"/>
      </p:cViewPr>
      <p:guideLst>
        <p:guide pos="3840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91" d="100"/>
          <a:sy n="91" d="100"/>
        </p:scale>
        <p:origin x="4320" y="20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6.xml"/><Relationship Id="rId18" Type="http://schemas.openxmlformats.org/officeDocument/2006/relationships/slide" Target="slides/slide11.xml"/><Relationship Id="rId26" Type="http://schemas.openxmlformats.org/officeDocument/2006/relationships/slide" Target="slides/slide19.xml"/><Relationship Id="rId39" Type="http://schemas.openxmlformats.org/officeDocument/2006/relationships/font" Target="fonts/font5.fntdata"/><Relationship Id="rId21" Type="http://schemas.openxmlformats.org/officeDocument/2006/relationships/slide" Target="slides/slide14.xml"/><Relationship Id="rId34" Type="http://schemas.openxmlformats.org/officeDocument/2006/relationships/handoutMaster" Target="handoutMasters/handoutMaster1.xml"/><Relationship Id="rId42" Type="http://schemas.openxmlformats.org/officeDocument/2006/relationships/font" Target="fonts/font8.fntdata"/><Relationship Id="rId47" Type="http://schemas.openxmlformats.org/officeDocument/2006/relationships/font" Target="fonts/font13.fntdata"/><Relationship Id="rId50" Type="http://schemas.openxmlformats.org/officeDocument/2006/relationships/font" Target="fonts/font16.fntdata"/><Relationship Id="rId55" Type="http://schemas.openxmlformats.org/officeDocument/2006/relationships/theme" Target="theme/theme1.xml"/><Relationship Id="rId7" Type="http://schemas.openxmlformats.org/officeDocument/2006/relationships/slideMaster" Target="slideMasters/slideMaster4.xml"/><Relationship Id="rId2" Type="http://schemas.openxmlformats.org/officeDocument/2006/relationships/customXml" Target="../customXml/item2.xml"/><Relationship Id="rId16" Type="http://schemas.openxmlformats.org/officeDocument/2006/relationships/slide" Target="slides/slide9.xml"/><Relationship Id="rId29" Type="http://schemas.openxmlformats.org/officeDocument/2006/relationships/slide" Target="slides/slide22.xml"/><Relationship Id="rId11" Type="http://schemas.openxmlformats.org/officeDocument/2006/relationships/slide" Target="slides/slide4.xml"/><Relationship Id="rId24" Type="http://schemas.openxmlformats.org/officeDocument/2006/relationships/slide" Target="slides/slide17.xml"/><Relationship Id="rId32" Type="http://schemas.openxmlformats.org/officeDocument/2006/relationships/slide" Target="slides/slide25.xml"/><Relationship Id="rId37" Type="http://schemas.openxmlformats.org/officeDocument/2006/relationships/font" Target="fonts/font3.fntdata"/><Relationship Id="rId40" Type="http://schemas.openxmlformats.org/officeDocument/2006/relationships/font" Target="fonts/font6.fntdata"/><Relationship Id="rId45" Type="http://schemas.openxmlformats.org/officeDocument/2006/relationships/font" Target="fonts/font11.fntdata"/><Relationship Id="rId53" Type="http://schemas.openxmlformats.org/officeDocument/2006/relationships/presProps" Target="presProps.xml"/><Relationship Id="rId58" Type="http://schemas.microsoft.com/office/2015/10/relationships/revisionInfo" Target="revisionInfo.xml"/><Relationship Id="rId5" Type="http://schemas.openxmlformats.org/officeDocument/2006/relationships/slideMaster" Target="slideMasters/slideMaster2.xml"/><Relationship Id="rId19" Type="http://schemas.openxmlformats.org/officeDocument/2006/relationships/slide" Target="slides/slide12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2.xml"/><Relationship Id="rId14" Type="http://schemas.openxmlformats.org/officeDocument/2006/relationships/slide" Target="slides/slide7.xml"/><Relationship Id="rId22" Type="http://schemas.openxmlformats.org/officeDocument/2006/relationships/slide" Target="slides/slide15.xml"/><Relationship Id="rId27" Type="http://schemas.openxmlformats.org/officeDocument/2006/relationships/slide" Target="slides/slide20.xml"/><Relationship Id="rId30" Type="http://schemas.openxmlformats.org/officeDocument/2006/relationships/slide" Target="slides/slide23.xml"/><Relationship Id="rId35" Type="http://schemas.openxmlformats.org/officeDocument/2006/relationships/font" Target="fonts/font1.fntdata"/><Relationship Id="rId43" Type="http://schemas.openxmlformats.org/officeDocument/2006/relationships/font" Target="fonts/font9.fntdata"/><Relationship Id="rId48" Type="http://schemas.openxmlformats.org/officeDocument/2006/relationships/font" Target="fonts/font14.fntdata"/><Relationship Id="rId56" Type="http://schemas.openxmlformats.org/officeDocument/2006/relationships/tableStyles" Target="tableStyles.xml"/><Relationship Id="rId8" Type="http://schemas.openxmlformats.org/officeDocument/2006/relationships/slide" Target="slides/slide1.xml"/><Relationship Id="rId51" Type="http://schemas.openxmlformats.org/officeDocument/2006/relationships/font" Target="fonts/font17.fntdata"/><Relationship Id="rId3" Type="http://schemas.openxmlformats.org/officeDocument/2006/relationships/customXml" Target="../customXml/item3.xml"/><Relationship Id="rId12" Type="http://schemas.openxmlformats.org/officeDocument/2006/relationships/slide" Target="slides/slide5.xml"/><Relationship Id="rId17" Type="http://schemas.openxmlformats.org/officeDocument/2006/relationships/slide" Target="slides/slide10.xml"/><Relationship Id="rId25" Type="http://schemas.openxmlformats.org/officeDocument/2006/relationships/slide" Target="slides/slide18.xml"/><Relationship Id="rId33" Type="http://schemas.openxmlformats.org/officeDocument/2006/relationships/notesMaster" Target="notesMasters/notesMaster1.xml"/><Relationship Id="rId38" Type="http://schemas.openxmlformats.org/officeDocument/2006/relationships/font" Target="fonts/font4.fntdata"/><Relationship Id="rId46" Type="http://schemas.openxmlformats.org/officeDocument/2006/relationships/font" Target="fonts/font12.fntdata"/><Relationship Id="rId59" Type="http://schemas.microsoft.com/office/2018/10/relationships/authors" Target="authors.xml"/><Relationship Id="rId20" Type="http://schemas.openxmlformats.org/officeDocument/2006/relationships/slide" Target="slides/slide13.xml"/><Relationship Id="rId41" Type="http://schemas.openxmlformats.org/officeDocument/2006/relationships/font" Target="fonts/font7.fntdata"/><Relationship Id="rId54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5" Type="http://schemas.openxmlformats.org/officeDocument/2006/relationships/slide" Target="slides/slide8.xml"/><Relationship Id="rId23" Type="http://schemas.openxmlformats.org/officeDocument/2006/relationships/slide" Target="slides/slide16.xml"/><Relationship Id="rId28" Type="http://schemas.openxmlformats.org/officeDocument/2006/relationships/slide" Target="slides/slide21.xml"/><Relationship Id="rId36" Type="http://schemas.openxmlformats.org/officeDocument/2006/relationships/font" Target="fonts/font2.fntdata"/><Relationship Id="rId49" Type="http://schemas.openxmlformats.org/officeDocument/2006/relationships/font" Target="fonts/font15.fntdata"/><Relationship Id="rId57" Type="http://schemas.microsoft.com/office/2016/11/relationships/changesInfo" Target="changesInfos/changesInfo1.xml"/><Relationship Id="rId10" Type="http://schemas.openxmlformats.org/officeDocument/2006/relationships/slide" Target="slides/slide3.xml"/><Relationship Id="rId31" Type="http://schemas.openxmlformats.org/officeDocument/2006/relationships/slide" Target="slides/slide24.xml"/><Relationship Id="rId44" Type="http://schemas.openxmlformats.org/officeDocument/2006/relationships/font" Target="fonts/font10.fntdata"/><Relationship Id="rId52" Type="http://schemas.openxmlformats.org/officeDocument/2006/relationships/font" Target="fonts/font18.fntdata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teve Kromer" userId="3422a2b1-b5f1-46bb-a09f-17841b28c920" providerId="ADAL" clId="{9560F0CE-FF35-5726-95CF-95A3A0A42013}"/>
    <pc:docChg chg="custSel addSld modSld modSection">
      <pc:chgData name="Steve Kromer" userId="3422a2b1-b5f1-46bb-a09f-17841b28c920" providerId="ADAL" clId="{9560F0CE-FF35-5726-95CF-95A3A0A42013}" dt="2026-03-25T19:55:39.855" v="173"/>
      <pc:docMkLst>
        <pc:docMk/>
      </pc:docMkLst>
      <pc:sldChg chg="modSp mod">
        <pc:chgData name="Steve Kromer" userId="3422a2b1-b5f1-46bb-a09f-17841b28c920" providerId="ADAL" clId="{9560F0CE-FF35-5726-95CF-95A3A0A42013}" dt="2026-03-25T19:35:33.616" v="52" actId="20577"/>
        <pc:sldMkLst>
          <pc:docMk/>
          <pc:sldMk cId="1771107159" sldId="384"/>
        </pc:sldMkLst>
        <pc:spChg chg="mod">
          <ac:chgData name="Steve Kromer" userId="3422a2b1-b5f1-46bb-a09f-17841b28c920" providerId="ADAL" clId="{9560F0CE-FF35-5726-95CF-95A3A0A42013}" dt="2026-03-25T19:35:33.616" v="52" actId="20577"/>
          <ac:spMkLst>
            <pc:docMk/>
            <pc:sldMk cId="1771107159" sldId="384"/>
            <ac:spMk id="3" creationId="{531E7263-0DD8-B659-F163-0600A0F9D2BC}"/>
          </ac:spMkLst>
        </pc:spChg>
      </pc:sldChg>
      <pc:sldChg chg="addSp modSp mod">
        <pc:chgData name="Steve Kromer" userId="3422a2b1-b5f1-46bb-a09f-17841b28c920" providerId="ADAL" clId="{9560F0CE-FF35-5726-95CF-95A3A0A42013}" dt="2026-03-20T22:35:38.946" v="45" actId="1038"/>
        <pc:sldMkLst>
          <pc:docMk/>
          <pc:sldMk cId="0" sldId="2813"/>
        </pc:sldMkLst>
        <pc:spChg chg="add mod">
          <ac:chgData name="Steve Kromer" userId="3422a2b1-b5f1-46bb-a09f-17841b28c920" providerId="ADAL" clId="{9560F0CE-FF35-5726-95CF-95A3A0A42013}" dt="2026-03-20T22:35:38.946" v="45" actId="1038"/>
          <ac:spMkLst>
            <pc:docMk/>
            <pc:sldMk cId="0" sldId="2813"/>
            <ac:spMk id="8" creationId="{506CB748-36ED-9CF1-7997-42159D1533D9}"/>
          </ac:spMkLst>
        </pc:spChg>
      </pc:sldChg>
      <pc:sldChg chg="addSp delSp modSp">
        <pc:chgData name="Steve Kromer" userId="3422a2b1-b5f1-46bb-a09f-17841b28c920" providerId="ADAL" clId="{9560F0CE-FF35-5726-95CF-95A3A0A42013}" dt="2026-03-25T19:55:39.855" v="173"/>
        <pc:sldMkLst>
          <pc:docMk/>
          <pc:sldMk cId="479462986" sldId="2818"/>
        </pc:sldMkLst>
        <pc:spChg chg="del">
          <ac:chgData name="Steve Kromer" userId="3422a2b1-b5f1-46bb-a09f-17841b28c920" providerId="ADAL" clId="{9560F0CE-FF35-5726-95CF-95A3A0A42013}" dt="2026-03-25T19:55:39.855" v="173"/>
          <ac:spMkLst>
            <pc:docMk/>
            <pc:sldMk cId="479462986" sldId="2818"/>
            <ac:spMk id="3" creationId="{8A4DC613-1E02-FC8E-955D-0D861CF89F67}"/>
          </ac:spMkLst>
        </pc:spChg>
        <pc:picChg chg="add mod">
          <ac:chgData name="Steve Kromer" userId="3422a2b1-b5f1-46bb-a09f-17841b28c920" providerId="ADAL" clId="{9560F0CE-FF35-5726-95CF-95A3A0A42013}" dt="2026-03-25T19:55:39.855" v="173"/>
          <ac:picMkLst>
            <pc:docMk/>
            <pc:sldMk cId="479462986" sldId="2818"/>
            <ac:picMk id="4" creationId="{AA5D0688-5C84-C7C0-ACFE-2DB40C97A4D0}"/>
          </ac:picMkLst>
        </pc:picChg>
      </pc:sldChg>
      <pc:sldChg chg="addSp delSp modSp add mod">
        <pc:chgData name="Steve Kromer" userId="3422a2b1-b5f1-46bb-a09f-17841b28c920" providerId="ADAL" clId="{9560F0CE-FF35-5726-95CF-95A3A0A42013}" dt="2026-03-25T19:48:45.397" v="172" actId="20577"/>
        <pc:sldMkLst>
          <pc:docMk/>
          <pc:sldMk cId="3248012515" sldId="2819"/>
        </pc:sldMkLst>
        <pc:spChg chg="mod">
          <ac:chgData name="Steve Kromer" userId="3422a2b1-b5f1-46bb-a09f-17841b28c920" providerId="ADAL" clId="{9560F0CE-FF35-5726-95CF-95A3A0A42013}" dt="2026-03-25T19:48:45.397" v="172" actId="20577"/>
          <ac:spMkLst>
            <pc:docMk/>
            <pc:sldMk cId="3248012515" sldId="2819"/>
            <ac:spMk id="2" creationId="{EE889E7E-B73D-6238-5610-411F64D33078}"/>
          </ac:spMkLst>
        </pc:spChg>
        <pc:spChg chg="mod">
          <ac:chgData name="Steve Kromer" userId="3422a2b1-b5f1-46bb-a09f-17841b28c920" providerId="ADAL" clId="{9560F0CE-FF35-5726-95CF-95A3A0A42013}" dt="2026-03-25T19:47:55.089" v="168" actId="20577"/>
          <ac:spMkLst>
            <pc:docMk/>
            <pc:sldMk cId="3248012515" sldId="2819"/>
            <ac:spMk id="5" creationId="{C624C85C-90CF-C4DC-8931-94DEDC8AFFE7}"/>
          </ac:spMkLst>
        </pc:spChg>
        <pc:spChg chg="add mod">
          <ac:chgData name="Steve Kromer" userId="3422a2b1-b5f1-46bb-a09f-17841b28c920" providerId="ADAL" clId="{9560F0CE-FF35-5726-95CF-95A3A0A42013}" dt="2026-03-25T19:46:50.125" v="87" actId="478"/>
          <ac:spMkLst>
            <pc:docMk/>
            <pc:sldMk cId="3248012515" sldId="2819"/>
            <ac:spMk id="6" creationId="{F2F76B50-2275-3475-8EE9-90C34A18DC3D}"/>
          </ac:spMkLst>
        </pc:spChg>
        <pc:spChg chg="add mod">
          <ac:chgData name="Steve Kromer" userId="3422a2b1-b5f1-46bb-a09f-17841b28c920" providerId="ADAL" clId="{9560F0CE-FF35-5726-95CF-95A3A0A42013}" dt="2026-03-25T19:46:50.933" v="88" actId="478"/>
          <ac:spMkLst>
            <pc:docMk/>
            <pc:sldMk cId="3248012515" sldId="2819"/>
            <ac:spMk id="12" creationId="{C0187F13-5CD4-B779-4FA8-03EC5741E855}"/>
          </ac:spMkLst>
        </pc:spChg>
        <pc:picChg chg="del">
          <ac:chgData name="Steve Kromer" userId="3422a2b1-b5f1-46bb-a09f-17841b28c920" providerId="ADAL" clId="{9560F0CE-FF35-5726-95CF-95A3A0A42013}" dt="2026-03-25T19:46:50.933" v="88" actId="478"/>
          <ac:picMkLst>
            <pc:docMk/>
            <pc:sldMk cId="3248012515" sldId="2819"/>
            <ac:picMk id="8" creationId="{E4ACF01C-DD1C-F38B-2D16-FFF5A48F6134}"/>
          </ac:picMkLst>
        </pc:picChg>
        <pc:picChg chg="del">
          <ac:chgData name="Steve Kromer" userId="3422a2b1-b5f1-46bb-a09f-17841b28c920" providerId="ADAL" clId="{9560F0CE-FF35-5726-95CF-95A3A0A42013}" dt="2026-03-25T19:46:50.125" v="87" actId="478"/>
          <ac:picMkLst>
            <pc:docMk/>
            <pc:sldMk cId="3248012515" sldId="2819"/>
            <ac:picMk id="9" creationId="{D43C3CB6-B977-FD01-CDB3-18BA6D4A723B}"/>
          </ac:picMkLst>
        </pc:pic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E6D42F0-1C68-644A-9F9D-AAC8CDEA7C3C}" type="doc">
      <dgm:prSet loTypeId="urn:microsoft.com/office/officeart/2005/8/layout/hProcess11" loCatId="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2745D70-426B-FA4B-B6C7-0E64DA3D399A}">
      <dgm:prSet custT="1"/>
      <dgm:spPr/>
      <dgm:t>
        <a:bodyPr/>
        <a:lstStyle/>
        <a:p>
          <a:r>
            <a:rPr lang="en-US" sz="1500" b="0" i="0">
              <a:latin typeface="Verdana" panose="020B0604030504040204" pitchFamily="34" charset="0"/>
            </a:rPr>
            <a:t>Plan</a:t>
          </a:r>
        </a:p>
      </dgm:t>
    </dgm:pt>
    <dgm:pt modelId="{2437E627-3560-A542-AD3D-E79D88F9BEAA}" type="parTrans" cxnId="{60EA15D4-0687-A741-8727-DA5C094468A1}">
      <dgm:prSet/>
      <dgm:spPr/>
      <dgm:t>
        <a:bodyPr/>
        <a:lstStyle/>
        <a:p>
          <a:endParaRPr lang="en-US">
            <a:latin typeface="Semplicita Pro" panose="02000000000000000000" pitchFamily="2" charset="77"/>
          </a:endParaRPr>
        </a:p>
      </dgm:t>
    </dgm:pt>
    <dgm:pt modelId="{6D58AEAD-2732-BA48-B08C-F1FC26DBE76D}" type="sibTrans" cxnId="{60EA15D4-0687-A741-8727-DA5C094468A1}">
      <dgm:prSet/>
      <dgm:spPr/>
      <dgm:t>
        <a:bodyPr/>
        <a:lstStyle/>
        <a:p>
          <a:endParaRPr lang="en-US">
            <a:latin typeface="Semplicita Pro" panose="02000000000000000000" pitchFamily="2" charset="77"/>
          </a:endParaRPr>
        </a:p>
      </dgm:t>
    </dgm:pt>
    <dgm:pt modelId="{AA662399-51CF-AD42-9556-C1DCDE9C9C62}">
      <dgm:prSet custT="1"/>
      <dgm:spPr/>
      <dgm:t>
        <a:bodyPr/>
        <a:lstStyle/>
        <a:p>
          <a:r>
            <a:rPr lang="en-US" sz="1500" b="0" i="0">
              <a:latin typeface="Verdana" panose="020B0604030504040204" pitchFamily="34" charset="0"/>
            </a:rPr>
            <a:t>Measure and collect data</a:t>
          </a:r>
        </a:p>
      </dgm:t>
    </dgm:pt>
    <dgm:pt modelId="{D5877486-D275-AC47-8C32-7080E0875FFF}" type="parTrans" cxnId="{336C4A7B-8F12-6540-AC71-44072245EFC4}">
      <dgm:prSet/>
      <dgm:spPr/>
      <dgm:t>
        <a:bodyPr/>
        <a:lstStyle/>
        <a:p>
          <a:endParaRPr lang="en-US">
            <a:latin typeface="Semplicita Pro" panose="02000000000000000000" pitchFamily="2" charset="77"/>
          </a:endParaRPr>
        </a:p>
      </dgm:t>
    </dgm:pt>
    <dgm:pt modelId="{C33289C0-1568-714D-B6F8-9D46E115EA00}" type="sibTrans" cxnId="{336C4A7B-8F12-6540-AC71-44072245EFC4}">
      <dgm:prSet/>
      <dgm:spPr/>
      <dgm:t>
        <a:bodyPr/>
        <a:lstStyle/>
        <a:p>
          <a:endParaRPr lang="en-US">
            <a:latin typeface="Semplicita Pro" panose="02000000000000000000" pitchFamily="2" charset="77"/>
          </a:endParaRPr>
        </a:p>
      </dgm:t>
    </dgm:pt>
    <dgm:pt modelId="{2BA9969F-9D4E-CB44-8F47-7D7420B186EB}">
      <dgm:prSet custT="1"/>
      <dgm:spPr/>
      <dgm:t>
        <a:bodyPr/>
        <a:lstStyle/>
        <a:p>
          <a:r>
            <a:rPr lang="en-US" sz="1500" b="0" i="0">
              <a:latin typeface="Verdana" panose="020B0604030504040204" pitchFamily="34" charset="0"/>
            </a:rPr>
            <a:t>Develop baseline model</a:t>
          </a:r>
        </a:p>
      </dgm:t>
    </dgm:pt>
    <dgm:pt modelId="{FA1EE3FB-F579-8849-BEAE-72AD4BC818BE}" type="parTrans" cxnId="{DEAE0FE7-0969-A94C-B711-C997A467E811}">
      <dgm:prSet/>
      <dgm:spPr/>
      <dgm:t>
        <a:bodyPr/>
        <a:lstStyle/>
        <a:p>
          <a:endParaRPr lang="en-US">
            <a:latin typeface="Semplicita Pro" panose="02000000000000000000" pitchFamily="2" charset="77"/>
          </a:endParaRPr>
        </a:p>
      </dgm:t>
    </dgm:pt>
    <dgm:pt modelId="{A67C3E2E-177C-B942-AC87-52A4B64EBFD5}" type="sibTrans" cxnId="{DEAE0FE7-0969-A94C-B711-C997A467E811}">
      <dgm:prSet/>
      <dgm:spPr/>
      <dgm:t>
        <a:bodyPr/>
        <a:lstStyle/>
        <a:p>
          <a:endParaRPr lang="en-US">
            <a:latin typeface="Semplicita Pro" panose="02000000000000000000" pitchFamily="2" charset="77"/>
          </a:endParaRPr>
        </a:p>
      </dgm:t>
    </dgm:pt>
    <dgm:pt modelId="{95BBFADB-2275-AC40-8B91-3CC09C9CC180}">
      <dgm:prSet custT="1"/>
      <dgm:spPr/>
      <dgm:t>
        <a:bodyPr/>
        <a:lstStyle/>
        <a:p>
          <a:r>
            <a:rPr lang="en-US" sz="1500" b="0" i="0">
              <a:latin typeface="Verdana" panose="020B0604030504040204" pitchFamily="34" charset="0"/>
            </a:rPr>
            <a:t>Measure and collect data</a:t>
          </a:r>
        </a:p>
      </dgm:t>
    </dgm:pt>
    <dgm:pt modelId="{966772C4-17F3-0B43-8A0F-4AC4C41F3959}" type="parTrans" cxnId="{22087668-84DD-6A42-8DEC-77DF9118625B}">
      <dgm:prSet/>
      <dgm:spPr/>
      <dgm:t>
        <a:bodyPr/>
        <a:lstStyle/>
        <a:p>
          <a:endParaRPr lang="en-US">
            <a:latin typeface="Semplicita Pro" panose="02000000000000000000" pitchFamily="2" charset="77"/>
          </a:endParaRPr>
        </a:p>
      </dgm:t>
    </dgm:pt>
    <dgm:pt modelId="{60DA2BBE-38E7-484C-8031-E4B70B799C0C}" type="sibTrans" cxnId="{22087668-84DD-6A42-8DEC-77DF9118625B}">
      <dgm:prSet/>
      <dgm:spPr/>
      <dgm:t>
        <a:bodyPr/>
        <a:lstStyle/>
        <a:p>
          <a:endParaRPr lang="en-US">
            <a:latin typeface="Semplicita Pro" panose="02000000000000000000" pitchFamily="2" charset="77"/>
          </a:endParaRPr>
        </a:p>
      </dgm:t>
    </dgm:pt>
    <dgm:pt modelId="{8FD49B5C-06C5-3C4A-AA23-418CB6F7FCF0}">
      <dgm:prSet custT="1"/>
      <dgm:spPr/>
      <dgm:t>
        <a:bodyPr/>
        <a:lstStyle/>
        <a:p>
          <a:r>
            <a:rPr lang="en-US" sz="1500" b="0" i="0">
              <a:latin typeface="Verdana" panose="020B0604030504040204" pitchFamily="34" charset="0"/>
            </a:rPr>
            <a:t>Report</a:t>
          </a:r>
        </a:p>
      </dgm:t>
    </dgm:pt>
    <dgm:pt modelId="{9283967F-8529-454A-8713-D38C61C258A3}" type="parTrans" cxnId="{038FACCB-0856-0F43-B61C-3DB8A6495A46}">
      <dgm:prSet/>
      <dgm:spPr/>
      <dgm:t>
        <a:bodyPr/>
        <a:lstStyle/>
        <a:p>
          <a:endParaRPr lang="en-US">
            <a:latin typeface="Semplicita Pro" panose="02000000000000000000" pitchFamily="2" charset="77"/>
          </a:endParaRPr>
        </a:p>
      </dgm:t>
    </dgm:pt>
    <dgm:pt modelId="{29A7714B-0DB3-314E-837A-30EE013D2BB4}" type="sibTrans" cxnId="{038FACCB-0856-0F43-B61C-3DB8A6495A46}">
      <dgm:prSet/>
      <dgm:spPr/>
      <dgm:t>
        <a:bodyPr/>
        <a:lstStyle/>
        <a:p>
          <a:endParaRPr lang="en-US">
            <a:latin typeface="Semplicita Pro" panose="02000000000000000000" pitchFamily="2" charset="77"/>
          </a:endParaRPr>
        </a:p>
      </dgm:t>
    </dgm:pt>
    <dgm:pt modelId="{359C6299-C5E6-4941-B0D8-3B7FC2F1DC9B}">
      <dgm:prSet custT="1"/>
      <dgm:spPr/>
      <dgm:t>
        <a:bodyPr/>
        <a:lstStyle/>
        <a:p>
          <a:r>
            <a:rPr lang="en-US" sz="1500" b="0" i="0">
              <a:latin typeface="Verdana" panose="020B0604030504040204" pitchFamily="34" charset="0"/>
            </a:rPr>
            <a:t>Adjust baseline model</a:t>
          </a:r>
        </a:p>
      </dgm:t>
    </dgm:pt>
    <dgm:pt modelId="{B35B887A-13AB-1343-B10A-7C9BC299DFCF}" type="parTrans" cxnId="{23916ABB-51EE-5940-AFC2-0D17BBB65672}">
      <dgm:prSet/>
      <dgm:spPr/>
      <dgm:t>
        <a:bodyPr/>
        <a:lstStyle/>
        <a:p>
          <a:endParaRPr lang="en-US"/>
        </a:p>
      </dgm:t>
    </dgm:pt>
    <dgm:pt modelId="{D2D586C4-B904-7B46-9FAF-D683C47F8D6C}" type="sibTrans" cxnId="{23916ABB-51EE-5940-AFC2-0D17BBB65672}">
      <dgm:prSet/>
      <dgm:spPr/>
      <dgm:t>
        <a:bodyPr/>
        <a:lstStyle/>
        <a:p>
          <a:endParaRPr lang="en-US"/>
        </a:p>
      </dgm:t>
    </dgm:pt>
    <dgm:pt modelId="{88BC120A-2807-A24D-B345-B2BD3B376A37}">
      <dgm:prSet custT="1"/>
      <dgm:spPr/>
      <dgm:t>
        <a:bodyPr/>
        <a:lstStyle/>
        <a:p>
          <a:r>
            <a:rPr lang="en-US" sz="1500" b="0" i="0">
              <a:latin typeface="Verdana" panose="020B0604030504040204" pitchFamily="34" charset="0"/>
            </a:rPr>
            <a:t>Installation of ECM</a:t>
          </a:r>
        </a:p>
      </dgm:t>
    </dgm:pt>
    <dgm:pt modelId="{534FB500-710C-6543-87C4-E03751AE162F}" type="sibTrans" cxnId="{39D8D5A4-2621-9B47-8071-CD97C9F50259}">
      <dgm:prSet/>
      <dgm:spPr/>
      <dgm:t>
        <a:bodyPr/>
        <a:lstStyle/>
        <a:p>
          <a:endParaRPr lang="en-US">
            <a:latin typeface="Semplicita Pro" panose="02000000000000000000" pitchFamily="2" charset="77"/>
          </a:endParaRPr>
        </a:p>
      </dgm:t>
    </dgm:pt>
    <dgm:pt modelId="{FA1151D5-41FA-2845-8DD1-20793DB0BBE8}" type="parTrans" cxnId="{39D8D5A4-2621-9B47-8071-CD97C9F50259}">
      <dgm:prSet/>
      <dgm:spPr/>
      <dgm:t>
        <a:bodyPr/>
        <a:lstStyle/>
        <a:p>
          <a:endParaRPr lang="en-US">
            <a:latin typeface="Semplicita Pro" panose="02000000000000000000" pitchFamily="2" charset="77"/>
          </a:endParaRPr>
        </a:p>
      </dgm:t>
    </dgm:pt>
    <dgm:pt modelId="{D06FD5FD-A93E-5C44-B1F9-443860DC44FB}" type="pres">
      <dgm:prSet presAssocID="{EE6D42F0-1C68-644A-9F9D-AAC8CDEA7C3C}" presName="Name0" presStyleCnt="0">
        <dgm:presLayoutVars>
          <dgm:dir/>
          <dgm:resizeHandles val="exact"/>
        </dgm:presLayoutVars>
      </dgm:prSet>
      <dgm:spPr/>
    </dgm:pt>
    <dgm:pt modelId="{69F2A90E-6373-DF42-A6CD-049758145B1B}" type="pres">
      <dgm:prSet presAssocID="{EE6D42F0-1C68-644A-9F9D-AAC8CDEA7C3C}" presName="arrow" presStyleLbl="bgShp" presStyleIdx="0" presStyleCnt="1"/>
      <dgm:spPr/>
    </dgm:pt>
    <dgm:pt modelId="{C35CAFBC-1FD5-AA40-8C23-02E504690762}" type="pres">
      <dgm:prSet presAssocID="{EE6D42F0-1C68-644A-9F9D-AAC8CDEA7C3C}" presName="points" presStyleCnt="0"/>
      <dgm:spPr/>
    </dgm:pt>
    <dgm:pt modelId="{CC4585A4-96D8-5B48-9D1F-B6EC1D008D37}" type="pres">
      <dgm:prSet presAssocID="{E2745D70-426B-FA4B-B6C7-0E64DA3D399A}" presName="compositeA" presStyleCnt="0"/>
      <dgm:spPr/>
    </dgm:pt>
    <dgm:pt modelId="{60D5F69F-8CA6-474F-892E-BB3B3A1F6DAE}" type="pres">
      <dgm:prSet presAssocID="{E2745D70-426B-FA4B-B6C7-0E64DA3D399A}" presName="textA" presStyleLbl="revTx" presStyleIdx="0" presStyleCnt="7">
        <dgm:presLayoutVars>
          <dgm:bulletEnabled val="1"/>
        </dgm:presLayoutVars>
      </dgm:prSet>
      <dgm:spPr/>
    </dgm:pt>
    <dgm:pt modelId="{614091D0-FF01-2A41-8FEC-3CA9BD3D8F71}" type="pres">
      <dgm:prSet presAssocID="{E2745D70-426B-FA4B-B6C7-0E64DA3D399A}" presName="circleA" presStyleLbl="node1" presStyleIdx="0" presStyleCnt="7"/>
      <dgm:spPr>
        <a:solidFill>
          <a:schemeClr val="accent1"/>
        </a:solidFill>
      </dgm:spPr>
    </dgm:pt>
    <dgm:pt modelId="{054F1A60-E084-504C-9B81-7864E6595D0F}" type="pres">
      <dgm:prSet presAssocID="{E2745D70-426B-FA4B-B6C7-0E64DA3D399A}" presName="spaceA" presStyleCnt="0"/>
      <dgm:spPr/>
    </dgm:pt>
    <dgm:pt modelId="{37D0B44D-BBAD-A64E-9197-01A30D831DF2}" type="pres">
      <dgm:prSet presAssocID="{6D58AEAD-2732-BA48-B08C-F1FC26DBE76D}" presName="space" presStyleCnt="0"/>
      <dgm:spPr/>
    </dgm:pt>
    <dgm:pt modelId="{BDE98568-3D84-934F-BAB9-7A0978B5ADB4}" type="pres">
      <dgm:prSet presAssocID="{AA662399-51CF-AD42-9556-C1DCDE9C9C62}" presName="compositeB" presStyleCnt="0"/>
      <dgm:spPr/>
    </dgm:pt>
    <dgm:pt modelId="{7D3991B5-B402-E045-A922-12ECE6931B21}" type="pres">
      <dgm:prSet presAssocID="{AA662399-51CF-AD42-9556-C1DCDE9C9C62}" presName="textB" presStyleLbl="revTx" presStyleIdx="1" presStyleCnt="7">
        <dgm:presLayoutVars>
          <dgm:bulletEnabled val="1"/>
        </dgm:presLayoutVars>
      </dgm:prSet>
      <dgm:spPr/>
    </dgm:pt>
    <dgm:pt modelId="{8697F6B8-AD2D-8C48-9ABD-336C1BBEBBD7}" type="pres">
      <dgm:prSet presAssocID="{AA662399-51CF-AD42-9556-C1DCDE9C9C62}" presName="circleB" presStyleLbl="node1" presStyleIdx="1" presStyleCnt="7"/>
      <dgm:spPr>
        <a:solidFill>
          <a:schemeClr val="accent1"/>
        </a:solidFill>
      </dgm:spPr>
    </dgm:pt>
    <dgm:pt modelId="{8C44613E-D9E7-AF48-9E5B-6BE5B7C6EA40}" type="pres">
      <dgm:prSet presAssocID="{AA662399-51CF-AD42-9556-C1DCDE9C9C62}" presName="spaceB" presStyleCnt="0"/>
      <dgm:spPr/>
    </dgm:pt>
    <dgm:pt modelId="{3DF2F14A-4221-C245-B9DD-DD1EFF146F1C}" type="pres">
      <dgm:prSet presAssocID="{C33289C0-1568-714D-B6F8-9D46E115EA00}" presName="space" presStyleCnt="0"/>
      <dgm:spPr/>
    </dgm:pt>
    <dgm:pt modelId="{0F90A73D-1656-8F47-A04D-69D3A3018053}" type="pres">
      <dgm:prSet presAssocID="{2BA9969F-9D4E-CB44-8F47-7D7420B186EB}" presName="compositeA" presStyleCnt="0"/>
      <dgm:spPr/>
    </dgm:pt>
    <dgm:pt modelId="{3BF9B44D-426A-BD44-B22C-D096155871BB}" type="pres">
      <dgm:prSet presAssocID="{2BA9969F-9D4E-CB44-8F47-7D7420B186EB}" presName="textA" presStyleLbl="revTx" presStyleIdx="2" presStyleCnt="7">
        <dgm:presLayoutVars>
          <dgm:bulletEnabled val="1"/>
        </dgm:presLayoutVars>
      </dgm:prSet>
      <dgm:spPr/>
    </dgm:pt>
    <dgm:pt modelId="{E8E86469-CAA0-6C48-AF04-F8E9680AC545}" type="pres">
      <dgm:prSet presAssocID="{2BA9969F-9D4E-CB44-8F47-7D7420B186EB}" presName="circleA" presStyleLbl="node1" presStyleIdx="2" presStyleCnt="7"/>
      <dgm:spPr>
        <a:solidFill>
          <a:schemeClr val="accent1"/>
        </a:solidFill>
      </dgm:spPr>
    </dgm:pt>
    <dgm:pt modelId="{E497D9B2-FF1D-6345-8B7A-C4BC074BEC52}" type="pres">
      <dgm:prSet presAssocID="{2BA9969F-9D4E-CB44-8F47-7D7420B186EB}" presName="spaceA" presStyleCnt="0"/>
      <dgm:spPr/>
    </dgm:pt>
    <dgm:pt modelId="{7AF4B02F-847D-2A46-9384-B82F86E98A59}" type="pres">
      <dgm:prSet presAssocID="{A67C3E2E-177C-B942-AC87-52A4B64EBFD5}" presName="space" presStyleCnt="0"/>
      <dgm:spPr/>
    </dgm:pt>
    <dgm:pt modelId="{3676BC99-4927-684C-853F-36C3CD8490AD}" type="pres">
      <dgm:prSet presAssocID="{88BC120A-2807-A24D-B345-B2BD3B376A37}" presName="compositeB" presStyleCnt="0"/>
      <dgm:spPr/>
    </dgm:pt>
    <dgm:pt modelId="{30E55ED1-452E-8E4E-8E1B-0704E1F6B3C5}" type="pres">
      <dgm:prSet presAssocID="{88BC120A-2807-A24D-B345-B2BD3B376A37}" presName="textB" presStyleLbl="revTx" presStyleIdx="3" presStyleCnt="7">
        <dgm:presLayoutVars>
          <dgm:bulletEnabled val="1"/>
        </dgm:presLayoutVars>
      </dgm:prSet>
      <dgm:spPr/>
    </dgm:pt>
    <dgm:pt modelId="{9AF72B61-47BD-0C41-93DF-1D3EFB97D40E}" type="pres">
      <dgm:prSet presAssocID="{88BC120A-2807-A24D-B345-B2BD3B376A37}" presName="circleB" presStyleLbl="node1" presStyleIdx="3" presStyleCnt="7"/>
      <dgm:spPr>
        <a:solidFill>
          <a:schemeClr val="bg1"/>
        </a:solidFill>
      </dgm:spPr>
    </dgm:pt>
    <dgm:pt modelId="{532E94B6-A895-E242-BFDA-13826CBFF567}" type="pres">
      <dgm:prSet presAssocID="{88BC120A-2807-A24D-B345-B2BD3B376A37}" presName="spaceB" presStyleCnt="0"/>
      <dgm:spPr/>
    </dgm:pt>
    <dgm:pt modelId="{BAEC0EC1-12A7-8441-AA08-B9DBAAECEA13}" type="pres">
      <dgm:prSet presAssocID="{534FB500-710C-6543-87C4-E03751AE162F}" presName="space" presStyleCnt="0"/>
      <dgm:spPr/>
    </dgm:pt>
    <dgm:pt modelId="{2F2E9EDC-0DE6-274A-9D27-20A47DED08B8}" type="pres">
      <dgm:prSet presAssocID="{95BBFADB-2275-AC40-8B91-3CC09C9CC180}" presName="compositeA" presStyleCnt="0"/>
      <dgm:spPr/>
    </dgm:pt>
    <dgm:pt modelId="{5A6A5F06-52E7-BB4C-B757-930F8572F5BA}" type="pres">
      <dgm:prSet presAssocID="{95BBFADB-2275-AC40-8B91-3CC09C9CC180}" presName="textA" presStyleLbl="revTx" presStyleIdx="4" presStyleCnt="7">
        <dgm:presLayoutVars>
          <dgm:bulletEnabled val="1"/>
        </dgm:presLayoutVars>
      </dgm:prSet>
      <dgm:spPr/>
    </dgm:pt>
    <dgm:pt modelId="{D42E69B9-3A96-B64F-A243-EF914D98A5D9}" type="pres">
      <dgm:prSet presAssocID="{95BBFADB-2275-AC40-8B91-3CC09C9CC180}" presName="circleA" presStyleLbl="node1" presStyleIdx="4" presStyleCnt="7"/>
      <dgm:spPr>
        <a:solidFill>
          <a:schemeClr val="accent1"/>
        </a:solidFill>
      </dgm:spPr>
    </dgm:pt>
    <dgm:pt modelId="{9B004BB5-BDA2-124F-86EF-42BB60176E78}" type="pres">
      <dgm:prSet presAssocID="{95BBFADB-2275-AC40-8B91-3CC09C9CC180}" presName="spaceA" presStyleCnt="0"/>
      <dgm:spPr/>
    </dgm:pt>
    <dgm:pt modelId="{3E10F75E-0B66-7E4B-B938-A2DD47D24581}" type="pres">
      <dgm:prSet presAssocID="{60DA2BBE-38E7-484C-8031-E4B70B799C0C}" presName="space" presStyleCnt="0"/>
      <dgm:spPr/>
    </dgm:pt>
    <dgm:pt modelId="{F81988D2-CF31-0748-B9DF-EFC3CD922F00}" type="pres">
      <dgm:prSet presAssocID="{359C6299-C5E6-4941-B0D8-3B7FC2F1DC9B}" presName="compositeB" presStyleCnt="0"/>
      <dgm:spPr/>
    </dgm:pt>
    <dgm:pt modelId="{B183C049-EFBE-7242-973D-6D857830733B}" type="pres">
      <dgm:prSet presAssocID="{359C6299-C5E6-4941-B0D8-3B7FC2F1DC9B}" presName="textB" presStyleLbl="revTx" presStyleIdx="5" presStyleCnt="7">
        <dgm:presLayoutVars>
          <dgm:bulletEnabled val="1"/>
        </dgm:presLayoutVars>
      </dgm:prSet>
      <dgm:spPr/>
    </dgm:pt>
    <dgm:pt modelId="{647E0C18-FD54-0649-A6F9-1C49098F32E2}" type="pres">
      <dgm:prSet presAssocID="{359C6299-C5E6-4941-B0D8-3B7FC2F1DC9B}" presName="circleB" presStyleLbl="node1" presStyleIdx="5" presStyleCnt="7"/>
      <dgm:spPr>
        <a:solidFill>
          <a:schemeClr val="accent1"/>
        </a:solidFill>
      </dgm:spPr>
    </dgm:pt>
    <dgm:pt modelId="{651A20BE-D03E-D448-98EB-668B9A6CA7F0}" type="pres">
      <dgm:prSet presAssocID="{359C6299-C5E6-4941-B0D8-3B7FC2F1DC9B}" presName="spaceB" presStyleCnt="0"/>
      <dgm:spPr/>
    </dgm:pt>
    <dgm:pt modelId="{CD7A8938-8B26-E945-AD75-32638EE4E906}" type="pres">
      <dgm:prSet presAssocID="{D2D586C4-B904-7B46-9FAF-D683C47F8D6C}" presName="space" presStyleCnt="0"/>
      <dgm:spPr/>
    </dgm:pt>
    <dgm:pt modelId="{B9A58F17-0FB5-7B40-A2D9-3937BA4A4AFC}" type="pres">
      <dgm:prSet presAssocID="{8FD49B5C-06C5-3C4A-AA23-418CB6F7FCF0}" presName="compositeA" presStyleCnt="0"/>
      <dgm:spPr/>
    </dgm:pt>
    <dgm:pt modelId="{25E66557-3491-1C49-999C-B9E27F1145DD}" type="pres">
      <dgm:prSet presAssocID="{8FD49B5C-06C5-3C4A-AA23-418CB6F7FCF0}" presName="textA" presStyleLbl="revTx" presStyleIdx="6" presStyleCnt="7">
        <dgm:presLayoutVars>
          <dgm:bulletEnabled val="1"/>
        </dgm:presLayoutVars>
      </dgm:prSet>
      <dgm:spPr/>
    </dgm:pt>
    <dgm:pt modelId="{9E03863F-C95F-7E48-9F4E-6C417F127C30}" type="pres">
      <dgm:prSet presAssocID="{8FD49B5C-06C5-3C4A-AA23-418CB6F7FCF0}" presName="circleA" presStyleLbl="node1" presStyleIdx="6" presStyleCnt="7"/>
      <dgm:spPr>
        <a:solidFill>
          <a:srgbClr val="F05D5E"/>
        </a:solidFill>
      </dgm:spPr>
    </dgm:pt>
    <dgm:pt modelId="{3D2684BA-DBD8-AA40-9475-4287E894D942}" type="pres">
      <dgm:prSet presAssocID="{8FD49B5C-06C5-3C4A-AA23-418CB6F7FCF0}" presName="spaceA" presStyleCnt="0"/>
      <dgm:spPr/>
    </dgm:pt>
  </dgm:ptLst>
  <dgm:cxnLst>
    <dgm:cxn modelId="{358C8F26-E9BB-9A43-8565-796F1C8319E6}" type="presOf" srcId="{359C6299-C5E6-4941-B0D8-3B7FC2F1DC9B}" destId="{B183C049-EFBE-7242-973D-6D857830733B}" srcOrd="0" destOrd="0" presId="urn:microsoft.com/office/officeart/2005/8/layout/hProcess11"/>
    <dgm:cxn modelId="{A9E2352C-CFC2-BC43-9E0A-C8439B1F7419}" type="presOf" srcId="{EE6D42F0-1C68-644A-9F9D-AAC8CDEA7C3C}" destId="{D06FD5FD-A93E-5C44-B1F9-443860DC44FB}" srcOrd="0" destOrd="0" presId="urn:microsoft.com/office/officeart/2005/8/layout/hProcess11"/>
    <dgm:cxn modelId="{904D2738-0D03-0141-8908-9AD961AA2275}" type="presOf" srcId="{8FD49B5C-06C5-3C4A-AA23-418CB6F7FCF0}" destId="{25E66557-3491-1C49-999C-B9E27F1145DD}" srcOrd="0" destOrd="0" presId="urn:microsoft.com/office/officeart/2005/8/layout/hProcess11"/>
    <dgm:cxn modelId="{607D7244-37A1-2B40-BF43-A0417A71AC31}" type="presOf" srcId="{2BA9969F-9D4E-CB44-8F47-7D7420B186EB}" destId="{3BF9B44D-426A-BD44-B22C-D096155871BB}" srcOrd="0" destOrd="0" presId="urn:microsoft.com/office/officeart/2005/8/layout/hProcess11"/>
    <dgm:cxn modelId="{22087668-84DD-6A42-8DEC-77DF9118625B}" srcId="{EE6D42F0-1C68-644A-9F9D-AAC8CDEA7C3C}" destId="{95BBFADB-2275-AC40-8B91-3CC09C9CC180}" srcOrd="4" destOrd="0" parTransId="{966772C4-17F3-0B43-8A0F-4AC4C41F3959}" sibTransId="{60DA2BBE-38E7-484C-8031-E4B70B799C0C}"/>
    <dgm:cxn modelId="{336C4A7B-8F12-6540-AC71-44072245EFC4}" srcId="{EE6D42F0-1C68-644A-9F9D-AAC8CDEA7C3C}" destId="{AA662399-51CF-AD42-9556-C1DCDE9C9C62}" srcOrd="1" destOrd="0" parTransId="{D5877486-D275-AC47-8C32-7080E0875FFF}" sibTransId="{C33289C0-1568-714D-B6F8-9D46E115EA00}"/>
    <dgm:cxn modelId="{DA081B7E-7B19-424F-81F6-AA7D51F15098}" type="presOf" srcId="{95BBFADB-2275-AC40-8B91-3CC09C9CC180}" destId="{5A6A5F06-52E7-BB4C-B757-930F8572F5BA}" srcOrd="0" destOrd="0" presId="urn:microsoft.com/office/officeart/2005/8/layout/hProcess11"/>
    <dgm:cxn modelId="{D536A684-E000-8D4F-BA27-7978EF771510}" type="presOf" srcId="{E2745D70-426B-FA4B-B6C7-0E64DA3D399A}" destId="{60D5F69F-8CA6-474F-892E-BB3B3A1F6DAE}" srcOrd="0" destOrd="0" presId="urn:microsoft.com/office/officeart/2005/8/layout/hProcess11"/>
    <dgm:cxn modelId="{C947B29B-97FE-0844-8705-FD5CABEA87AD}" type="presOf" srcId="{AA662399-51CF-AD42-9556-C1DCDE9C9C62}" destId="{7D3991B5-B402-E045-A922-12ECE6931B21}" srcOrd="0" destOrd="0" presId="urn:microsoft.com/office/officeart/2005/8/layout/hProcess11"/>
    <dgm:cxn modelId="{39D8D5A4-2621-9B47-8071-CD97C9F50259}" srcId="{EE6D42F0-1C68-644A-9F9D-AAC8CDEA7C3C}" destId="{88BC120A-2807-A24D-B345-B2BD3B376A37}" srcOrd="3" destOrd="0" parTransId="{FA1151D5-41FA-2845-8DD1-20793DB0BBE8}" sibTransId="{534FB500-710C-6543-87C4-E03751AE162F}"/>
    <dgm:cxn modelId="{23916ABB-51EE-5940-AFC2-0D17BBB65672}" srcId="{EE6D42F0-1C68-644A-9F9D-AAC8CDEA7C3C}" destId="{359C6299-C5E6-4941-B0D8-3B7FC2F1DC9B}" srcOrd="5" destOrd="0" parTransId="{B35B887A-13AB-1343-B10A-7C9BC299DFCF}" sibTransId="{D2D586C4-B904-7B46-9FAF-D683C47F8D6C}"/>
    <dgm:cxn modelId="{038FACCB-0856-0F43-B61C-3DB8A6495A46}" srcId="{EE6D42F0-1C68-644A-9F9D-AAC8CDEA7C3C}" destId="{8FD49B5C-06C5-3C4A-AA23-418CB6F7FCF0}" srcOrd="6" destOrd="0" parTransId="{9283967F-8529-454A-8713-D38C61C258A3}" sibTransId="{29A7714B-0DB3-314E-837A-30EE013D2BB4}"/>
    <dgm:cxn modelId="{60EA15D4-0687-A741-8727-DA5C094468A1}" srcId="{EE6D42F0-1C68-644A-9F9D-AAC8CDEA7C3C}" destId="{E2745D70-426B-FA4B-B6C7-0E64DA3D399A}" srcOrd="0" destOrd="0" parTransId="{2437E627-3560-A542-AD3D-E79D88F9BEAA}" sibTransId="{6D58AEAD-2732-BA48-B08C-F1FC26DBE76D}"/>
    <dgm:cxn modelId="{ED8F30E6-F388-0A49-808F-D9FA47B12324}" type="presOf" srcId="{88BC120A-2807-A24D-B345-B2BD3B376A37}" destId="{30E55ED1-452E-8E4E-8E1B-0704E1F6B3C5}" srcOrd="0" destOrd="0" presId="urn:microsoft.com/office/officeart/2005/8/layout/hProcess11"/>
    <dgm:cxn modelId="{DEAE0FE7-0969-A94C-B711-C997A467E811}" srcId="{EE6D42F0-1C68-644A-9F9D-AAC8CDEA7C3C}" destId="{2BA9969F-9D4E-CB44-8F47-7D7420B186EB}" srcOrd="2" destOrd="0" parTransId="{FA1EE3FB-F579-8849-BEAE-72AD4BC818BE}" sibTransId="{A67C3E2E-177C-B942-AC87-52A4B64EBFD5}"/>
    <dgm:cxn modelId="{894AED3C-5AF4-504E-9974-755261D871BF}" type="presParOf" srcId="{D06FD5FD-A93E-5C44-B1F9-443860DC44FB}" destId="{69F2A90E-6373-DF42-A6CD-049758145B1B}" srcOrd="0" destOrd="0" presId="urn:microsoft.com/office/officeart/2005/8/layout/hProcess11"/>
    <dgm:cxn modelId="{18C13995-09DC-FE47-A094-E23DB145F231}" type="presParOf" srcId="{D06FD5FD-A93E-5C44-B1F9-443860DC44FB}" destId="{C35CAFBC-1FD5-AA40-8C23-02E504690762}" srcOrd="1" destOrd="0" presId="urn:microsoft.com/office/officeart/2005/8/layout/hProcess11"/>
    <dgm:cxn modelId="{2FA5E395-3172-474E-A2CB-FC77D82D81FB}" type="presParOf" srcId="{C35CAFBC-1FD5-AA40-8C23-02E504690762}" destId="{CC4585A4-96D8-5B48-9D1F-B6EC1D008D37}" srcOrd="0" destOrd="0" presId="urn:microsoft.com/office/officeart/2005/8/layout/hProcess11"/>
    <dgm:cxn modelId="{93E58E97-539E-3542-A1A1-1EBCE38AFAA9}" type="presParOf" srcId="{CC4585A4-96D8-5B48-9D1F-B6EC1D008D37}" destId="{60D5F69F-8CA6-474F-892E-BB3B3A1F6DAE}" srcOrd="0" destOrd="0" presId="urn:microsoft.com/office/officeart/2005/8/layout/hProcess11"/>
    <dgm:cxn modelId="{AEF9BF5B-D1AF-C047-AD53-DB929A0A5613}" type="presParOf" srcId="{CC4585A4-96D8-5B48-9D1F-B6EC1D008D37}" destId="{614091D0-FF01-2A41-8FEC-3CA9BD3D8F71}" srcOrd="1" destOrd="0" presId="urn:microsoft.com/office/officeart/2005/8/layout/hProcess11"/>
    <dgm:cxn modelId="{1A07BB43-6653-7641-87B9-8D950F161EAB}" type="presParOf" srcId="{CC4585A4-96D8-5B48-9D1F-B6EC1D008D37}" destId="{054F1A60-E084-504C-9B81-7864E6595D0F}" srcOrd="2" destOrd="0" presId="urn:microsoft.com/office/officeart/2005/8/layout/hProcess11"/>
    <dgm:cxn modelId="{D89FAE18-9CB2-5F4A-9063-CF6398AFA76F}" type="presParOf" srcId="{C35CAFBC-1FD5-AA40-8C23-02E504690762}" destId="{37D0B44D-BBAD-A64E-9197-01A30D831DF2}" srcOrd="1" destOrd="0" presId="urn:microsoft.com/office/officeart/2005/8/layout/hProcess11"/>
    <dgm:cxn modelId="{81DAFA7B-331A-0441-B6BC-7AADD0A96C7E}" type="presParOf" srcId="{C35CAFBC-1FD5-AA40-8C23-02E504690762}" destId="{BDE98568-3D84-934F-BAB9-7A0978B5ADB4}" srcOrd="2" destOrd="0" presId="urn:microsoft.com/office/officeart/2005/8/layout/hProcess11"/>
    <dgm:cxn modelId="{D3F6369C-5F6A-AE45-9724-C9094AF20D84}" type="presParOf" srcId="{BDE98568-3D84-934F-BAB9-7A0978B5ADB4}" destId="{7D3991B5-B402-E045-A922-12ECE6931B21}" srcOrd="0" destOrd="0" presId="urn:microsoft.com/office/officeart/2005/8/layout/hProcess11"/>
    <dgm:cxn modelId="{91D26C41-B630-B941-9D0E-4AB1B32A4AFF}" type="presParOf" srcId="{BDE98568-3D84-934F-BAB9-7A0978B5ADB4}" destId="{8697F6B8-AD2D-8C48-9ABD-336C1BBEBBD7}" srcOrd="1" destOrd="0" presId="urn:microsoft.com/office/officeart/2005/8/layout/hProcess11"/>
    <dgm:cxn modelId="{ECE1E109-EDA0-5E45-8B96-C581A0DCE125}" type="presParOf" srcId="{BDE98568-3D84-934F-BAB9-7A0978B5ADB4}" destId="{8C44613E-D9E7-AF48-9E5B-6BE5B7C6EA40}" srcOrd="2" destOrd="0" presId="urn:microsoft.com/office/officeart/2005/8/layout/hProcess11"/>
    <dgm:cxn modelId="{7548256F-9397-094C-A571-5F64724997ED}" type="presParOf" srcId="{C35CAFBC-1FD5-AA40-8C23-02E504690762}" destId="{3DF2F14A-4221-C245-B9DD-DD1EFF146F1C}" srcOrd="3" destOrd="0" presId="urn:microsoft.com/office/officeart/2005/8/layout/hProcess11"/>
    <dgm:cxn modelId="{2B7B5649-6686-9946-AC17-8F320DBAD661}" type="presParOf" srcId="{C35CAFBC-1FD5-AA40-8C23-02E504690762}" destId="{0F90A73D-1656-8F47-A04D-69D3A3018053}" srcOrd="4" destOrd="0" presId="urn:microsoft.com/office/officeart/2005/8/layout/hProcess11"/>
    <dgm:cxn modelId="{542082DD-C53D-3841-B7D2-3ABAB1AD528B}" type="presParOf" srcId="{0F90A73D-1656-8F47-A04D-69D3A3018053}" destId="{3BF9B44D-426A-BD44-B22C-D096155871BB}" srcOrd="0" destOrd="0" presId="urn:microsoft.com/office/officeart/2005/8/layout/hProcess11"/>
    <dgm:cxn modelId="{D650B354-FF5B-A24B-8754-3CA3868D9E08}" type="presParOf" srcId="{0F90A73D-1656-8F47-A04D-69D3A3018053}" destId="{E8E86469-CAA0-6C48-AF04-F8E9680AC545}" srcOrd="1" destOrd="0" presId="urn:microsoft.com/office/officeart/2005/8/layout/hProcess11"/>
    <dgm:cxn modelId="{00F1288C-A4E8-F047-A586-1A2E4513B869}" type="presParOf" srcId="{0F90A73D-1656-8F47-A04D-69D3A3018053}" destId="{E497D9B2-FF1D-6345-8B7A-C4BC074BEC52}" srcOrd="2" destOrd="0" presId="urn:microsoft.com/office/officeart/2005/8/layout/hProcess11"/>
    <dgm:cxn modelId="{D8D0B340-C207-3B4D-9162-38F455AE9DFB}" type="presParOf" srcId="{C35CAFBC-1FD5-AA40-8C23-02E504690762}" destId="{7AF4B02F-847D-2A46-9384-B82F86E98A59}" srcOrd="5" destOrd="0" presId="urn:microsoft.com/office/officeart/2005/8/layout/hProcess11"/>
    <dgm:cxn modelId="{DF6307A2-AF5A-CD44-920D-33F1795A0E48}" type="presParOf" srcId="{C35CAFBC-1FD5-AA40-8C23-02E504690762}" destId="{3676BC99-4927-684C-853F-36C3CD8490AD}" srcOrd="6" destOrd="0" presId="urn:microsoft.com/office/officeart/2005/8/layout/hProcess11"/>
    <dgm:cxn modelId="{66DCB9F9-1D5D-814F-91C2-18DE2B462D22}" type="presParOf" srcId="{3676BC99-4927-684C-853F-36C3CD8490AD}" destId="{30E55ED1-452E-8E4E-8E1B-0704E1F6B3C5}" srcOrd="0" destOrd="0" presId="urn:microsoft.com/office/officeart/2005/8/layout/hProcess11"/>
    <dgm:cxn modelId="{1D99A6E4-F4D3-0746-9EFB-6844809EA963}" type="presParOf" srcId="{3676BC99-4927-684C-853F-36C3CD8490AD}" destId="{9AF72B61-47BD-0C41-93DF-1D3EFB97D40E}" srcOrd="1" destOrd="0" presId="urn:microsoft.com/office/officeart/2005/8/layout/hProcess11"/>
    <dgm:cxn modelId="{F6F2B072-E253-A14C-B2A6-38659B7F3FCD}" type="presParOf" srcId="{3676BC99-4927-684C-853F-36C3CD8490AD}" destId="{532E94B6-A895-E242-BFDA-13826CBFF567}" srcOrd="2" destOrd="0" presId="urn:microsoft.com/office/officeart/2005/8/layout/hProcess11"/>
    <dgm:cxn modelId="{48FACE55-B994-9B4E-AB64-F5FE54D41EC5}" type="presParOf" srcId="{C35CAFBC-1FD5-AA40-8C23-02E504690762}" destId="{BAEC0EC1-12A7-8441-AA08-B9DBAAECEA13}" srcOrd="7" destOrd="0" presId="urn:microsoft.com/office/officeart/2005/8/layout/hProcess11"/>
    <dgm:cxn modelId="{DFE96C61-F818-9041-90B7-9079478C023D}" type="presParOf" srcId="{C35CAFBC-1FD5-AA40-8C23-02E504690762}" destId="{2F2E9EDC-0DE6-274A-9D27-20A47DED08B8}" srcOrd="8" destOrd="0" presId="urn:microsoft.com/office/officeart/2005/8/layout/hProcess11"/>
    <dgm:cxn modelId="{BC7D216D-1F69-8246-9FC1-76CB7DC83CE0}" type="presParOf" srcId="{2F2E9EDC-0DE6-274A-9D27-20A47DED08B8}" destId="{5A6A5F06-52E7-BB4C-B757-930F8572F5BA}" srcOrd="0" destOrd="0" presId="urn:microsoft.com/office/officeart/2005/8/layout/hProcess11"/>
    <dgm:cxn modelId="{AF670325-CC4D-084C-BD20-04740C5E9D8C}" type="presParOf" srcId="{2F2E9EDC-0DE6-274A-9D27-20A47DED08B8}" destId="{D42E69B9-3A96-B64F-A243-EF914D98A5D9}" srcOrd="1" destOrd="0" presId="urn:microsoft.com/office/officeart/2005/8/layout/hProcess11"/>
    <dgm:cxn modelId="{E8EF9539-1660-8440-A7A7-110C69F6CE5D}" type="presParOf" srcId="{2F2E9EDC-0DE6-274A-9D27-20A47DED08B8}" destId="{9B004BB5-BDA2-124F-86EF-42BB60176E78}" srcOrd="2" destOrd="0" presId="urn:microsoft.com/office/officeart/2005/8/layout/hProcess11"/>
    <dgm:cxn modelId="{15E538D1-B318-9345-8507-2AC2137D0EA4}" type="presParOf" srcId="{C35CAFBC-1FD5-AA40-8C23-02E504690762}" destId="{3E10F75E-0B66-7E4B-B938-A2DD47D24581}" srcOrd="9" destOrd="0" presId="urn:microsoft.com/office/officeart/2005/8/layout/hProcess11"/>
    <dgm:cxn modelId="{DE7ED6DD-B521-B542-833A-044D166B1234}" type="presParOf" srcId="{C35CAFBC-1FD5-AA40-8C23-02E504690762}" destId="{F81988D2-CF31-0748-B9DF-EFC3CD922F00}" srcOrd="10" destOrd="0" presId="urn:microsoft.com/office/officeart/2005/8/layout/hProcess11"/>
    <dgm:cxn modelId="{6E2D18D1-2294-134D-9CBA-460208D4F21E}" type="presParOf" srcId="{F81988D2-CF31-0748-B9DF-EFC3CD922F00}" destId="{B183C049-EFBE-7242-973D-6D857830733B}" srcOrd="0" destOrd="0" presId="urn:microsoft.com/office/officeart/2005/8/layout/hProcess11"/>
    <dgm:cxn modelId="{0017D639-067A-FF4C-B23F-EA49AC3FE4C4}" type="presParOf" srcId="{F81988D2-CF31-0748-B9DF-EFC3CD922F00}" destId="{647E0C18-FD54-0649-A6F9-1C49098F32E2}" srcOrd="1" destOrd="0" presId="urn:microsoft.com/office/officeart/2005/8/layout/hProcess11"/>
    <dgm:cxn modelId="{C7F7C361-7275-C24E-AE8B-CD9BE7E81C19}" type="presParOf" srcId="{F81988D2-CF31-0748-B9DF-EFC3CD922F00}" destId="{651A20BE-D03E-D448-98EB-668B9A6CA7F0}" srcOrd="2" destOrd="0" presId="urn:microsoft.com/office/officeart/2005/8/layout/hProcess11"/>
    <dgm:cxn modelId="{43F0BA66-6C3F-AE44-9A37-DBE127A52BD7}" type="presParOf" srcId="{C35CAFBC-1FD5-AA40-8C23-02E504690762}" destId="{CD7A8938-8B26-E945-AD75-32638EE4E906}" srcOrd="11" destOrd="0" presId="urn:microsoft.com/office/officeart/2005/8/layout/hProcess11"/>
    <dgm:cxn modelId="{C44627E2-CC89-CC48-902F-D97CD3358621}" type="presParOf" srcId="{C35CAFBC-1FD5-AA40-8C23-02E504690762}" destId="{B9A58F17-0FB5-7B40-A2D9-3937BA4A4AFC}" srcOrd="12" destOrd="0" presId="urn:microsoft.com/office/officeart/2005/8/layout/hProcess11"/>
    <dgm:cxn modelId="{1A780BC9-4A86-0547-B11A-CDED332BB0A6}" type="presParOf" srcId="{B9A58F17-0FB5-7B40-A2D9-3937BA4A4AFC}" destId="{25E66557-3491-1C49-999C-B9E27F1145DD}" srcOrd="0" destOrd="0" presId="urn:microsoft.com/office/officeart/2005/8/layout/hProcess11"/>
    <dgm:cxn modelId="{84700321-0DD5-3B44-B086-F7C1311C3BC5}" type="presParOf" srcId="{B9A58F17-0FB5-7B40-A2D9-3937BA4A4AFC}" destId="{9E03863F-C95F-7E48-9F4E-6C417F127C30}" srcOrd="1" destOrd="0" presId="urn:microsoft.com/office/officeart/2005/8/layout/hProcess11"/>
    <dgm:cxn modelId="{A945A103-4994-F84F-908B-598711B03D6A}" type="presParOf" srcId="{B9A58F17-0FB5-7B40-A2D9-3937BA4A4AFC}" destId="{3D2684BA-DBD8-AA40-9475-4287E894D942}" srcOrd="2" destOrd="0" presId="urn:microsoft.com/office/officeart/2005/8/layout/hProcess1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9F2A90E-6373-DF42-A6CD-049758145B1B}">
      <dsp:nvSpPr>
        <dsp:cNvPr id="0" name=""/>
        <dsp:cNvSpPr/>
      </dsp:nvSpPr>
      <dsp:spPr>
        <a:xfrm>
          <a:off x="0" y="1305401"/>
          <a:ext cx="10515600" cy="1740535"/>
        </a:xfrm>
        <a:prstGeom prst="notchedRightArrow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0D5F69F-8CA6-474F-892E-BB3B3A1F6DAE}">
      <dsp:nvSpPr>
        <dsp:cNvPr id="0" name=""/>
        <dsp:cNvSpPr/>
      </dsp:nvSpPr>
      <dsp:spPr>
        <a:xfrm>
          <a:off x="808" y="0"/>
          <a:ext cx="1296222" cy="17405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b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0" i="0" kern="1200">
              <a:latin typeface="Verdana" panose="020B0604030504040204" pitchFamily="34" charset="0"/>
            </a:rPr>
            <a:t>Plan</a:t>
          </a:r>
        </a:p>
      </dsp:txBody>
      <dsp:txXfrm>
        <a:off x="808" y="0"/>
        <a:ext cx="1296222" cy="1740535"/>
      </dsp:txXfrm>
    </dsp:sp>
    <dsp:sp modelId="{614091D0-FF01-2A41-8FEC-3CA9BD3D8F71}">
      <dsp:nvSpPr>
        <dsp:cNvPr id="0" name=""/>
        <dsp:cNvSpPr/>
      </dsp:nvSpPr>
      <dsp:spPr>
        <a:xfrm>
          <a:off x="431352" y="1958102"/>
          <a:ext cx="435133" cy="435133"/>
        </a:xfrm>
        <a:prstGeom prst="ellipse">
          <a:avLst/>
        </a:prstGeom>
        <a:solidFill>
          <a:schemeClr val="accent1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D3991B5-B402-E045-A922-12ECE6931B21}">
      <dsp:nvSpPr>
        <dsp:cNvPr id="0" name=""/>
        <dsp:cNvSpPr/>
      </dsp:nvSpPr>
      <dsp:spPr>
        <a:xfrm>
          <a:off x="1361842" y="2610802"/>
          <a:ext cx="1296222" cy="17405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0" i="0" kern="1200">
              <a:latin typeface="Verdana" panose="020B0604030504040204" pitchFamily="34" charset="0"/>
            </a:rPr>
            <a:t>Measure and collect data</a:t>
          </a:r>
        </a:p>
      </dsp:txBody>
      <dsp:txXfrm>
        <a:off x="1361842" y="2610802"/>
        <a:ext cx="1296222" cy="1740535"/>
      </dsp:txXfrm>
    </dsp:sp>
    <dsp:sp modelId="{8697F6B8-AD2D-8C48-9ABD-336C1BBEBBD7}">
      <dsp:nvSpPr>
        <dsp:cNvPr id="0" name=""/>
        <dsp:cNvSpPr/>
      </dsp:nvSpPr>
      <dsp:spPr>
        <a:xfrm>
          <a:off x="1792386" y="1958102"/>
          <a:ext cx="435133" cy="435133"/>
        </a:xfrm>
        <a:prstGeom prst="ellipse">
          <a:avLst/>
        </a:prstGeom>
        <a:solidFill>
          <a:schemeClr val="accent1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BF9B44D-426A-BD44-B22C-D096155871BB}">
      <dsp:nvSpPr>
        <dsp:cNvPr id="0" name=""/>
        <dsp:cNvSpPr/>
      </dsp:nvSpPr>
      <dsp:spPr>
        <a:xfrm>
          <a:off x="2722875" y="0"/>
          <a:ext cx="1296222" cy="17405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b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0" i="0" kern="1200">
              <a:latin typeface="Verdana" panose="020B0604030504040204" pitchFamily="34" charset="0"/>
            </a:rPr>
            <a:t>Develop baseline model</a:t>
          </a:r>
        </a:p>
      </dsp:txBody>
      <dsp:txXfrm>
        <a:off x="2722875" y="0"/>
        <a:ext cx="1296222" cy="1740535"/>
      </dsp:txXfrm>
    </dsp:sp>
    <dsp:sp modelId="{E8E86469-CAA0-6C48-AF04-F8E9680AC545}">
      <dsp:nvSpPr>
        <dsp:cNvPr id="0" name=""/>
        <dsp:cNvSpPr/>
      </dsp:nvSpPr>
      <dsp:spPr>
        <a:xfrm>
          <a:off x="3153419" y="1958102"/>
          <a:ext cx="435133" cy="435133"/>
        </a:xfrm>
        <a:prstGeom prst="ellipse">
          <a:avLst/>
        </a:prstGeom>
        <a:solidFill>
          <a:schemeClr val="accent1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0E55ED1-452E-8E4E-8E1B-0704E1F6B3C5}">
      <dsp:nvSpPr>
        <dsp:cNvPr id="0" name=""/>
        <dsp:cNvSpPr/>
      </dsp:nvSpPr>
      <dsp:spPr>
        <a:xfrm>
          <a:off x="4083908" y="2610802"/>
          <a:ext cx="1296222" cy="17405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0" i="0" kern="1200">
              <a:latin typeface="Verdana" panose="020B0604030504040204" pitchFamily="34" charset="0"/>
            </a:rPr>
            <a:t>Installation of ECM</a:t>
          </a:r>
        </a:p>
      </dsp:txBody>
      <dsp:txXfrm>
        <a:off x="4083908" y="2610802"/>
        <a:ext cx="1296222" cy="1740535"/>
      </dsp:txXfrm>
    </dsp:sp>
    <dsp:sp modelId="{9AF72B61-47BD-0C41-93DF-1D3EFB97D40E}">
      <dsp:nvSpPr>
        <dsp:cNvPr id="0" name=""/>
        <dsp:cNvSpPr/>
      </dsp:nvSpPr>
      <dsp:spPr>
        <a:xfrm>
          <a:off x="4514453" y="1958102"/>
          <a:ext cx="435133" cy="435133"/>
        </a:xfrm>
        <a:prstGeom prst="ellipse">
          <a:avLst/>
        </a:prstGeom>
        <a:solidFill>
          <a:schemeClr val="bg1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A6A5F06-52E7-BB4C-B757-930F8572F5BA}">
      <dsp:nvSpPr>
        <dsp:cNvPr id="0" name=""/>
        <dsp:cNvSpPr/>
      </dsp:nvSpPr>
      <dsp:spPr>
        <a:xfrm>
          <a:off x="5444942" y="0"/>
          <a:ext cx="1296222" cy="17405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b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0" i="0" kern="1200">
              <a:latin typeface="Verdana" panose="020B0604030504040204" pitchFamily="34" charset="0"/>
            </a:rPr>
            <a:t>Measure and collect data</a:t>
          </a:r>
        </a:p>
      </dsp:txBody>
      <dsp:txXfrm>
        <a:off x="5444942" y="0"/>
        <a:ext cx="1296222" cy="1740535"/>
      </dsp:txXfrm>
    </dsp:sp>
    <dsp:sp modelId="{D42E69B9-3A96-B64F-A243-EF914D98A5D9}">
      <dsp:nvSpPr>
        <dsp:cNvPr id="0" name=""/>
        <dsp:cNvSpPr/>
      </dsp:nvSpPr>
      <dsp:spPr>
        <a:xfrm>
          <a:off x="5875486" y="1958102"/>
          <a:ext cx="435133" cy="435133"/>
        </a:xfrm>
        <a:prstGeom prst="ellipse">
          <a:avLst/>
        </a:prstGeom>
        <a:solidFill>
          <a:schemeClr val="accent1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183C049-EFBE-7242-973D-6D857830733B}">
      <dsp:nvSpPr>
        <dsp:cNvPr id="0" name=""/>
        <dsp:cNvSpPr/>
      </dsp:nvSpPr>
      <dsp:spPr>
        <a:xfrm>
          <a:off x="6805975" y="2610802"/>
          <a:ext cx="1296222" cy="17405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0" i="0" kern="1200">
              <a:latin typeface="Verdana" panose="020B0604030504040204" pitchFamily="34" charset="0"/>
            </a:rPr>
            <a:t>Adjust baseline model</a:t>
          </a:r>
        </a:p>
      </dsp:txBody>
      <dsp:txXfrm>
        <a:off x="6805975" y="2610802"/>
        <a:ext cx="1296222" cy="1740535"/>
      </dsp:txXfrm>
    </dsp:sp>
    <dsp:sp modelId="{647E0C18-FD54-0649-A6F9-1C49098F32E2}">
      <dsp:nvSpPr>
        <dsp:cNvPr id="0" name=""/>
        <dsp:cNvSpPr/>
      </dsp:nvSpPr>
      <dsp:spPr>
        <a:xfrm>
          <a:off x="7236519" y="1958102"/>
          <a:ext cx="435133" cy="435133"/>
        </a:xfrm>
        <a:prstGeom prst="ellipse">
          <a:avLst/>
        </a:prstGeom>
        <a:solidFill>
          <a:schemeClr val="accent1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5E66557-3491-1C49-999C-B9E27F1145DD}">
      <dsp:nvSpPr>
        <dsp:cNvPr id="0" name=""/>
        <dsp:cNvSpPr/>
      </dsp:nvSpPr>
      <dsp:spPr>
        <a:xfrm>
          <a:off x="8167009" y="0"/>
          <a:ext cx="1296222" cy="17405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b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0" i="0" kern="1200">
              <a:latin typeface="Verdana" panose="020B0604030504040204" pitchFamily="34" charset="0"/>
            </a:rPr>
            <a:t>Report</a:t>
          </a:r>
        </a:p>
      </dsp:txBody>
      <dsp:txXfrm>
        <a:off x="8167009" y="0"/>
        <a:ext cx="1296222" cy="1740535"/>
      </dsp:txXfrm>
    </dsp:sp>
    <dsp:sp modelId="{9E03863F-C95F-7E48-9F4E-6C417F127C30}">
      <dsp:nvSpPr>
        <dsp:cNvPr id="0" name=""/>
        <dsp:cNvSpPr/>
      </dsp:nvSpPr>
      <dsp:spPr>
        <a:xfrm>
          <a:off x="8597553" y="1958102"/>
          <a:ext cx="435133" cy="435133"/>
        </a:xfrm>
        <a:prstGeom prst="ellipse">
          <a:avLst/>
        </a:prstGeom>
        <a:solidFill>
          <a:srgbClr val="F05D5E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Process11">
  <dgm:title val=""/>
  <dgm:desc val=""/>
  <dgm:catLst>
    <dgm:cat type="process" pri="8000"/>
    <dgm:cat type="convert" pri="14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1">
      <dgm:if name="Name2" func="var" arg="dir" op="equ" val="norm">
        <dgm:constrLst>
          <dgm:constr type="w" for="ch" forName="arrow" refType="w"/>
          <dgm:constr type="h" for="ch" forName="arrow" refType="h" fact="0.4"/>
          <dgm:constr type="ctrY" for="ch" forName="arrow" refType="h" fact="0.5"/>
          <dgm:constr type="l" for="ch" forName="arrow"/>
          <dgm:constr type="w" for="ch" forName="points" refType="w" fact="0.9"/>
          <dgm:constr type="h" for="ch" forName="points" refType="h"/>
          <dgm:constr type="t" for="ch" forName="points"/>
          <dgm:constr type="l" for="ch" forName="points"/>
        </dgm:constrLst>
      </dgm:if>
      <dgm:else name="Name3">
        <dgm:constrLst>
          <dgm:constr type="w" for="ch" forName="arrow" refType="w"/>
          <dgm:constr type="h" for="ch" forName="arrow" refType="h" fact="0.4"/>
          <dgm:constr type="ctrY" for="ch" forName="arrow" refType="h" fact="0.5"/>
          <dgm:constr type="r" for="ch" forName="arrow" refType="w"/>
          <dgm:constr type="w" for="ch" forName="points" refType="w" fact="0.9"/>
          <dgm:constr type="h" for="ch" forName="points" refType="h"/>
          <dgm:constr type="t" for="ch" forName="points"/>
          <dgm:constr type="r" for="ch" forName="points" refType="w"/>
        </dgm:constrLst>
      </dgm:else>
    </dgm:choose>
    <dgm:ruleLst/>
    <dgm:layoutNode name="arrow" styleLbl="bgShp">
      <dgm:alg type="sp"/>
      <dgm:choose name="Name4">
        <dgm:if name="Name5" func="var" arg="dir" op="equ" val="norm">
          <dgm:shape xmlns:r="http://schemas.openxmlformats.org/officeDocument/2006/relationships" type="notchedRightArrow" r:blip="">
            <dgm:adjLst/>
          </dgm:shape>
        </dgm:if>
        <dgm:else name="Name6">
          <dgm:shape xmlns:r="http://schemas.openxmlformats.org/officeDocument/2006/relationships" rot="180" type="notchedRightArrow" r:blip="">
            <dgm:adjLst/>
          </dgm:shape>
        </dgm:else>
      </dgm:choose>
      <dgm:presOf/>
      <dgm:constrLst/>
      <dgm:ruleLst/>
    </dgm:layoutNode>
    <dgm:layoutNode name="points">
      <dgm:choose name="Name7">
        <dgm:if name="Name8" func="var" arg="dir" op="equ" val="norm">
          <dgm:alg type="lin">
            <dgm:param type="linDir" val="fromL"/>
          </dgm:alg>
        </dgm:if>
        <dgm:else name="Name9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ositeA" refType="w"/>
        <dgm:constr type="h" for="ch" forName="compositeA" refType="h"/>
        <dgm:constr type="w" for="ch" forName="compositeB" refType="w" refFor="ch" refForName="compositeA" op="equ"/>
        <dgm:constr type="h" for="ch" forName="compositeB" refType="h" refFor="ch" refForName="compositeA" op="equ"/>
        <dgm:constr type="primFontSz" for="des" ptType="node" op="equ" val="65"/>
        <dgm:constr type="w" for="ch" forName="space" refType="w" refFor="ch" refForName="compositeA" op="equ" fact="0.05"/>
      </dgm:constrLst>
      <dgm:ruleLst/>
      <dgm:forEach name="Name10" axis="ch" ptType="node">
        <dgm:choose name="Name11">
          <dgm:if name="Name12" axis="self" ptType="node" func="posOdd" op="equ" val="1">
            <dgm:layoutNode name="compositeA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extA" refType="w"/>
                <dgm:constr type="h" for="ch" forName="textA" refType="h" fact="0.4"/>
                <dgm:constr type="t" for="ch" forName="textA"/>
                <dgm:constr type="l" for="ch" forName="textA"/>
                <dgm:constr type="h" for="ch" forName="circleA" refType="h" fact="0.1"/>
                <dgm:constr type="h" for="ch" forName="circleA" refType="w" op="lte"/>
                <dgm:constr type="w" for="ch" forName="circleA" refType="h" refFor="ch" refForName="circleA" op="equ"/>
                <dgm:constr type="ctrY" for="ch" forName="circleA" refType="h" fact="0.5"/>
                <dgm:constr type="ctrX" for="ch" forName="circleA" refType="w" refFor="ch" refForName="textA" fact="0.5"/>
                <dgm:constr type="w" for="ch" forName="spaceA" refType="w"/>
                <dgm:constr type="h" for="ch" forName="spaceA" refType="h" fact="0.4"/>
                <dgm:constr type="b" for="ch" forName="spaceA" refType="h"/>
                <dgm:constr type="l" for="ch" forName="spaceA"/>
              </dgm:constrLst>
              <dgm:ruleLst/>
              <dgm:layoutNode name="textA" styleLbl="revTx">
                <dgm:varLst>
                  <dgm:bulletEnabled val="1"/>
                </dgm:varLst>
                <dgm:alg type="tx">
                  <dgm:param type="txAnchorVert" val="b"/>
                  <dgm:param type="txAnchorVertCh" val="b"/>
                  <dgm:param type="txAnchorHorzCh" val="ctr"/>
                </dgm:alg>
                <dgm:shape xmlns:r="http://schemas.openxmlformats.org/officeDocument/2006/relationships" type="rect" r:blip="">
                  <dgm:adjLst/>
                </dgm:shape>
                <dgm:presOf axis="desOrSelf" ptType="node"/>
                <dgm:constrLst/>
                <dgm:ruleLst>
                  <dgm:rule type="primFontSz" val="5" fact="NaN" max="NaN"/>
                </dgm:ruleLst>
              </dgm:layoutNode>
              <dgm:layoutNode name="circleA">
                <dgm:alg type="sp"/>
                <dgm:shape xmlns:r="http://schemas.openxmlformats.org/officeDocument/2006/relationships" type="ellipse" r:blip="">
                  <dgm:adjLst/>
                </dgm:shape>
                <dgm:presOf/>
                <dgm:constrLst/>
                <dgm:ruleLst/>
              </dgm:layoutNode>
              <dgm:layoutNode name="spaceA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if>
          <dgm:else name="Name13">
            <dgm:layoutNode name="compositeB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extB" refType="w"/>
                <dgm:constr type="h" for="ch" forName="textB" refType="h" fact="0.4"/>
                <dgm:constr type="b" for="ch" forName="textB" refType="h"/>
                <dgm:constr type="l" for="ch" forName="textB"/>
                <dgm:constr type="h" for="ch" forName="circleB" refType="h" fact="0.1"/>
                <dgm:constr type="w" for="ch" forName="circleB" refType="h" refFor="ch" refForName="circleB" op="equ"/>
                <dgm:constr type="h" for="ch" forName="circleB" refType="w" op="lte"/>
                <dgm:constr type="ctrY" for="ch" forName="circleB" refType="h" fact="0.5"/>
                <dgm:constr type="ctrX" for="ch" forName="circleB" refType="w" refFor="ch" refForName="textB" fact="0.5"/>
                <dgm:constr type="w" for="ch" forName="spaceB" refType="w"/>
                <dgm:constr type="h" for="ch" forName="spaceB" refType="h" fact="0.4"/>
                <dgm:constr type="t" for="ch" forName="spaceB"/>
                <dgm:constr type="l" for="ch" forName="spaceB"/>
              </dgm:constrLst>
              <dgm:ruleLst/>
              <dgm:layoutNode name="textB" styleLbl="revTx">
                <dgm:varLst>
                  <dgm:bulletEnabled val="1"/>
                </dgm:varLst>
                <dgm:alg type="tx">
                  <dgm:param type="txAnchorVert" val="t"/>
                  <dgm:param type="txAnchorVertCh" val="t"/>
                  <dgm:param type="txAnchorHorzCh" val="ctr"/>
                </dgm:alg>
                <dgm:shape xmlns:r="http://schemas.openxmlformats.org/officeDocument/2006/relationships" type="rect" r:blip="">
                  <dgm:adjLst/>
                </dgm:shape>
                <dgm:presOf axis="desOrSelf" ptType="node"/>
                <dgm:constrLst/>
                <dgm:ruleLst>
                  <dgm:rule type="primFontSz" val="5" fact="NaN" max="NaN"/>
                </dgm:ruleLst>
              </dgm:layoutNode>
              <dgm:layoutNode name="circleB">
                <dgm:alg type="sp"/>
                <dgm:shape xmlns:r="http://schemas.openxmlformats.org/officeDocument/2006/relationships" type="ellipse" r:blip="">
                  <dgm:adjLst/>
                </dgm:shape>
                <dgm:presOf/>
                <dgm:constrLst/>
                <dgm:ruleLst/>
              </dgm:layoutNode>
              <dgm:layoutNode name="spaceB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else>
        </dgm:choose>
        <dgm:forEach name="Name14" axis="followSib" ptType="sibTrans" cnt="1">
          <dgm:layoutNode name="space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64AC3932-3886-AF3B-4577-2492C272072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628000" y="9120188"/>
            <a:ext cx="2542238" cy="48101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</a:rPr>
              <a:t>CMVP_v2.0_G_v1.1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099AACF-F874-6EBB-6E79-2DC0B8D9F23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143375" y="9120188"/>
            <a:ext cx="2542238" cy="48101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fld id="{6A0A43C9-0FE5-4E47-A9B5-EF746693113D}" type="slidenum">
              <a:rPr lang="en-US" smtClean="0">
                <a:latin typeface="Verdana" panose="020B0604030504040204" pitchFamily="34" charset="0"/>
                <a:ea typeface="Verdana" panose="020B0604030504040204" pitchFamily="34" charset="0"/>
              </a:rPr>
              <a:t>‹#›</a:t>
            </a:fld>
            <a:endParaRPr lang="en-US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47389152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69920" cy="481727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l">
              <a:defRPr sz="1300" b="0" i="0">
                <a:latin typeface="Verdana" panose="020B0604030504040204" pitchFamily="34" charset="0"/>
              </a:defRPr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587" y="0"/>
            <a:ext cx="3169920" cy="481727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r">
              <a:defRPr sz="1300" b="0" i="0">
                <a:latin typeface="Verdana" panose="020B0604030504040204" pitchFamily="34" charset="0"/>
              </a:defRPr>
            </a:lvl1pPr>
          </a:lstStyle>
          <a:p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77875" y="1200150"/>
            <a:ext cx="5759450" cy="32400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61" tIns="48331" rIns="96661" bIns="48331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520" y="4620578"/>
            <a:ext cx="5852160" cy="3240405"/>
          </a:xfrm>
          <a:prstGeom prst="rect">
            <a:avLst/>
          </a:prstGeom>
        </p:spPr>
        <p:txBody>
          <a:bodyPr vert="horz" lIns="96661" tIns="48331" rIns="96661" bIns="48331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119474"/>
            <a:ext cx="3169920" cy="481726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l">
              <a:defRPr sz="1300" b="0" i="0">
                <a:latin typeface="Verdana" panose="020B0604030504040204" pitchFamily="34" charset="0"/>
              </a:defRPr>
            </a:lvl1pPr>
          </a:lstStyle>
          <a:p>
            <a:r>
              <a:rPr lang="en-US"/>
              <a:t>CMVP_v2022.07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587" y="9119474"/>
            <a:ext cx="3169920" cy="481726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r">
              <a:defRPr sz="1300" b="0" i="0">
                <a:latin typeface="Verdana" panose="020B0604030504040204" pitchFamily="34" charset="0"/>
              </a:defRPr>
            </a:lvl1pPr>
          </a:lstStyle>
          <a:p>
            <a:fld id="{82869989-EB00-4EE7-BCB5-25BDC5BB29F8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8" name="Picture 7" descr="A picture containing clipart&#10;&#10;Description automatically generated">
            <a:extLst>
              <a:ext uri="{FF2B5EF4-FFF2-40B4-BE49-F238E27FC236}">
                <a16:creationId xmlns:a16="http://schemas.microsoft.com/office/drawing/2014/main" id="{282D8A7A-2763-924E-9D2B-562D2FA8E6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1961" y="8838448"/>
            <a:ext cx="1291278" cy="5620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3636149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b="0" i="0"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1pPr>
    <a:lvl2pPr marL="457200" algn="l" defTabSz="914400" rtl="0" eaLnBrk="1" latinLnBrk="0" hangingPunct="1">
      <a:defRPr sz="1200" b="0" i="0"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2pPr>
    <a:lvl3pPr marL="914400" algn="l" defTabSz="914400" rtl="0" eaLnBrk="1" latinLnBrk="0" hangingPunct="1">
      <a:defRPr sz="1200" b="0" i="0"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3pPr>
    <a:lvl4pPr marL="1371600" algn="l" defTabSz="914400" rtl="0" eaLnBrk="1" latinLnBrk="0" hangingPunct="1">
      <a:defRPr sz="1200" b="0" i="0"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4pPr>
    <a:lvl5pPr marL="1828800" algn="l" defTabSz="914400" rtl="0" eaLnBrk="1" latinLnBrk="0" hangingPunct="1">
      <a:defRPr sz="1200" b="0" i="0"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869989-EB00-4EE7-BCB5-25BDC5BB29F8}" type="slidenum">
              <a:rPr lang="en-US" smtClean="0"/>
              <a:t>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B0D312-81B8-02DF-5AC7-59B756AD686E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CMVP_v2022.07</a:t>
            </a:r>
          </a:p>
        </p:txBody>
      </p:sp>
    </p:spTree>
    <p:extLst>
      <p:ext uri="{BB962C8B-B14F-4D97-AF65-F5344CB8AC3E}">
        <p14:creationId xmlns:p14="http://schemas.microsoft.com/office/powerpoint/2010/main" val="294214654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869989-EB00-4EE7-BCB5-25BDC5BB29F8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94BF57-FFD6-D0F2-2909-32CE3B61C2A3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CMVP_v2022.07</a:t>
            </a:r>
          </a:p>
        </p:txBody>
      </p:sp>
    </p:spTree>
    <p:extLst>
      <p:ext uri="{BB962C8B-B14F-4D97-AF65-F5344CB8AC3E}">
        <p14:creationId xmlns:p14="http://schemas.microsoft.com/office/powerpoint/2010/main" val="289659770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Tariff or incentive for avoided costs.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869989-EB00-4EE7-BCB5-25BDC5BB29F8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2A3A74-5282-5F46-3D57-887883DFB6C9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CMVP_v2022.07</a:t>
            </a:r>
          </a:p>
        </p:txBody>
      </p:sp>
    </p:spTree>
    <p:extLst>
      <p:ext uri="{BB962C8B-B14F-4D97-AF65-F5344CB8AC3E}">
        <p14:creationId xmlns:p14="http://schemas.microsoft.com/office/powerpoint/2010/main" val="49540311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BAD0E5-EC9E-802C-D35D-51649BBD10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601FDA2-E51A-8832-6DA6-CA663A58796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8D26178-21BA-5F05-3C0B-8BE7BB5AE3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Tariff or incentive for avoided costs.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7BF33B-5BB3-24CC-2676-8E4FCBA4B9F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869989-EB00-4EE7-BCB5-25BDC5BB29F8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4EB8C7-7EA4-4CD3-7B61-C4F4CA7071B2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CMVP_v2022.07</a:t>
            </a:r>
          </a:p>
        </p:txBody>
      </p:sp>
    </p:spTree>
    <p:extLst>
      <p:ext uri="{BB962C8B-B14F-4D97-AF65-F5344CB8AC3E}">
        <p14:creationId xmlns:p14="http://schemas.microsoft.com/office/powerpoint/2010/main" val="259066990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https://</a:t>
            </a:r>
            <a:r>
              <a:rPr lang="en-US" err="1"/>
              <a:t>www.epa.gov</a:t>
            </a:r>
            <a:r>
              <a:rPr lang="en-US"/>
              <a:t>/</a:t>
            </a:r>
            <a:r>
              <a:rPr lang="en-US" err="1"/>
              <a:t>climateleadership</a:t>
            </a:r>
            <a:r>
              <a:rPr lang="en-US"/>
              <a:t>/scope-1-and-scope-2-inventory-guidance</a:t>
            </a:r>
          </a:p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CMVP_v2022.07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869989-EB00-4EE7-BCB5-25BDC5BB29F8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03446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CMVP_v2022.07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869989-EB00-4EE7-BCB5-25BDC5BB29F8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520285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982F1B-F54D-52B7-5CE5-0BE3B6C012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9FA444F-0681-939F-B757-B2449289C75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259A277-6DBD-06CD-ED6F-6EB5BC50F39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0CC853E-195C-0207-7789-FB7F6C779ED7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CMVP_v2022.07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5D1718-1699-BBD7-939B-90F015110EF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869989-EB00-4EE7-BCB5-25BDC5BB29F8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263063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869989-EB00-4EE7-BCB5-25BDC5BB29F8}" type="slidenum">
              <a:rPr lang="en-US" smtClean="0"/>
              <a:pPr/>
              <a:t>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5F5E07-59B2-5180-328C-857526A8CADE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CMVP_v2022.07</a:t>
            </a:r>
          </a:p>
        </p:txBody>
      </p:sp>
    </p:spTree>
    <p:extLst>
      <p:ext uri="{BB962C8B-B14F-4D97-AF65-F5344CB8AC3E}">
        <p14:creationId xmlns:p14="http://schemas.microsoft.com/office/powerpoint/2010/main" val="258256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gif"/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4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Master" Target="../slideMasters/slideMaster4.xml"/></Relationships>
</file>

<file path=ppt/slideLayouts/_rels/slideLayout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Master" Target="../slideMasters/slideMaster4.xml"/></Relationships>
</file>

<file path=ppt/slideLayouts/_rels/slideLayout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A4FCFE-E3AC-5A49-AB52-7B585736DA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 b="1" i="0">
                <a:latin typeface="Verdana" panose="020B060403050404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697D152-A22F-464C-9C1C-D6E70F476F8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 b="0" i="0">
                <a:latin typeface="Verdana" panose="020B060403050404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5647631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1F6187-F6B8-AC44-9D7A-A7C736DA53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4595E6-CE14-8942-9616-1BDD6E2368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772163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Picture 58">
            <a:extLst>
              <a:ext uri="{FF2B5EF4-FFF2-40B4-BE49-F238E27FC236}">
                <a16:creationId xmlns:a16="http://schemas.microsoft.com/office/drawing/2014/main" id="{9F4859F1-D5C7-EC48-BAD7-2B16180A042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241153"/>
            <a:ext cx="12192000" cy="161684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9F6F62F-6086-F647-B44F-19908D7E21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576263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C8EEF1-B00A-A645-A6F4-005FCEF7A5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3455988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985FC28C-C508-BD4C-8B9A-740C8339A1AA}"/>
              </a:ext>
            </a:extLst>
          </p:cNvPr>
          <p:cNvCxnSpPr>
            <a:cxnSpLocks/>
          </p:cNvCxnSpPr>
          <p:nvPr userDrawn="1"/>
        </p:nvCxnSpPr>
        <p:spPr>
          <a:xfrm>
            <a:off x="958362" y="4160700"/>
            <a:ext cx="10287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707095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88676D-77D7-1A45-91D1-8AFE417291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D03B8F-EF2D-A146-8C3E-22846C450B9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0346874-1196-5246-9CB9-C6D4A51F3B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642210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C50B00-05FE-0842-A0E8-9645A44F91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8C8197-8236-F04B-B69A-98FED6B50F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 i="0">
                <a:latin typeface="Verdana" panose="020B060403050404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053F859-F5F2-784C-8AC4-C56A71A1AC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9D932B1-DF26-154B-AA2F-44BD59F1786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 i="0">
                <a:latin typeface="Verdana" panose="020B060403050404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842E3E7-6451-0747-8809-DDE98E6B763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342560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2C3DF3-AC55-584C-B99A-A52890ABC8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8337725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658952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Fully-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431323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E1F94C-12C0-C24C-8F1B-DD7926C4D2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E066F4-7466-E245-A5E5-E8ED23FCB4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6478C06-B8C0-724A-882F-4C5FFDAFC5F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0772AB1D-AD15-EE40-B988-EBE8174638B8}"/>
              </a:ext>
            </a:extLst>
          </p:cNvPr>
          <p:cNvCxnSpPr/>
          <p:nvPr userDrawn="1"/>
        </p:nvCxnSpPr>
        <p:spPr>
          <a:xfrm>
            <a:off x="7923089" y="2895600"/>
            <a:ext cx="3659311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897223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A078D0-6ECA-8648-A088-378774872D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4102544-BA53-FD4E-8F5C-C6F86755C19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4DE78FC-C2BF-174C-BEB1-388D3807FEC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026911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>
            <a:normAutofit/>
          </a:bodyPr>
          <a:lstStyle>
            <a:lvl1pPr marL="0" indent="0">
              <a:buNone/>
              <a:defRPr sz="2000" b="1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>
            <a:normAutofit/>
          </a:bodyPr>
          <a:lstStyle>
            <a:lvl1pPr marL="0" indent="0">
              <a:buNone/>
              <a:defRPr sz="2000" b="1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3" name="Picture 12" descr="A picture containing clipart&#10;&#10;Description automatically generated">
            <a:extLst>
              <a:ext uri="{FF2B5EF4-FFF2-40B4-BE49-F238E27FC236}">
                <a16:creationId xmlns:a16="http://schemas.microsoft.com/office/drawing/2014/main" id="{6301F7A8-A7D0-17C1-1E8C-89853C42F61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76705" y="6246199"/>
            <a:ext cx="1119809" cy="495153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FE577E1-9FB8-6A42-1A0F-FC0798BE1FB3}"/>
              </a:ext>
            </a:extLst>
          </p:cNvPr>
          <p:cNvCxnSpPr>
            <a:cxnSpLocks/>
          </p:cNvCxnSpPr>
          <p:nvPr userDrawn="1"/>
        </p:nvCxnSpPr>
        <p:spPr>
          <a:xfrm>
            <a:off x="2232991" y="6488726"/>
            <a:ext cx="9120809" cy="0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FEF2BCEF-4B54-F240-35CA-EB6762DC313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233613" y="6181725"/>
            <a:ext cx="9120187" cy="306388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02725077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A4FCFE-E3AC-5A49-AB52-7B585736DA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 b="1" i="0"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697D152-A22F-464C-9C1C-D6E70F476F8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 b="0" i="0">
                <a:latin typeface="Verdana" panose="020B060403050404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7980183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1F6187-F6B8-AC44-9D7A-A7C736DA53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4595E6-CE14-8942-9616-1BDD6E2368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717837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Tit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3B4653C8-34A1-8DB5-99AB-DED32CB2C0D9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/>
        </p:blipFill>
        <p:spPr>
          <a:xfrm>
            <a:off x="1524" y="5241358"/>
            <a:ext cx="12188952" cy="1616642"/>
          </a:xfrm>
          <a:prstGeom prst="rect">
            <a:avLst/>
          </a:prstGeom>
        </p:spPr>
      </p:pic>
      <p:sp>
        <p:nvSpPr>
          <p:cNvPr id="16" name="Title 1">
            <a:extLst>
              <a:ext uri="{FF2B5EF4-FFF2-40B4-BE49-F238E27FC236}">
                <a16:creationId xmlns:a16="http://schemas.microsoft.com/office/drawing/2014/main" id="{54ED4429-F895-F294-C9A9-CF2485FB4D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58362" y="1573469"/>
            <a:ext cx="10286999" cy="2387600"/>
          </a:xfrm>
          <a:prstGeom prst="rect">
            <a:avLst/>
          </a:prstGeom>
        </p:spPr>
        <p:txBody>
          <a:bodyPr anchor="b"/>
          <a:lstStyle>
            <a:lvl1pPr algn="l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7" name="Subtitle 2">
            <a:extLst>
              <a:ext uri="{FF2B5EF4-FFF2-40B4-BE49-F238E27FC236}">
                <a16:creationId xmlns:a16="http://schemas.microsoft.com/office/drawing/2014/main" id="{0746AD0F-DA27-AA3E-CE83-FEBCA29ED78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58362" y="4360334"/>
            <a:ext cx="10286999" cy="897467"/>
          </a:xfrm>
        </p:spPr>
        <p:txBody>
          <a:bodyPr>
            <a:normAutofit/>
          </a:bodyPr>
          <a:lstStyle>
            <a:lvl1pPr marL="0" indent="0" algn="l">
              <a:buNone/>
              <a:defRPr sz="2000" b="0">
                <a:solidFill>
                  <a:srgbClr val="898989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492F9FCB-9A33-E0F6-81A4-B060E24B7C33}"/>
              </a:ext>
            </a:extLst>
          </p:cNvPr>
          <p:cNvCxnSpPr>
            <a:cxnSpLocks/>
          </p:cNvCxnSpPr>
          <p:nvPr/>
        </p:nvCxnSpPr>
        <p:spPr>
          <a:xfrm>
            <a:off x="958363" y="4160700"/>
            <a:ext cx="10287000" cy="0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8069737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88676D-77D7-1A45-91D1-8AFE417291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D03B8F-EF2D-A146-8C3E-22846C450B9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0346874-1196-5246-9CB9-C6D4A51F3B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5519841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C50B00-05FE-0842-A0E8-9645A44F91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8C8197-8236-F04B-B69A-98FED6B50F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 i="0"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053F859-F5F2-784C-8AC4-C56A71A1AC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9D932B1-DF26-154B-AA2F-44BD59F1786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 i="0"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842E3E7-6451-0747-8809-DDE98E6B763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267851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2C3DF3-AC55-584C-B99A-A52890ABC8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9937464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643306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Fully-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176152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E1F94C-12C0-C24C-8F1B-DD7926C4D2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E066F4-7466-E245-A5E5-E8ED23FCB4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>
                <a:latin typeface="+mn-lt"/>
              </a:defRPr>
            </a:lvl1pPr>
            <a:lvl2pPr>
              <a:defRPr sz="2800">
                <a:latin typeface="+mn-lt"/>
              </a:defRPr>
            </a:lvl2pPr>
            <a:lvl3pPr>
              <a:defRPr sz="2400">
                <a:latin typeface="+mn-lt"/>
              </a:defRPr>
            </a:lvl3pPr>
            <a:lvl4pPr>
              <a:defRPr sz="2000">
                <a:latin typeface="+mn-lt"/>
              </a:defRPr>
            </a:lvl4pPr>
            <a:lvl5pPr>
              <a:defRPr sz="2000">
                <a:latin typeface="+mn-lt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6478C06-B8C0-724A-882F-4C5FFDAFC5F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>
                <a:latin typeface="+mn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0772AB1D-AD15-EE40-B988-EBE8174638B8}"/>
              </a:ext>
            </a:extLst>
          </p:cNvPr>
          <p:cNvCxnSpPr/>
          <p:nvPr/>
        </p:nvCxnSpPr>
        <p:spPr>
          <a:xfrm>
            <a:off x="7923089" y="2895600"/>
            <a:ext cx="3659311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45575DB-02D9-E952-2213-315BDA88FD42}"/>
              </a:ext>
            </a:extLst>
          </p:cNvPr>
          <p:cNvCxnSpPr/>
          <p:nvPr userDrawn="1"/>
        </p:nvCxnSpPr>
        <p:spPr>
          <a:xfrm>
            <a:off x="7923089" y="2895600"/>
            <a:ext cx="3659311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513475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A078D0-6ECA-8648-A088-378774872D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4102544-BA53-FD4E-8F5C-C6F86755C19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>
                <a:latin typeface="+mn-lt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4DE78FC-C2BF-174C-BEB1-388D3807FEC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>
                <a:latin typeface="+mn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145279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>
            <a:normAutofit/>
          </a:bodyPr>
          <a:lstStyle>
            <a:lvl1pPr marL="0" indent="0">
              <a:buNone/>
              <a:defRPr sz="2000" b="1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>
            <a:normAutofit/>
          </a:bodyPr>
          <a:lstStyle>
            <a:lvl1pPr marL="0" indent="0">
              <a:buNone/>
              <a:defRPr sz="2000" b="1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3" name="Picture 12" descr="A picture containing clipart&#10;&#10;Description automatically generated">
            <a:extLst>
              <a:ext uri="{FF2B5EF4-FFF2-40B4-BE49-F238E27FC236}">
                <a16:creationId xmlns:a16="http://schemas.microsoft.com/office/drawing/2014/main" id="{6301F7A8-A7D0-17C1-1E8C-89853C42F6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705" y="6246199"/>
            <a:ext cx="1119809" cy="495153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FE577E1-9FB8-6A42-1A0F-FC0798BE1FB3}"/>
              </a:ext>
            </a:extLst>
          </p:cNvPr>
          <p:cNvCxnSpPr>
            <a:cxnSpLocks/>
          </p:cNvCxnSpPr>
          <p:nvPr/>
        </p:nvCxnSpPr>
        <p:spPr>
          <a:xfrm>
            <a:off x="2232991" y="6488726"/>
            <a:ext cx="9120809" cy="0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FEF2BCEF-4B54-F240-35CA-EB6762DC313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233613" y="6181725"/>
            <a:ext cx="9120187" cy="306388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7" name="Picture 6" descr="A picture containing clipart&#10;&#10;Description automatically generated">
            <a:extLst>
              <a:ext uri="{FF2B5EF4-FFF2-40B4-BE49-F238E27FC236}">
                <a16:creationId xmlns:a16="http://schemas.microsoft.com/office/drawing/2014/main" id="{C49ED7A3-C649-6235-DF9D-F3B16E3C813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76705" y="6246199"/>
            <a:ext cx="1119809" cy="495153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9CE07EE-50FE-474D-0F8E-5F992A7404BA}"/>
              </a:ext>
            </a:extLst>
          </p:cNvPr>
          <p:cNvCxnSpPr>
            <a:cxnSpLocks/>
          </p:cNvCxnSpPr>
          <p:nvPr userDrawn="1"/>
        </p:nvCxnSpPr>
        <p:spPr>
          <a:xfrm>
            <a:off x="2232991" y="6488726"/>
            <a:ext cx="9120809" cy="0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9444854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>
            <a:normAutofit/>
          </a:bodyPr>
          <a:lstStyle>
            <a:lvl1pPr marL="0" indent="0">
              <a:buNone/>
              <a:defRPr sz="2000" b="1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>
            <a:normAutofit/>
          </a:bodyPr>
          <a:lstStyle>
            <a:lvl1pPr marL="0" indent="0">
              <a:buNone/>
              <a:defRPr sz="2000" b="1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3" name="Picture 12" descr="A picture containing clipart&#10;&#10;Description automatically generated">
            <a:extLst>
              <a:ext uri="{FF2B5EF4-FFF2-40B4-BE49-F238E27FC236}">
                <a16:creationId xmlns:a16="http://schemas.microsoft.com/office/drawing/2014/main" id="{6301F7A8-A7D0-17C1-1E8C-89853C42F61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76705" y="6246199"/>
            <a:ext cx="1119809" cy="495153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FE577E1-9FB8-6A42-1A0F-FC0798BE1FB3}"/>
              </a:ext>
            </a:extLst>
          </p:cNvPr>
          <p:cNvCxnSpPr>
            <a:cxnSpLocks/>
          </p:cNvCxnSpPr>
          <p:nvPr userDrawn="1"/>
        </p:nvCxnSpPr>
        <p:spPr>
          <a:xfrm>
            <a:off x="2232991" y="6488726"/>
            <a:ext cx="9120809" cy="0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FEF2BCEF-4B54-F240-35CA-EB6762DC313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233613" y="6181725"/>
            <a:ext cx="9120187" cy="306388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6556408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60B08F-9BA6-F36A-B0D9-029AA4C226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284258"/>
            <a:ext cx="10515600" cy="1325563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1599266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D93B1B-427B-4952-82AE-60202DAD19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58361" y="1573469"/>
            <a:ext cx="10286999" cy="2387600"/>
          </a:xfrm>
        </p:spPr>
        <p:txBody>
          <a:bodyPr anchor="b"/>
          <a:lstStyle>
            <a:lvl1pPr algn="l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7303964-C8C6-AA7F-4B01-73CD18CA12C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58362" y="4360332"/>
            <a:ext cx="10286998" cy="897467"/>
          </a:xfrm>
        </p:spPr>
        <p:txBody>
          <a:bodyPr>
            <a:normAutofit/>
          </a:bodyPr>
          <a:lstStyle>
            <a:lvl1pPr marL="0" indent="0" algn="l">
              <a:buNone/>
              <a:defRPr sz="2000" b="0">
                <a:solidFill>
                  <a:srgbClr val="898989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8" name="Picture 7" descr="A screenshot of a computer&#10;&#10;Description automatically generated with medium confidence">
            <a:extLst>
              <a:ext uri="{FF2B5EF4-FFF2-40B4-BE49-F238E27FC236}">
                <a16:creationId xmlns:a16="http://schemas.microsoft.com/office/drawing/2014/main" id="{36028D5E-48DB-E431-5A76-631B89710B9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241153"/>
            <a:ext cx="12192000" cy="1616847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3D4D6E7-D4E4-72C3-4120-84A91FF37BD3}"/>
              </a:ext>
            </a:extLst>
          </p:cNvPr>
          <p:cNvCxnSpPr>
            <a:cxnSpLocks/>
          </p:cNvCxnSpPr>
          <p:nvPr userDrawn="1"/>
        </p:nvCxnSpPr>
        <p:spPr>
          <a:xfrm>
            <a:off x="958362" y="4160700"/>
            <a:ext cx="10287000" cy="0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660067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D04872-5D78-0FCC-711A-523CD3A03A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6442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pic>
        <p:nvPicPr>
          <p:cNvPr id="7" name="Picture 6" descr="A picture containing clipart&#10;&#10;Description automatically generated">
            <a:extLst>
              <a:ext uri="{FF2B5EF4-FFF2-40B4-BE49-F238E27FC236}">
                <a16:creationId xmlns:a16="http://schemas.microsoft.com/office/drawing/2014/main" id="{300D264E-B52D-083B-DDD1-A235CBA447B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76705" y="6246199"/>
            <a:ext cx="1119809" cy="495153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76F52A1-6E6E-F21A-3811-A193D1D93F4C}"/>
              </a:ext>
            </a:extLst>
          </p:cNvPr>
          <p:cNvCxnSpPr>
            <a:cxnSpLocks/>
          </p:cNvCxnSpPr>
          <p:nvPr userDrawn="1"/>
        </p:nvCxnSpPr>
        <p:spPr>
          <a:xfrm>
            <a:off x="2232991" y="6488726"/>
            <a:ext cx="9120809" cy="0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BEA586E-8A46-1697-3026-716DEAC586D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233613" y="6181725"/>
            <a:ext cx="9120187" cy="306388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52C8A555-1706-5637-0DCF-42D6F9346F99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834621" y="1028935"/>
            <a:ext cx="5259391" cy="2400065"/>
          </a:xfrm>
        </p:spPr>
        <p:txBody>
          <a:bodyPr/>
          <a:lstStyle/>
          <a:p>
            <a:endParaRPr lang="en-US"/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A15DAA1B-DA05-AF85-ED79-730185EDE2B1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34620" y="3429000"/>
            <a:ext cx="5259391" cy="2407939"/>
          </a:xfrm>
        </p:spPr>
        <p:txBody>
          <a:bodyPr/>
          <a:lstStyle/>
          <a:p>
            <a:endParaRPr lang="en-US"/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932A95C9-5605-F23D-2E6D-18A350D72D1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094409" y="1029548"/>
            <a:ext cx="5259391" cy="2407939"/>
          </a:xfrm>
        </p:spPr>
        <p:txBody>
          <a:bodyPr/>
          <a:lstStyle/>
          <a:p>
            <a:endParaRPr lang="en-US"/>
          </a:p>
        </p:txBody>
      </p:sp>
      <p:sp>
        <p:nvSpPr>
          <p:cNvPr id="14" name="Picture Placeholder 4">
            <a:extLst>
              <a:ext uri="{FF2B5EF4-FFF2-40B4-BE49-F238E27FC236}">
                <a16:creationId xmlns:a16="http://schemas.microsoft.com/office/drawing/2014/main" id="{56FF05F1-D24D-C72C-AF1C-85FE33CA6D91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094011" y="3429000"/>
            <a:ext cx="5259391" cy="2407939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81656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-Images-T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D04872-5D78-0FCC-711A-523CD3A03A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9813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682A5C-B66D-F1CF-7B6F-D6B17B516A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572539"/>
            <a:ext cx="10515600" cy="2604423"/>
          </a:xfrm>
        </p:spPr>
        <p:txBody>
          <a:bodyPr tIns="2286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pic>
        <p:nvPicPr>
          <p:cNvPr id="7" name="Picture 6" descr="A picture containing clipart&#10;&#10;Description automatically generated">
            <a:extLst>
              <a:ext uri="{FF2B5EF4-FFF2-40B4-BE49-F238E27FC236}">
                <a16:creationId xmlns:a16="http://schemas.microsoft.com/office/drawing/2014/main" id="{300D264E-B52D-083B-DDD1-A235CBA447B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76705" y="6246199"/>
            <a:ext cx="1119809" cy="495153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76F52A1-6E6E-F21A-3811-A193D1D93F4C}"/>
              </a:ext>
            </a:extLst>
          </p:cNvPr>
          <p:cNvCxnSpPr>
            <a:cxnSpLocks/>
          </p:cNvCxnSpPr>
          <p:nvPr userDrawn="1"/>
        </p:nvCxnSpPr>
        <p:spPr>
          <a:xfrm>
            <a:off x="2232991" y="6488726"/>
            <a:ext cx="9120809" cy="0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BEA586E-8A46-1697-3026-716DEAC586D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233613" y="6181725"/>
            <a:ext cx="9120187" cy="306388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C8D6E386-D8BA-D64A-058C-0CBA3881C59B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838200" y="1063256"/>
            <a:ext cx="5257800" cy="2508619"/>
          </a:xfrm>
        </p:spPr>
        <p:txBody>
          <a:bodyPr/>
          <a:lstStyle/>
          <a:p>
            <a:endParaRPr lang="en-US"/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0ED7FFD3-1A10-2363-6DD7-943533E03150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096000" y="1068019"/>
            <a:ext cx="5257800" cy="2499093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73663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-Heavy Swoop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D04872-5D78-0FCC-711A-523CD3A03A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891805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682A5C-B66D-F1CF-7B6F-D6B17B516A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8918050" cy="4351338"/>
          </a:xfrm>
        </p:spPr>
        <p:txBody>
          <a:bodyPr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7" name="Picture 6" descr="A picture containing clipart&#10;&#10;Description automatically generated">
            <a:extLst>
              <a:ext uri="{FF2B5EF4-FFF2-40B4-BE49-F238E27FC236}">
                <a16:creationId xmlns:a16="http://schemas.microsoft.com/office/drawing/2014/main" id="{300D264E-B52D-083B-DDD1-A235CBA447B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76705" y="6246199"/>
            <a:ext cx="1119809" cy="495153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76F52A1-6E6E-F21A-3811-A193D1D93F4C}"/>
              </a:ext>
            </a:extLst>
          </p:cNvPr>
          <p:cNvCxnSpPr>
            <a:cxnSpLocks/>
          </p:cNvCxnSpPr>
          <p:nvPr userDrawn="1"/>
        </p:nvCxnSpPr>
        <p:spPr>
          <a:xfrm>
            <a:off x="2232991" y="6488726"/>
            <a:ext cx="7523259" cy="0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Picture 15" descr="A picture containing text&#10;&#10;Description automatically generated">
            <a:extLst>
              <a:ext uri="{FF2B5EF4-FFF2-40B4-BE49-F238E27FC236}">
                <a16:creationId xmlns:a16="http://schemas.microsoft.com/office/drawing/2014/main" id="{160E74C2-3127-E8CF-4918-164FEC8F7D4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7681544" y="2347548"/>
            <a:ext cx="6858000" cy="2156088"/>
          </a:xfrm>
          <a:prstGeom prst="rect">
            <a:avLst/>
          </a:prstGeom>
        </p:spPr>
      </p:pic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86AA31C8-0E72-B9CC-4EDD-96355D3017D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0090206" y="1611"/>
            <a:ext cx="2098380" cy="6852981"/>
          </a:xfrm>
          <a:custGeom>
            <a:avLst/>
            <a:gdLst>
              <a:gd name="connsiteX0" fmla="*/ 56634 w 1503235"/>
              <a:gd name="connsiteY0" fmla="*/ 0 h 6852981"/>
              <a:gd name="connsiteX1" fmla="*/ 1503235 w 1503235"/>
              <a:gd name="connsiteY1" fmla="*/ 0 h 6852981"/>
              <a:gd name="connsiteX2" fmla="*/ 1503235 w 1503235"/>
              <a:gd name="connsiteY2" fmla="*/ 6852981 h 6852981"/>
              <a:gd name="connsiteX3" fmla="*/ 645860 w 1503235"/>
              <a:gd name="connsiteY3" fmla="*/ 6850473 h 6852981"/>
              <a:gd name="connsiteX4" fmla="*/ 58942 w 1503235"/>
              <a:gd name="connsiteY4" fmla="*/ 3178158 h 6852981"/>
              <a:gd name="connsiteX5" fmla="*/ 56634 w 1503235"/>
              <a:gd name="connsiteY5" fmla="*/ 0 h 68529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03235" h="6852981">
                <a:moveTo>
                  <a:pt x="56634" y="0"/>
                </a:moveTo>
                <a:lnTo>
                  <a:pt x="1503235" y="0"/>
                </a:lnTo>
                <a:lnTo>
                  <a:pt x="1503235" y="6852981"/>
                </a:lnTo>
                <a:lnTo>
                  <a:pt x="645860" y="6850473"/>
                </a:lnTo>
                <a:cubicBezTo>
                  <a:pt x="389952" y="5820167"/>
                  <a:pt x="162339" y="4584273"/>
                  <a:pt x="58942" y="3178158"/>
                </a:cubicBezTo>
                <a:cubicBezTo>
                  <a:pt x="-27949" y="1997097"/>
                  <a:pt x="-10190" y="927359"/>
                  <a:pt x="56634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116CF9A6-C7BC-B26A-AF92-4B1D0341030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233613" y="6181725"/>
            <a:ext cx="7522637" cy="306388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960881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8CC704-EDAD-4714-1BCE-6A9024D6E2C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690689"/>
            <a:ext cx="5181600" cy="4373228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C3D63D1-B6F8-0EC2-FC6F-011DFCF5B1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690689"/>
            <a:ext cx="5181600" cy="4373228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8" name="Picture 7" descr="A picture containing clipart&#10;&#10;Description automatically generated">
            <a:extLst>
              <a:ext uri="{FF2B5EF4-FFF2-40B4-BE49-F238E27FC236}">
                <a16:creationId xmlns:a16="http://schemas.microsoft.com/office/drawing/2014/main" id="{609B6BFE-E691-89AD-4C91-86A211ED4C2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76705" y="6246199"/>
            <a:ext cx="1119809" cy="495153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52DA9E68-AAA7-4FD1-4ACF-A9E2C05297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BF6F8C83-DA6C-9D74-DB7C-F33D17024F88}"/>
              </a:ext>
            </a:extLst>
          </p:cNvPr>
          <p:cNvCxnSpPr>
            <a:cxnSpLocks/>
          </p:cNvCxnSpPr>
          <p:nvPr userDrawn="1"/>
        </p:nvCxnSpPr>
        <p:spPr>
          <a:xfrm>
            <a:off x="2232991" y="6488726"/>
            <a:ext cx="9120809" cy="0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51C6D4C-DF41-8656-E66B-E27FA092EA7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233613" y="6181725"/>
            <a:ext cx="9120187" cy="306388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079111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692CD7-2872-55FB-9A85-F5F5E3F7A1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6"/>
            <a:ext cx="10515600" cy="1016974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4EF065-F4A6-A9AF-220D-6B0AFF176C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403797"/>
            <a:ext cx="5157787" cy="662070"/>
          </a:xfrm>
        </p:spPr>
        <p:txBody>
          <a:bodyPr anchor="b"/>
          <a:lstStyle>
            <a:lvl1pPr marL="0" indent="0">
              <a:buNone/>
              <a:defRPr sz="2400" b="0">
                <a:solidFill>
                  <a:srgbClr val="898989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EA04EFB-41BC-9218-6F89-AE3FB427B9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065867"/>
            <a:ext cx="5157787" cy="384643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0253455-7029-147A-61AB-25BA398DD8A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403797"/>
            <a:ext cx="5183188" cy="662070"/>
          </a:xfrm>
        </p:spPr>
        <p:txBody>
          <a:bodyPr anchor="b"/>
          <a:lstStyle>
            <a:lvl1pPr marL="0" indent="0">
              <a:buNone/>
              <a:defRPr sz="2400" b="0" i="0">
                <a:solidFill>
                  <a:srgbClr val="898989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7D96CBB-5D01-3987-470C-1A7FCC38DB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087564"/>
            <a:ext cx="5183188" cy="382473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0" name="Picture 9" descr="A picture containing clipart&#10;&#10;Description automatically generated">
            <a:extLst>
              <a:ext uri="{FF2B5EF4-FFF2-40B4-BE49-F238E27FC236}">
                <a16:creationId xmlns:a16="http://schemas.microsoft.com/office/drawing/2014/main" id="{DD0812C0-7373-E99F-5460-E09A85290A1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76705" y="6246199"/>
            <a:ext cx="1119809" cy="495153"/>
          </a:xfrm>
          <a:prstGeom prst="rect">
            <a:avLst/>
          </a:prstGeo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D268754-B97E-FC72-F68A-60310D509A7E}"/>
              </a:ext>
            </a:extLst>
          </p:cNvPr>
          <p:cNvCxnSpPr>
            <a:cxnSpLocks/>
          </p:cNvCxnSpPr>
          <p:nvPr userDrawn="1"/>
        </p:nvCxnSpPr>
        <p:spPr>
          <a:xfrm>
            <a:off x="2232991" y="6488726"/>
            <a:ext cx="9120809" cy="0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6BDA3658-DCCD-5826-B876-EFD9A557D85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233613" y="6181725"/>
            <a:ext cx="9120187" cy="306388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8400320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24549A-74FA-128E-775E-E77CA78ADD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pic>
        <p:nvPicPr>
          <p:cNvPr id="6" name="Picture 5" descr="A picture containing clipart&#10;&#10;Description automatically generated">
            <a:extLst>
              <a:ext uri="{FF2B5EF4-FFF2-40B4-BE49-F238E27FC236}">
                <a16:creationId xmlns:a16="http://schemas.microsoft.com/office/drawing/2014/main" id="{E13FE51B-15E2-8B93-8643-6207770DA43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76705" y="6246199"/>
            <a:ext cx="1119809" cy="495153"/>
          </a:xfrm>
          <a:prstGeom prst="rect">
            <a:avLst/>
          </a:prstGeom>
        </p:spPr>
      </p:pic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EC78B7C8-8363-300B-388E-47F442A6CC14}"/>
              </a:ext>
            </a:extLst>
          </p:cNvPr>
          <p:cNvCxnSpPr>
            <a:cxnSpLocks/>
          </p:cNvCxnSpPr>
          <p:nvPr userDrawn="1"/>
        </p:nvCxnSpPr>
        <p:spPr>
          <a:xfrm>
            <a:off x="2232991" y="6488726"/>
            <a:ext cx="9120809" cy="0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5F9140F1-3E50-ED16-0F6D-CF6A042F70F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233613" y="6181725"/>
            <a:ext cx="9120187" cy="306388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638185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Image-Text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picture containing clipart&#10;&#10;Description automatically generated">
            <a:extLst>
              <a:ext uri="{FF2B5EF4-FFF2-40B4-BE49-F238E27FC236}">
                <a16:creationId xmlns:a16="http://schemas.microsoft.com/office/drawing/2014/main" id="{E13FE51B-15E2-8B93-8643-6207770DA43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76705" y="6246199"/>
            <a:ext cx="1119809" cy="495153"/>
          </a:xfrm>
          <a:prstGeom prst="rect">
            <a:avLst/>
          </a:prstGeom>
        </p:spPr>
      </p:pic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6EE1DC80-828E-6A9C-8F1A-0CBE68FBD85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38200" y="1022460"/>
            <a:ext cx="3251662" cy="2262187"/>
          </a:xfrm>
        </p:spPr>
        <p:txBody>
          <a:bodyPr/>
          <a:lstStyle/>
          <a:p>
            <a:endParaRPr lang="en-US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4DA79FBF-8B91-A687-78FA-EFAE1C3A19E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8199" y="3284647"/>
            <a:ext cx="3251661" cy="2419241"/>
          </a:xfrm>
        </p:spPr>
        <p:txBody>
          <a:bodyPr tIns="228600" bIns="45720">
            <a:normAutofit/>
          </a:bodyPr>
          <a:lstStyle>
            <a:lvl1pPr marL="0" indent="0">
              <a:buNone/>
              <a:defRPr sz="1600"/>
            </a:lvl1pPr>
            <a:lvl2pPr marL="742950" indent="-285750">
              <a:buFont typeface="Arial" panose="020B0604020202020204" pitchFamily="34" charset="0"/>
              <a:buChar char="•"/>
              <a:defRPr sz="1400"/>
            </a:lvl2pPr>
            <a:lvl3pPr marL="1200150" indent="-285750">
              <a:buFont typeface="Arial" panose="020B0604020202020204" pitchFamily="34" charset="0"/>
              <a:buChar char="•"/>
              <a:defRPr sz="14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5" name="Picture Placeholder 3">
            <a:extLst>
              <a:ext uri="{FF2B5EF4-FFF2-40B4-BE49-F238E27FC236}">
                <a16:creationId xmlns:a16="http://schemas.microsoft.com/office/drawing/2014/main" id="{C79C3993-1A7B-1600-3BFC-25565510181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102138" y="1022460"/>
            <a:ext cx="3251662" cy="2262187"/>
          </a:xfrm>
        </p:spPr>
        <p:txBody>
          <a:bodyPr/>
          <a:lstStyle/>
          <a:p>
            <a:endParaRPr lang="en-US"/>
          </a:p>
        </p:txBody>
      </p:sp>
      <p:sp>
        <p:nvSpPr>
          <p:cNvPr id="16" name="Text Placeholder 9">
            <a:extLst>
              <a:ext uri="{FF2B5EF4-FFF2-40B4-BE49-F238E27FC236}">
                <a16:creationId xmlns:a16="http://schemas.microsoft.com/office/drawing/2014/main" id="{5B53C4B3-D449-5543-7867-C2372D3A0D6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102137" y="3284647"/>
            <a:ext cx="3251661" cy="2419241"/>
          </a:xfrm>
        </p:spPr>
        <p:txBody>
          <a:bodyPr tIns="228600" bIns="45720">
            <a:normAutofit/>
          </a:bodyPr>
          <a:lstStyle>
            <a:lvl1pPr marL="0" indent="0">
              <a:buNone/>
              <a:defRPr sz="1600"/>
            </a:lvl1pPr>
            <a:lvl2pPr>
              <a:defRPr sz="1400"/>
            </a:lvl2pPr>
            <a:lvl3pPr>
              <a:defRPr sz="14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7" name="Picture Placeholder 3">
            <a:extLst>
              <a:ext uri="{FF2B5EF4-FFF2-40B4-BE49-F238E27FC236}">
                <a16:creationId xmlns:a16="http://schemas.microsoft.com/office/drawing/2014/main" id="{F011ED4E-3C7D-C1FC-B6FB-1B2743BB9310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4470166" y="1022460"/>
            <a:ext cx="3251662" cy="2262187"/>
          </a:xfrm>
        </p:spPr>
        <p:txBody>
          <a:bodyPr/>
          <a:lstStyle/>
          <a:p>
            <a:endParaRPr lang="en-US"/>
          </a:p>
        </p:txBody>
      </p:sp>
      <p:sp>
        <p:nvSpPr>
          <p:cNvPr id="18" name="Text Placeholder 9">
            <a:extLst>
              <a:ext uri="{FF2B5EF4-FFF2-40B4-BE49-F238E27FC236}">
                <a16:creationId xmlns:a16="http://schemas.microsoft.com/office/drawing/2014/main" id="{620B54E1-F126-7688-986D-67DBA659B6A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470165" y="3284647"/>
            <a:ext cx="3251661" cy="2419241"/>
          </a:xfrm>
        </p:spPr>
        <p:txBody>
          <a:bodyPr tIns="228600" bIns="45720">
            <a:normAutofit/>
          </a:bodyPr>
          <a:lstStyle>
            <a:lvl1pPr marL="0" indent="0">
              <a:buNone/>
              <a:defRPr sz="1600"/>
            </a:lvl1pPr>
            <a:lvl2pPr>
              <a:defRPr sz="1400"/>
            </a:lvl2pPr>
            <a:lvl3pPr>
              <a:defRPr sz="14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08A4121E-B38A-CF28-38D0-313AEC7A59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81883"/>
            <a:ext cx="10515600" cy="740577"/>
          </a:xfrm>
        </p:spPr>
        <p:txBody>
          <a:bodyPr wrap="square" bIns="182880">
            <a:normAutofit/>
          </a:bodyPr>
          <a:lstStyle>
            <a:lvl1pPr>
              <a:defRPr sz="3400"/>
            </a:lvl1pPr>
          </a:lstStyle>
          <a:p>
            <a:r>
              <a:rPr lang="en-US"/>
              <a:t>Click to edit Master title style</a:t>
            </a: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932CE4B7-8E05-3FCE-DA71-6007B2B869D4}"/>
              </a:ext>
            </a:extLst>
          </p:cNvPr>
          <p:cNvCxnSpPr>
            <a:cxnSpLocks/>
          </p:cNvCxnSpPr>
          <p:nvPr userDrawn="1"/>
        </p:nvCxnSpPr>
        <p:spPr>
          <a:xfrm>
            <a:off x="2232991" y="6488726"/>
            <a:ext cx="9120809" cy="0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B70F523C-BCE7-529C-51A6-A6B9A8A06C0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2233613" y="6181725"/>
            <a:ext cx="9120187" cy="306388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8669680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Image-Cap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picture containing clipart&#10;&#10;Description automatically generated">
            <a:extLst>
              <a:ext uri="{FF2B5EF4-FFF2-40B4-BE49-F238E27FC236}">
                <a16:creationId xmlns:a16="http://schemas.microsoft.com/office/drawing/2014/main" id="{E13FE51B-15E2-8B93-8643-6207770DA43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76705" y="6246199"/>
            <a:ext cx="1119809" cy="495153"/>
          </a:xfrm>
          <a:prstGeom prst="rect">
            <a:avLst/>
          </a:prstGeom>
        </p:spPr>
      </p:pic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6EE1DC80-828E-6A9C-8F1A-0CBE68FBD85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36611" y="1537847"/>
            <a:ext cx="3459155" cy="3456432"/>
          </a:xfrm>
        </p:spPr>
        <p:txBody>
          <a:bodyPr/>
          <a:lstStyle/>
          <a:p>
            <a:endParaRPr lang="en-US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4DA79FBF-8B91-A687-78FA-EFAE1C3A19E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6609" y="4994279"/>
            <a:ext cx="3459155" cy="640818"/>
          </a:xfrm>
        </p:spPr>
        <p:txBody>
          <a:bodyPr tIns="228600" bIns="45720">
            <a:normAutofit/>
          </a:bodyPr>
          <a:lstStyle>
            <a:lvl1pPr marL="0" indent="0">
              <a:buNone/>
              <a:defRPr sz="1600"/>
            </a:lvl1pPr>
            <a:lvl2pPr marL="742950" indent="-285750">
              <a:buFont typeface="Arial" panose="020B0604020202020204" pitchFamily="34" charset="0"/>
              <a:buChar char="•"/>
              <a:defRPr sz="1400"/>
            </a:lvl2pPr>
            <a:lvl3pPr marL="1200150" indent="-285750">
              <a:buFont typeface="Arial" panose="020B0604020202020204" pitchFamily="34" charset="0"/>
              <a:buChar char="•"/>
              <a:defRPr sz="1400"/>
            </a:lvl3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08A4121E-B38A-CF28-38D0-313AEC7A59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81883"/>
            <a:ext cx="10515600" cy="740577"/>
          </a:xfrm>
        </p:spPr>
        <p:txBody>
          <a:bodyPr wrap="square" bIns="182880">
            <a:normAutofit/>
          </a:bodyPr>
          <a:lstStyle>
            <a:lvl1pPr>
              <a:defRPr sz="3400"/>
            </a:lvl1pPr>
          </a:lstStyle>
          <a:p>
            <a:r>
              <a:rPr lang="en-US"/>
              <a:t>Click to edit Master title style</a:t>
            </a: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932CE4B7-8E05-3FCE-DA71-6007B2B869D4}"/>
              </a:ext>
            </a:extLst>
          </p:cNvPr>
          <p:cNvCxnSpPr>
            <a:cxnSpLocks/>
          </p:cNvCxnSpPr>
          <p:nvPr userDrawn="1"/>
        </p:nvCxnSpPr>
        <p:spPr>
          <a:xfrm>
            <a:off x="2232991" y="6488726"/>
            <a:ext cx="9120809" cy="0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B70F523C-BCE7-529C-51A6-A6B9A8A06C0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2233613" y="6181725"/>
            <a:ext cx="9120187" cy="306388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Picture Placeholder 3">
            <a:extLst>
              <a:ext uri="{FF2B5EF4-FFF2-40B4-BE49-F238E27FC236}">
                <a16:creationId xmlns:a16="http://schemas.microsoft.com/office/drawing/2014/main" id="{3FA4BA4A-A73F-3143-C1F1-47B555C36AD2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4365628" y="1537847"/>
            <a:ext cx="3459155" cy="3456432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34841F7F-FA2F-E60F-9887-F584B637EB70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7894645" y="1537847"/>
            <a:ext cx="3459155" cy="3456432"/>
          </a:xfrm>
        </p:spPr>
        <p:txBody>
          <a:bodyPr/>
          <a:lstStyle/>
          <a:p>
            <a:endParaRPr lang="en-US"/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FC94224B-95BE-84E5-884D-6A84F0D8B918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4365628" y="4994279"/>
            <a:ext cx="3459155" cy="640818"/>
          </a:xfrm>
        </p:spPr>
        <p:txBody>
          <a:bodyPr tIns="228600" bIns="45720">
            <a:normAutofit/>
          </a:bodyPr>
          <a:lstStyle>
            <a:lvl1pPr marL="0" indent="0">
              <a:buNone/>
              <a:defRPr sz="1600"/>
            </a:lvl1pPr>
            <a:lvl2pPr marL="742950" indent="-285750">
              <a:buFont typeface="Arial" panose="020B0604020202020204" pitchFamily="34" charset="0"/>
              <a:buChar char="•"/>
              <a:defRPr sz="1400"/>
            </a:lvl2pPr>
            <a:lvl3pPr marL="1200150" indent="-285750">
              <a:buFont typeface="Arial" panose="020B0604020202020204" pitchFamily="34" charset="0"/>
              <a:buChar char="•"/>
              <a:defRPr sz="1400"/>
            </a:lvl3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9">
            <a:extLst>
              <a:ext uri="{FF2B5EF4-FFF2-40B4-BE49-F238E27FC236}">
                <a16:creationId xmlns:a16="http://schemas.microsoft.com/office/drawing/2014/main" id="{19D8B6C2-A903-A23D-B848-7FF26692CD47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7894645" y="4994279"/>
            <a:ext cx="3459155" cy="640818"/>
          </a:xfrm>
        </p:spPr>
        <p:txBody>
          <a:bodyPr tIns="228600" bIns="45720">
            <a:normAutofit/>
          </a:bodyPr>
          <a:lstStyle>
            <a:lvl1pPr marL="0" indent="0">
              <a:buNone/>
              <a:defRPr sz="1600"/>
            </a:lvl1pPr>
            <a:lvl2pPr marL="742950" indent="-285750">
              <a:buFont typeface="Arial" panose="020B0604020202020204" pitchFamily="34" charset="0"/>
              <a:buChar char="•"/>
              <a:defRPr sz="1400"/>
            </a:lvl2pPr>
            <a:lvl3pPr marL="1200150" indent="-285750">
              <a:buFont typeface="Arial" panose="020B0604020202020204" pitchFamily="34" charset="0"/>
              <a:buChar char="•"/>
              <a:defRPr sz="1400"/>
            </a:lvl3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828760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Image-Text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24549A-74FA-128E-775E-E77CA78ADD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81883"/>
            <a:ext cx="10515600" cy="740577"/>
          </a:xfrm>
        </p:spPr>
        <p:txBody>
          <a:bodyPr wrap="square" bIns="182880"/>
          <a:lstStyle/>
          <a:p>
            <a:r>
              <a:rPr lang="en-US"/>
              <a:t>Click to edit Master title style</a:t>
            </a:r>
          </a:p>
        </p:txBody>
      </p:sp>
      <p:pic>
        <p:nvPicPr>
          <p:cNvPr id="6" name="Picture 5" descr="A picture containing clipart&#10;&#10;Description automatically generated">
            <a:extLst>
              <a:ext uri="{FF2B5EF4-FFF2-40B4-BE49-F238E27FC236}">
                <a16:creationId xmlns:a16="http://schemas.microsoft.com/office/drawing/2014/main" id="{E13FE51B-15E2-8B93-8643-6207770DA43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76705" y="6246199"/>
            <a:ext cx="1119809" cy="495153"/>
          </a:xfrm>
          <a:prstGeom prst="rect">
            <a:avLst/>
          </a:prstGeom>
        </p:spPr>
      </p:pic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6EE1DC80-828E-6A9C-8F1A-0CBE68FBD85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38200" y="1022460"/>
            <a:ext cx="4911436" cy="2262187"/>
          </a:xfrm>
        </p:spPr>
        <p:txBody>
          <a:bodyPr/>
          <a:lstStyle/>
          <a:p>
            <a:endParaRPr lang="en-US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4DA79FBF-8B91-A687-78FA-EFAE1C3A19E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8200" y="3284647"/>
            <a:ext cx="4911436" cy="2419241"/>
          </a:xfrm>
        </p:spPr>
        <p:txBody>
          <a:bodyPr tIns="228600">
            <a:normAutofit/>
          </a:bodyPr>
          <a:lstStyle>
            <a:lvl1pPr marL="0" indent="0">
              <a:buNone/>
              <a:defRPr sz="1800"/>
            </a:lvl1pPr>
            <a:lvl2pPr marL="742950" indent="-285750">
              <a:buFont typeface="Arial" panose="020B0604020202020204" pitchFamily="34" charset="0"/>
              <a:buChar char="•"/>
              <a:defRPr sz="1600"/>
            </a:lvl2pPr>
            <a:lvl3pPr marL="1200150" indent="-285750">
              <a:buFont typeface="Arial" panose="020B0604020202020204" pitchFamily="34" charset="0"/>
              <a:buChar char="•"/>
              <a:defRPr sz="16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5" name="Picture Placeholder 3">
            <a:extLst>
              <a:ext uri="{FF2B5EF4-FFF2-40B4-BE49-F238E27FC236}">
                <a16:creationId xmlns:a16="http://schemas.microsoft.com/office/drawing/2014/main" id="{C79C3993-1A7B-1600-3BFC-25565510181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442364" y="1022460"/>
            <a:ext cx="4911436" cy="2262187"/>
          </a:xfrm>
        </p:spPr>
        <p:txBody>
          <a:bodyPr/>
          <a:lstStyle/>
          <a:p>
            <a:endParaRPr lang="en-US"/>
          </a:p>
        </p:txBody>
      </p:sp>
      <p:sp>
        <p:nvSpPr>
          <p:cNvPr id="16" name="Text Placeholder 9">
            <a:extLst>
              <a:ext uri="{FF2B5EF4-FFF2-40B4-BE49-F238E27FC236}">
                <a16:creationId xmlns:a16="http://schemas.microsoft.com/office/drawing/2014/main" id="{5B53C4B3-D449-5543-7867-C2372D3A0D6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442361" y="3284647"/>
            <a:ext cx="4911437" cy="2419241"/>
          </a:xfrm>
        </p:spPr>
        <p:txBody>
          <a:bodyPr tIns="228600">
            <a:normAutofit/>
          </a:bodyPr>
          <a:lstStyle>
            <a:lvl1pPr marL="0" indent="0">
              <a:buNone/>
              <a:defRPr sz="1800"/>
            </a:lvl1pPr>
            <a:lvl2pPr>
              <a:defRPr sz="1600"/>
            </a:lvl2pPr>
            <a:lvl3pPr>
              <a:defRPr sz="16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72687E30-A7A9-328E-5509-110085809C30}"/>
              </a:ext>
            </a:extLst>
          </p:cNvPr>
          <p:cNvCxnSpPr>
            <a:cxnSpLocks/>
          </p:cNvCxnSpPr>
          <p:nvPr userDrawn="1"/>
        </p:nvCxnSpPr>
        <p:spPr>
          <a:xfrm>
            <a:off x="2232991" y="6488726"/>
            <a:ext cx="9120809" cy="0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C8961F9F-8B61-6C21-9C24-7CF2D216A7F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233613" y="6181725"/>
            <a:ext cx="9120187" cy="306388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8641998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-Column Alternativ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24549A-74FA-128E-775E-E77CA78ADD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81883"/>
            <a:ext cx="10515600" cy="740577"/>
          </a:xfrm>
        </p:spPr>
        <p:txBody>
          <a:bodyPr wrap="square" bIns="182880"/>
          <a:lstStyle/>
          <a:p>
            <a:r>
              <a:rPr lang="en-US"/>
              <a:t>Click to edit Master title style</a:t>
            </a:r>
          </a:p>
        </p:txBody>
      </p:sp>
      <p:pic>
        <p:nvPicPr>
          <p:cNvPr id="6" name="Picture 5" descr="A picture containing clipart&#10;&#10;Description automatically generated">
            <a:extLst>
              <a:ext uri="{FF2B5EF4-FFF2-40B4-BE49-F238E27FC236}">
                <a16:creationId xmlns:a16="http://schemas.microsoft.com/office/drawing/2014/main" id="{E13FE51B-15E2-8B93-8643-6207770DA43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76705" y="6246199"/>
            <a:ext cx="1119809" cy="495153"/>
          </a:xfrm>
          <a:prstGeom prst="rect">
            <a:avLst/>
          </a:prstGeom>
        </p:spPr>
      </p:pic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EFFBA75C-EE70-1C71-6D32-2BBC4A266795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5749637" y="1022350"/>
            <a:ext cx="5604164" cy="4681538"/>
          </a:xfrm>
        </p:spPr>
        <p:txBody>
          <a:bodyPr lIns="2286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6EE1DC80-828E-6A9C-8F1A-0CBE68FBD85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38200" y="1022460"/>
            <a:ext cx="4911436" cy="2262187"/>
          </a:xfrm>
        </p:spPr>
        <p:txBody>
          <a:bodyPr/>
          <a:lstStyle/>
          <a:p>
            <a:endParaRPr lang="en-US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4DA79FBF-8B91-A687-78FA-EFAE1C3A19E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8200" y="3284647"/>
            <a:ext cx="4911436" cy="2419241"/>
          </a:xfrm>
        </p:spPr>
        <p:txBody>
          <a:bodyPr tIns="228600">
            <a:normAutofit/>
          </a:bodyPr>
          <a:lstStyle>
            <a:lvl1pPr marL="0" indent="0">
              <a:buNone/>
              <a:defRPr sz="1800"/>
            </a:lvl1pPr>
            <a:lvl2pPr marL="742950" indent="-285750">
              <a:buFont typeface="Arial" panose="020B0604020202020204" pitchFamily="34" charset="0"/>
              <a:buChar char="•"/>
              <a:defRPr sz="1600"/>
            </a:lvl2pPr>
            <a:lvl3pPr marL="914400" indent="0">
              <a:buFont typeface="Arial" panose="020B0604020202020204" pitchFamily="34" charset="0"/>
              <a:buNone/>
              <a:defRPr sz="16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72687E30-A7A9-328E-5509-110085809C30}"/>
              </a:ext>
            </a:extLst>
          </p:cNvPr>
          <p:cNvCxnSpPr>
            <a:cxnSpLocks/>
          </p:cNvCxnSpPr>
          <p:nvPr userDrawn="1"/>
        </p:nvCxnSpPr>
        <p:spPr>
          <a:xfrm>
            <a:off x="2232991" y="6488726"/>
            <a:ext cx="9120809" cy="0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C8961F9F-8B61-6C21-9C24-7CF2D216A7F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233613" y="6181725"/>
            <a:ext cx="9120187" cy="306388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6794997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-Column Alternative (Invers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24549A-74FA-128E-775E-E77CA78ADD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81883"/>
            <a:ext cx="10515600" cy="740577"/>
          </a:xfrm>
        </p:spPr>
        <p:txBody>
          <a:bodyPr wrap="square" bIns="182880"/>
          <a:lstStyle/>
          <a:p>
            <a:r>
              <a:rPr lang="en-US"/>
              <a:t>Click to edit Master title style</a:t>
            </a:r>
          </a:p>
        </p:txBody>
      </p:sp>
      <p:pic>
        <p:nvPicPr>
          <p:cNvPr id="6" name="Picture 5" descr="A picture containing clipart&#10;&#10;Description automatically generated">
            <a:extLst>
              <a:ext uri="{FF2B5EF4-FFF2-40B4-BE49-F238E27FC236}">
                <a16:creationId xmlns:a16="http://schemas.microsoft.com/office/drawing/2014/main" id="{E13FE51B-15E2-8B93-8643-6207770DA43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76705" y="6246199"/>
            <a:ext cx="1119809" cy="495153"/>
          </a:xfrm>
          <a:prstGeom prst="rect">
            <a:avLst/>
          </a:prstGeom>
        </p:spPr>
      </p:pic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EFFBA75C-EE70-1C71-6D32-2BBC4A266795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838200" y="1022350"/>
            <a:ext cx="5604164" cy="4681538"/>
          </a:xfrm>
        </p:spPr>
        <p:txBody>
          <a:bodyPr lIns="91440" rIns="2286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6EE1DC80-828E-6A9C-8F1A-0CBE68FBD85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442364" y="1021737"/>
            <a:ext cx="4911436" cy="2262187"/>
          </a:xfrm>
        </p:spPr>
        <p:txBody>
          <a:bodyPr/>
          <a:lstStyle/>
          <a:p>
            <a:endParaRPr lang="en-US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4DA79FBF-8B91-A687-78FA-EFAE1C3A19E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442364" y="3311851"/>
            <a:ext cx="4911436" cy="2392038"/>
          </a:xfrm>
        </p:spPr>
        <p:txBody>
          <a:bodyPr tIns="228600">
            <a:normAutofit/>
          </a:bodyPr>
          <a:lstStyle>
            <a:lvl1pPr marL="0" indent="0">
              <a:buNone/>
              <a:defRPr sz="1800"/>
            </a:lvl1pPr>
            <a:lvl2pPr marL="742950" indent="-285750">
              <a:buFont typeface="Arial" panose="020B0604020202020204" pitchFamily="34" charset="0"/>
              <a:buChar char="•"/>
              <a:defRPr sz="1600"/>
            </a:lvl2pPr>
            <a:lvl3pPr marL="914400" indent="0">
              <a:buFont typeface="Arial" panose="020B0604020202020204" pitchFamily="34" charset="0"/>
              <a:buNone/>
              <a:defRPr sz="16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72687E30-A7A9-328E-5509-110085809C30}"/>
              </a:ext>
            </a:extLst>
          </p:cNvPr>
          <p:cNvCxnSpPr>
            <a:cxnSpLocks/>
          </p:cNvCxnSpPr>
          <p:nvPr userDrawn="1"/>
        </p:nvCxnSpPr>
        <p:spPr>
          <a:xfrm>
            <a:off x="2232991" y="6488726"/>
            <a:ext cx="9120809" cy="0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C8961F9F-8B61-6C21-9C24-7CF2D216A7F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233613" y="6181725"/>
            <a:ext cx="9120187" cy="306388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2596459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w Fra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icture Placeholder 19">
            <a:extLst>
              <a:ext uri="{FF2B5EF4-FFF2-40B4-BE49-F238E27FC236}">
                <a16:creationId xmlns:a16="http://schemas.microsoft.com/office/drawing/2014/main" id="{7E64B68C-19BD-94A4-BCA6-5C231578DBE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-25928"/>
            <a:ext cx="12192000" cy="5339537"/>
          </a:xfrm>
          <a:custGeom>
            <a:avLst/>
            <a:gdLst>
              <a:gd name="connsiteX0" fmla="*/ 0 w 12192000"/>
              <a:gd name="connsiteY0" fmla="*/ 0 h 5339537"/>
              <a:gd name="connsiteX1" fmla="*/ 12192000 w 12192000"/>
              <a:gd name="connsiteY1" fmla="*/ 0 h 5339537"/>
              <a:gd name="connsiteX2" fmla="*/ 12192000 w 12192000"/>
              <a:gd name="connsiteY2" fmla="*/ 4286547 h 5339537"/>
              <a:gd name="connsiteX3" fmla="*/ 6541940 w 12192000"/>
              <a:gd name="connsiteY3" fmla="*/ 4290650 h 5339537"/>
              <a:gd name="connsiteX4" fmla="*/ 13378 w 12192000"/>
              <a:gd name="connsiteY4" fmla="*/ 5334060 h 5339537"/>
              <a:gd name="connsiteX5" fmla="*/ 13373 w 12192000"/>
              <a:gd name="connsiteY5" fmla="*/ 5335896 h 5339537"/>
              <a:gd name="connsiteX6" fmla="*/ 0 w 12192000"/>
              <a:gd name="connsiteY6" fmla="*/ 5339537 h 53395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5339537">
                <a:moveTo>
                  <a:pt x="0" y="0"/>
                </a:moveTo>
                <a:lnTo>
                  <a:pt x="12192000" y="0"/>
                </a:lnTo>
                <a:lnTo>
                  <a:pt x="12192000" y="4286547"/>
                </a:lnTo>
                <a:cubicBezTo>
                  <a:pt x="10543360" y="4167749"/>
                  <a:pt x="8641604" y="4136176"/>
                  <a:pt x="6541940" y="4290650"/>
                </a:cubicBezTo>
                <a:cubicBezTo>
                  <a:pt x="4042179" y="4474466"/>
                  <a:pt x="1845032" y="4879112"/>
                  <a:pt x="13378" y="5334060"/>
                </a:cubicBezTo>
                <a:lnTo>
                  <a:pt x="13373" y="5335896"/>
                </a:lnTo>
                <a:lnTo>
                  <a:pt x="0" y="5339537"/>
                </a:lnTo>
                <a:close/>
              </a:path>
            </a:pathLst>
          </a:cu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 wrap="square">
            <a:noAutofit/>
          </a:bodyPr>
          <a:lstStyle/>
          <a:p>
            <a:endParaRPr lang="en-US"/>
          </a:p>
        </p:txBody>
      </p:sp>
      <p:pic>
        <p:nvPicPr>
          <p:cNvPr id="11" name="Picture 10" descr="A picture containing text&#10;&#10;Description automatically generated">
            <a:extLst>
              <a:ext uri="{FF2B5EF4-FFF2-40B4-BE49-F238E27FC236}">
                <a16:creationId xmlns:a16="http://schemas.microsoft.com/office/drawing/2014/main" id="{2D5A594F-EE9B-015D-CFCD-15DF4937DF3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7150" y="4147098"/>
            <a:ext cx="12306300" cy="2773451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8D648E24-F46E-01DE-04C1-967015ACA3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0" y="6010669"/>
            <a:ext cx="6096000" cy="847331"/>
          </a:xfrm>
        </p:spPr>
        <p:txBody>
          <a:bodyPr lIns="91440" tIns="91440" rIns="91440" bIns="91440" anchor="b"/>
          <a:lstStyle>
            <a:lvl1pPr algn="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2124627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plas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6563C9E9-3ED8-F67B-0E27-68B34624858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11684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0150FD-1749-6B32-C4E2-45BA3F46BA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640080"/>
            <a:ext cx="3932237" cy="1069975"/>
          </a:xfrm>
        </p:spPr>
        <p:txBody>
          <a:bodyPr anchor="t">
            <a:normAutofit/>
          </a:bodyPr>
          <a:lstStyle>
            <a:lvl1pPr>
              <a:defRPr sz="3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734D65-B365-95EE-54FD-870A0D8A91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640080"/>
            <a:ext cx="6172200" cy="487362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B4B2F56-2B0D-0EF4-56CD-C05932CCA9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1735455"/>
            <a:ext cx="3932237" cy="3811588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8" name="Picture 7" descr="A picture containing clipart&#10;&#10;Description automatically generated">
            <a:extLst>
              <a:ext uri="{FF2B5EF4-FFF2-40B4-BE49-F238E27FC236}">
                <a16:creationId xmlns:a16="http://schemas.microsoft.com/office/drawing/2014/main" id="{BB5AD11E-7CA2-195A-3AED-D4EA18A7CBF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76705" y="6246199"/>
            <a:ext cx="1119809" cy="495153"/>
          </a:xfrm>
          <a:prstGeom prst="rect">
            <a:avLst/>
          </a:prstGeom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8B7F537-9B65-DFA6-B015-6F9405446053}"/>
              </a:ext>
            </a:extLst>
          </p:cNvPr>
          <p:cNvCxnSpPr>
            <a:cxnSpLocks/>
          </p:cNvCxnSpPr>
          <p:nvPr userDrawn="1"/>
        </p:nvCxnSpPr>
        <p:spPr>
          <a:xfrm>
            <a:off x="2232991" y="6488726"/>
            <a:ext cx="9120809" cy="0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26790AD-ED52-1F38-55AF-266155ED0CF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233613" y="6181725"/>
            <a:ext cx="9120187" cy="306388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0145596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39ED91-2D10-3C13-53AF-C0D31F5836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40080"/>
            <a:ext cx="4343400" cy="1069975"/>
          </a:xfrm>
        </p:spPr>
        <p:txBody>
          <a:bodyPr rIns="228600" anchor="t">
            <a:normAutofit/>
          </a:bodyPr>
          <a:lstStyle>
            <a:lvl1pPr>
              <a:defRPr sz="3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916A08B-B3AD-575A-A2E4-C242AB7047D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1600" y="640080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C097DD4-C389-6B3A-DFA1-D237B5C4E46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8200" y="1714553"/>
            <a:ext cx="4343400" cy="3811588"/>
          </a:xfrm>
        </p:spPr>
        <p:txBody>
          <a:bodyPr rIns="228600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8" name="Picture 7" descr="A picture containing clipart&#10;&#10;Description automatically generated">
            <a:extLst>
              <a:ext uri="{FF2B5EF4-FFF2-40B4-BE49-F238E27FC236}">
                <a16:creationId xmlns:a16="http://schemas.microsoft.com/office/drawing/2014/main" id="{666E9DC7-4E55-131A-5A51-4CCFC9B2591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76705" y="6246199"/>
            <a:ext cx="1119809" cy="495153"/>
          </a:xfrm>
          <a:prstGeom prst="rect">
            <a:avLst/>
          </a:prstGeom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318EBA64-C577-6D2A-2089-5D4B26D9FD27}"/>
              </a:ext>
            </a:extLst>
          </p:cNvPr>
          <p:cNvCxnSpPr>
            <a:cxnSpLocks/>
          </p:cNvCxnSpPr>
          <p:nvPr userDrawn="1"/>
        </p:nvCxnSpPr>
        <p:spPr>
          <a:xfrm>
            <a:off x="2232991" y="6488726"/>
            <a:ext cx="9120809" cy="0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74958A6-E09D-E372-1B47-93CBA0788A7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233613" y="6181725"/>
            <a:ext cx="9120187" cy="306388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8368012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Pictures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39ED91-2D10-3C13-53AF-C0D31F5836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640080"/>
            <a:ext cx="5257799" cy="1069975"/>
          </a:xfrm>
        </p:spPr>
        <p:txBody>
          <a:bodyPr rIns="228600" anchor="t">
            <a:normAutofit/>
          </a:bodyPr>
          <a:lstStyle>
            <a:lvl1pPr>
              <a:defRPr sz="3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916A08B-B3AD-575A-A2E4-C242AB7047D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096000" y="640081"/>
            <a:ext cx="5257800" cy="242316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C097DD4-C389-6B3A-DFA1-D237B5C4E46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8199" y="1714553"/>
            <a:ext cx="5257799" cy="3811588"/>
          </a:xfrm>
        </p:spPr>
        <p:txBody>
          <a:bodyPr rIns="228600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8" name="Picture 7" descr="A picture containing clipart&#10;&#10;Description automatically generated">
            <a:extLst>
              <a:ext uri="{FF2B5EF4-FFF2-40B4-BE49-F238E27FC236}">
                <a16:creationId xmlns:a16="http://schemas.microsoft.com/office/drawing/2014/main" id="{666E9DC7-4E55-131A-5A51-4CCFC9B2591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76705" y="6246199"/>
            <a:ext cx="1119809" cy="495153"/>
          </a:xfrm>
          <a:prstGeom prst="rect">
            <a:avLst/>
          </a:prstGeom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318EBA64-C577-6D2A-2089-5D4B26D9FD27}"/>
              </a:ext>
            </a:extLst>
          </p:cNvPr>
          <p:cNvCxnSpPr>
            <a:cxnSpLocks/>
          </p:cNvCxnSpPr>
          <p:nvPr userDrawn="1"/>
        </p:nvCxnSpPr>
        <p:spPr>
          <a:xfrm>
            <a:off x="2232991" y="6488726"/>
            <a:ext cx="9120809" cy="0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74958A6-E09D-E372-1B47-93CBA0788A7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233613" y="6181725"/>
            <a:ext cx="9120187" cy="306388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Picture Placeholder 2">
            <a:extLst>
              <a:ext uri="{FF2B5EF4-FFF2-40B4-BE49-F238E27FC236}">
                <a16:creationId xmlns:a16="http://schemas.microsoft.com/office/drawing/2014/main" id="{E82FCC31-BC93-90AB-AF4D-96D2AAC1DC24}"/>
              </a:ext>
            </a:extLst>
          </p:cNvPr>
          <p:cNvSpPr>
            <a:spLocks noGrp="1"/>
          </p:cNvSpPr>
          <p:nvPr>
            <p:ph type="pic" idx="11"/>
          </p:nvPr>
        </p:nvSpPr>
        <p:spPr>
          <a:xfrm>
            <a:off x="6096000" y="3102981"/>
            <a:ext cx="5257800" cy="242316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28638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 (Invers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39ED91-2D10-3C13-53AF-C0D31F5836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10400" y="640080"/>
            <a:ext cx="4343400" cy="1069975"/>
          </a:xfrm>
        </p:spPr>
        <p:txBody>
          <a:bodyPr lIns="228600" rIns="91440" anchor="t">
            <a:normAutofit/>
          </a:bodyPr>
          <a:lstStyle>
            <a:lvl1pPr>
              <a:defRPr sz="3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916A08B-B3AD-575A-A2E4-C242AB7047D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836614" y="640080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C097DD4-C389-6B3A-DFA1-D237B5C4E46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08814" y="1706086"/>
            <a:ext cx="4343400" cy="3811588"/>
          </a:xfrm>
        </p:spPr>
        <p:txBody>
          <a:bodyPr lIns="228600" rIns="91440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8" name="Picture 7" descr="A picture containing clipart&#10;&#10;Description automatically generated">
            <a:extLst>
              <a:ext uri="{FF2B5EF4-FFF2-40B4-BE49-F238E27FC236}">
                <a16:creationId xmlns:a16="http://schemas.microsoft.com/office/drawing/2014/main" id="{666E9DC7-4E55-131A-5A51-4CCFC9B2591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76705" y="6246199"/>
            <a:ext cx="1119809" cy="495153"/>
          </a:xfrm>
          <a:prstGeom prst="rect">
            <a:avLst/>
          </a:prstGeom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8CC310E-4748-C5E8-AE54-7AC1A2994018}"/>
              </a:ext>
            </a:extLst>
          </p:cNvPr>
          <p:cNvCxnSpPr>
            <a:cxnSpLocks/>
          </p:cNvCxnSpPr>
          <p:nvPr userDrawn="1"/>
        </p:nvCxnSpPr>
        <p:spPr>
          <a:xfrm>
            <a:off x="2232991" y="6488726"/>
            <a:ext cx="9120809" cy="0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E1EF47C-843F-BE5E-8F02-5DE1A2AC11B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233613" y="6181725"/>
            <a:ext cx="9120187" cy="306388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898162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lternative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916A08B-B3AD-575A-A2E4-C242AB7047D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1600" y="1710055"/>
            <a:ext cx="6172200" cy="3803651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C097DD4-C389-6B3A-DFA1-D237B5C4E46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8200" y="1710056"/>
            <a:ext cx="4341812" cy="3811588"/>
          </a:xfrm>
        </p:spPr>
        <p:txBody>
          <a:bodyPr rIns="228600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8" name="Picture 7" descr="A picture containing clipart&#10;&#10;Description automatically generated">
            <a:extLst>
              <a:ext uri="{FF2B5EF4-FFF2-40B4-BE49-F238E27FC236}">
                <a16:creationId xmlns:a16="http://schemas.microsoft.com/office/drawing/2014/main" id="{666E9DC7-4E55-131A-5A51-4CCFC9B2591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76705" y="6246199"/>
            <a:ext cx="1119809" cy="495153"/>
          </a:xfrm>
          <a:prstGeom prst="rect">
            <a:avLst/>
          </a:prstGeom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42FA145-7884-663E-2FD6-F146DBF165AD}"/>
              </a:ext>
            </a:extLst>
          </p:cNvPr>
          <p:cNvCxnSpPr>
            <a:cxnSpLocks/>
          </p:cNvCxnSpPr>
          <p:nvPr userDrawn="1"/>
        </p:nvCxnSpPr>
        <p:spPr>
          <a:xfrm>
            <a:off x="2232991" y="6488726"/>
            <a:ext cx="9120809" cy="0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E442B31-B535-5FE2-2BC5-880EDD26FEF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233613" y="6181725"/>
            <a:ext cx="9120187" cy="306388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19A7D85F-FFE4-4A07-245F-FEBB3A5BB9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2590839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lternative Picture with Caption (Invers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916A08B-B3AD-575A-A2E4-C242AB7047D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838197" y="1717992"/>
            <a:ext cx="6172200" cy="3803651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C097DD4-C389-6B3A-DFA1-D237B5C4E46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11988" y="1710055"/>
            <a:ext cx="4341812" cy="3811588"/>
          </a:xfrm>
        </p:spPr>
        <p:txBody>
          <a:bodyPr lIns="228600" rIns="91440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8" name="Picture 7" descr="A picture containing clipart&#10;&#10;Description automatically generated">
            <a:extLst>
              <a:ext uri="{FF2B5EF4-FFF2-40B4-BE49-F238E27FC236}">
                <a16:creationId xmlns:a16="http://schemas.microsoft.com/office/drawing/2014/main" id="{666E9DC7-4E55-131A-5A51-4CCFC9B2591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76705" y="6246199"/>
            <a:ext cx="1119809" cy="495153"/>
          </a:xfrm>
          <a:prstGeom prst="rect">
            <a:avLst/>
          </a:prstGeom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F8A5377-95D6-C530-0CF9-020320B808C6}"/>
              </a:ext>
            </a:extLst>
          </p:cNvPr>
          <p:cNvCxnSpPr>
            <a:cxnSpLocks/>
          </p:cNvCxnSpPr>
          <p:nvPr userDrawn="1"/>
        </p:nvCxnSpPr>
        <p:spPr>
          <a:xfrm>
            <a:off x="2232991" y="6488726"/>
            <a:ext cx="9120809" cy="0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7417A37-EF31-074D-6E80-67675A8F2A7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233613" y="6181725"/>
            <a:ext cx="9120187" cy="306388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1C5E523F-BEDA-B92E-177F-92952F4CFF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7725754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ection Tit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3B4653C8-34A1-8DB5-99AB-DED32CB2C0D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/>
        </p:blipFill>
        <p:spPr>
          <a:xfrm>
            <a:off x="1524" y="5241358"/>
            <a:ext cx="12188952" cy="1616642"/>
          </a:xfrm>
          <a:prstGeom prst="rect">
            <a:avLst/>
          </a:prstGeom>
        </p:spPr>
      </p:pic>
      <p:sp>
        <p:nvSpPr>
          <p:cNvPr id="16" name="Title 1">
            <a:extLst>
              <a:ext uri="{FF2B5EF4-FFF2-40B4-BE49-F238E27FC236}">
                <a16:creationId xmlns:a16="http://schemas.microsoft.com/office/drawing/2014/main" id="{54ED4429-F895-F294-C9A9-CF2485FB4D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58362" y="1573469"/>
            <a:ext cx="10286999" cy="2387600"/>
          </a:xfrm>
          <a:prstGeom prst="rect">
            <a:avLst/>
          </a:prstGeom>
        </p:spPr>
        <p:txBody>
          <a:bodyPr anchor="b"/>
          <a:lstStyle>
            <a:lvl1pPr algn="l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7" name="Subtitle 2">
            <a:extLst>
              <a:ext uri="{FF2B5EF4-FFF2-40B4-BE49-F238E27FC236}">
                <a16:creationId xmlns:a16="http://schemas.microsoft.com/office/drawing/2014/main" id="{0746AD0F-DA27-AA3E-CE83-FEBCA29ED78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58362" y="4360334"/>
            <a:ext cx="10286999" cy="897467"/>
          </a:xfrm>
        </p:spPr>
        <p:txBody>
          <a:bodyPr>
            <a:normAutofit/>
          </a:bodyPr>
          <a:lstStyle>
            <a:lvl1pPr marL="0" indent="0" algn="l">
              <a:buNone/>
              <a:defRPr sz="2000" b="0">
                <a:solidFill>
                  <a:srgbClr val="898989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492F9FCB-9A33-E0F6-81A4-B060E24B7C33}"/>
              </a:ext>
            </a:extLst>
          </p:cNvPr>
          <p:cNvCxnSpPr>
            <a:cxnSpLocks/>
          </p:cNvCxnSpPr>
          <p:nvPr userDrawn="1"/>
        </p:nvCxnSpPr>
        <p:spPr>
          <a:xfrm>
            <a:off x="958363" y="4160700"/>
            <a:ext cx="10287000" cy="0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3723300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66AAD5-8DD1-DC4F-C3FC-B95E383F0D0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586E25A-25B7-0AFF-66E9-21B3682472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CAAA45-371A-B61B-294F-DE211B1454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E6E620-59F5-2C4A-92BD-F98311598A11}" type="datetimeFigureOut">
              <a:rPr lang="en-US" smtClean="0"/>
              <a:t>3/25/26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E6060D-87A1-4A21-509E-5852E923CF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29F6B3-1E80-9120-F2A6-44E6AB084B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A4FBA9-C6FD-EE4B-9F7E-379E16761B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0511071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1E6A91-2D10-E1DA-4346-43F91908BE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2A29A5-815C-527E-B2DC-FBCE17A53B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C45CA9-C736-BD95-5532-BD7D05049A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E6E620-59F5-2C4A-92BD-F98311598A11}" type="datetimeFigureOut">
              <a:rPr lang="en-US" smtClean="0"/>
              <a:t>3/25/26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877436-BE64-99AD-D140-5F1C7774B8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90D367-A36F-C89F-E1D7-95115A871A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A4FBA9-C6FD-EE4B-9F7E-379E16761B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9192038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4A8E33-CA27-88E2-9F92-AA12430C84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E62745-7C1E-6A02-04C2-6F1EC0E018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EA6416-DEA8-2A6F-135E-7445E4B9DC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E6E620-59F5-2C4A-92BD-F98311598A11}" type="datetimeFigureOut">
              <a:rPr lang="en-US" smtClean="0"/>
              <a:t>3/25/26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BDD8BD-2D8A-B3BD-27B8-7ED8DCCA54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B333E4-C1AC-A5A6-A1DE-1C42CDBC58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A4FBA9-C6FD-EE4B-9F7E-379E16761B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5530168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E5BDE1-317E-29CD-73F7-74703C9F8D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3B4BE4-BBEF-2B13-8055-53D27E94F1D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D172DEF-0F28-A62C-3CDD-30FA579384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9AAE753-C79D-9851-31EF-E059567453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E6E620-59F5-2C4A-92BD-F98311598A11}" type="datetimeFigureOut">
              <a:rPr lang="en-US" smtClean="0"/>
              <a:t>3/25/26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B705142-9F70-CC54-60A4-3E09BC83A2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EBA7BA-2731-3AED-08C7-C64BB662CA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A4FBA9-C6FD-EE4B-9F7E-379E16761B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3704291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EA0CE2-7508-E81C-06F1-28A034A17C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F21967-D4D0-6219-3AAB-9D2E4F75EE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82F3A03-1015-ACF5-F20B-DB2A14A5A2A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3C0E5BF-58E2-49EB-D836-6ED99AA1068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1C1CF98-ECC9-55E8-CD6F-1D5D4638D0D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70247C5-C34D-ADEC-AC65-FE6C8FD0C5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E6E620-59F5-2C4A-92BD-F98311598A11}" type="datetimeFigureOut">
              <a:rPr lang="en-US" smtClean="0"/>
              <a:t>3/25/26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D685EF8-754E-9EDF-566D-D2DBC48DF2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5B8C502-F336-234A-C5BD-3A7EFE877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A4FBA9-C6FD-EE4B-9F7E-379E16761B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2813715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84C712-081B-49DF-40D3-CA896D1E5E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801967A-6474-C9C7-09A5-D5C3F895D1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E6E620-59F5-2C4A-92BD-F98311598A11}" type="datetimeFigureOut">
              <a:rPr lang="en-US" smtClean="0"/>
              <a:t>3/25/26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C55163C-7A9E-4772-1C06-9759F6C308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0B45EDF-18A2-7D96-7ADF-DA791280AF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A4FBA9-C6FD-EE4B-9F7E-379E16761B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0894341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0C8D037-04A9-F5D8-556C-9ECCE6402F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E6E620-59F5-2C4A-92BD-F98311598A11}" type="datetimeFigureOut">
              <a:rPr lang="en-US" smtClean="0"/>
              <a:t>3/25/26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5ED36C8-3553-1C68-A5E2-48BC581803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185F28-AB75-50BB-C03E-FAE7A9D589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A4FBA9-C6FD-EE4B-9F7E-379E16761B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2429337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03D1E-6132-B1F1-98DE-A0DBF68548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F0ECE0-A6ED-6CF1-9EC4-6E7C8946D8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25223C8-35DE-CFC4-E5AA-555D45C342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9319D3-C3D5-78F0-E7B8-91755BC3E3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E6E620-59F5-2C4A-92BD-F98311598A11}" type="datetimeFigureOut">
              <a:rPr lang="en-US" smtClean="0"/>
              <a:t>3/25/26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9C369DA-C9FF-BFE0-1EA8-F78CD56427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7B09E0-F147-AD07-BE6A-9BBAD80DED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A4FBA9-C6FD-EE4B-9F7E-379E16761B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1073703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386FB5-82B2-AAEA-443C-3E53C2AB3B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E5BBF77-398D-E23F-F419-00CADA31C78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CF95E83-21D3-CE30-DF9F-E78B4F1692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428B0B-767F-E2AF-B42A-8971AF9818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E6E620-59F5-2C4A-92BD-F98311598A11}" type="datetimeFigureOut">
              <a:rPr lang="en-US" smtClean="0"/>
              <a:t>3/25/26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FA0D381-E325-7846-8518-6CB8F235E9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A7B72B-56E1-C7D4-9132-DEDFD58245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A4FBA9-C6FD-EE4B-9F7E-379E16761B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5072256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8D6BDF-36A7-5718-E5A5-DE5382070B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189E1C7-143D-57A1-72A1-EF36DB985F1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42236C-253F-CDE9-3078-4DF99D3838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E6E620-59F5-2C4A-92BD-F98311598A11}" type="datetimeFigureOut">
              <a:rPr lang="en-US" smtClean="0"/>
              <a:t>3/25/26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09742D-9740-9A95-463E-174B2D718F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726397-AAEF-91D9-AB56-A5C31D582E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A4FBA9-C6FD-EE4B-9F7E-379E16761B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0858396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0887D61-6E7E-6C92-72F6-6AC3A5DD73E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D5BB4B8-BCF0-9CA6-F340-C0A77C71580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010D88-24BF-22A7-6352-8C048FA3B1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E6E620-59F5-2C4A-92BD-F98311598A11}" type="datetimeFigureOut">
              <a:rPr lang="en-US" smtClean="0"/>
              <a:t>3/25/26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CAFD18-A41E-5830-3B37-37E15B1982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40DB3D-B834-0C92-B6FC-71D0A7CFE4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A4FBA9-C6FD-EE4B-9F7E-379E16761B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1234698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A4FCFE-E3AC-5A49-AB52-7B585736DA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 b="1" i="0"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697D152-A22F-464C-9C1C-D6E70F476F8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 b="0" i="0">
                <a:latin typeface="Verdana" panose="020B060403050404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7129649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1F6187-F6B8-AC44-9D7A-A7C736DA53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4595E6-CE14-8942-9616-1BDD6E2368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1841011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Tit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3B4653C8-34A1-8DB5-99AB-DED32CB2C0D9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/>
        </p:blipFill>
        <p:spPr>
          <a:xfrm>
            <a:off x="1524" y="5241358"/>
            <a:ext cx="12188952" cy="1616642"/>
          </a:xfrm>
          <a:prstGeom prst="rect">
            <a:avLst/>
          </a:prstGeom>
        </p:spPr>
      </p:pic>
      <p:sp>
        <p:nvSpPr>
          <p:cNvPr id="16" name="Title 1">
            <a:extLst>
              <a:ext uri="{FF2B5EF4-FFF2-40B4-BE49-F238E27FC236}">
                <a16:creationId xmlns:a16="http://schemas.microsoft.com/office/drawing/2014/main" id="{54ED4429-F895-F294-C9A9-CF2485FB4D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58362" y="1573469"/>
            <a:ext cx="10286999" cy="2387600"/>
          </a:xfrm>
          <a:prstGeom prst="rect">
            <a:avLst/>
          </a:prstGeom>
        </p:spPr>
        <p:txBody>
          <a:bodyPr anchor="b"/>
          <a:lstStyle>
            <a:lvl1pPr algn="l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7" name="Subtitle 2">
            <a:extLst>
              <a:ext uri="{FF2B5EF4-FFF2-40B4-BE49-F238E27FC236}">
                <a16:creationId xmlns:a16="http://schemas.microsoft.com/office/drawing/2014/main" id="{0746AD0F-DA27-AA3E-CE83-FEBCA29ED78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58362" y="4360334"/>
            <a:ext cx="10286999" cy="897467"/>
          </a:xfrm>
        </p:spPr>
        <p:txBody>
          <a:bodyPr>
            <a:normAutofit/>
          </a:bodyPr>
          <a:lstStyle>
            <a:lvl1pPr marL="0" indent="0" algn="l">
              <a:buNone/>
              <a:defRPr sz="2000" b="0">
                <a:solidFill>
                  <a:srgbClr val="898989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492F9FCB-9A33-E0F6-81A4-B060E24B7C33}"/>
              </a:ext>
            </a:extLst>
          </p:cNvPr>
          <p:cNvCxnSpPr>
            <a:cxnSpLocks/>
          </p:cNvCxnSpPr>
          <p:nvPr/>
        </p:nvCxnSpPr>
        <p:spPr>
          <a:xfrm>
            <a:off x="958363" y="4160700"/>
            <a:ext cx="10287000" cy="0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Picture 1">
            <a:extLst>
              <a:ext uri="{FF2B5EF4-FFF2-40B4-BE49-F238E27FC236}">
                <a16:creationId xmlns:a16="http://schemas.microsoft.com/office/drawing/2014/main" id="{65CAF67C-05D9-E035-DD4E-5DB53A813F9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/>
        </p:blipFill>
        <p:spPr>
          <a:xfrm>
            <a:off x="1524" y="5241358"/>
            <a:ext cx="12188952" cy="1616642"/>
          </a:xfrm>
          <a:prstGeom prst="rect">
            <a:avLst/>
          </a:prstGeom>
        </p:spPr>
      </p:pic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CD6D67B6-5BB8-A321-DCC1-1CDE6D6F2B3E}"/>
              </a:ext>
            </a:extLst>
          </p:cNvPr>
          <p:cNvCxnSpPr>
            <a:cxnSpLocks/>
          </p:cNvCxnSpPr>
          <p:nvPr userDrawn="1"/>
        </p:nvCxnSpPr>
        <p:spPr>
          <a:xfrm>
            <a:off x="958363" y="4160700"/>
            <a:ext cx="10287000" cy="0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1626783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88676D-77D7-1A45-91D1-8AFE417291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D03B8F-EF2D-A146-8C3E-22846C450B9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0346874-1196-5246-9CB9-C6D4A51F3B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967256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C50B00-05FE-0842-A0E8-9645A44F91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8C8197-8236-F04B-B69A-98FED6B50F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 i="0"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053F859-F5F2-784C-8AC4-C56A71A1AC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9D932B1-DF26-154B-AA2F-44BD59F1786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 i="0"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842E3E7-6451-0747-8809-DDE98E6B763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741367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2C3DF3-AC55-584C-B99A-A52890ABC8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3631108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527644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Fully-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494564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E1F94C-12C0-C24C-8F1B-DD7926C4D2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E066F4-7466-E245-A5E5-E8ED23FCB4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>
                <a:latin typeface="+mn-lt"/>
              </a:defRPr>
            </a:lvl1pPr>
            <a:lvl2pPr>
              <a:defRPr sz="2800">
                <a:latin typeface="+mn-lt"/>
              </a:defRPr>
            </a:lvl2pPr>
            <a:lvl3pPr>
              <a:defRPr sz="2400">
                <a:latin typeface="+mn-lt"/>
              </a:defRPr>
            </a:lvl3pPr>
            <a:lvl4pPr>
              <a:defRPr sz="2000">
                <a:latin typeface="+mn-lt"/>
              </a:defRPr>
            </a:lvl4pPr>
            <a:lvl5pPr>
              <a:defRPr sz="2000">
                <a:latin typeface="+mn-lt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6478C06-B8C0-724A-882F-4C5FFDAFC5F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>
                <a:latin typeface="+mn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0772AB1D-AD15-EE40-B988-EBE8174638B8}"/>
              </a:ext>
            </a:extLst>
          </p:cNvPr>
          <p:cNvCxnSpPr/>
          <p:nvPr/>
        </p:nvCxnSpPr>
        <p:spPr>
          <a:xfrm>
            <a:off x="7923089" y="2895600"/>
            <a:ext cx="3659311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B7ABA80-BCE4-B20F-4ED2-67D0FB916F88}"/>
              </a:ext>
            </a:extLst>
          </p:cNvPr>
          <p:cNvCxnSpPr/>
          <p:nvPr userDrawn="1"/>
        </p:nvCxnSpPr>
        <p:spPr>
          <a:xfrm>
            <a:off x="7923089" y="2895600"/>
            <a:ext cx="3659311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384298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A078D0-6ECA-8648-A088-378774872D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4102544-BA53-FD4E-8F5C-C6F86755C19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>
                <a:latin typeface="+mn-lt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4DE78FC-C2BF-174C-BEB1-388D3807FEC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>
                <a:latin typeface="+mn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333146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>
            <a:normAutofit/>
          </a:bodyPr>
          <a:lstStyle>
            <a:lvl1pPr marL="0" indent="0">
              <a:buNone/>
              <a:defRPr sz="2000" b="1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>
            <a:normAutofit/>
          </a:bodyPr>
          <a:lstStyle>
            <a:lvl1pPr marL="0" indent="0">
              <a:buNone/>
              <a:defRPr sz="2000" b="1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3" name="Picture 12" descr="A picture containing clipart&#10;&#10;Description automatically generated">
            <a:extLst>
              <a:ext uri="{FF2B5EF4-FFF2-40B4-BE49-F238E27FC236}">
                <a16:creationId xmlns:a16="http://schemas.microsoft.com/office/drawing/2014/main" id="{6301F7A8-A7D0-17C1-1E8C-89853C42F6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705" y="6246199"/>
            <a:ext cx="1119809" cy="495153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FE577E1-9FB8-6A42-1A0F-FC0798BE1FB3}"/>
              </a:ext>
            </a:extLst>
          </p:cNvPr>
          <p:cNvCxnSpPr>
            <a:cxnSpLocks/>
          </p:cNvCxnSpPr>
          <p:nvPr/>
        </p:nvCxnSpPr>
        <p:spPr>
          <a:xfrm>
            <a:off x="2232991" y="6488726"/>
            <a:ext cx="9120809" cy="0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FEF2BCEF-4B54-F240-35CA-EB6762DC313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233613" y="6181725"/>
            <a:ext cx="9120187" cy="306388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7" name="Picture 6" descr="A picture containing clipart&#10;&#10;Description automatically generated">
            <a:extLst>
              <a:ext uri="{FF2B5EF4-FFF2-40B4-BE49-F238E27FC236}">
                <a16:creationId xmlns:a16="http://schemas.microsoft.com/office/drawing/2014/main" id="{9A7EA1FE-70E8-377A-9BCA-4A1930CC561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76705" y="6246199"/>
            <a:ext cx="1119809" cy="495153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4B80E5E-C6B1-0D18-CCDF-82BD487A9022}"/>
              </a:ext>
            </a:extLst>
          </p:cNvPr>
          <p:cNvCxnSpPr>
            <a:cxnSpLocks/>
          </p:cNvCxnSpPr>
          <p:nvPr userDrawn="1"/>
        </p:nvCxnSpPr>
        <p:spPr>
          <a:xfrm>
            <a:off x="2232991" y="6488726"/>
            <a:ext cx="9120809" cy="0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12744280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>
            <a:normAutofit/>
          </a:bodyPr>
          <a:lstStyle>
            <a:lvl1pPr marL="0" indent="0">
              <a:buNone/>
              <a:defRPr sz="2000" b="1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>
            <a:normAutofit/>
          </a:bodyPr>
          <a:lstStyle>
            <a:lvl1pPr marL="0" indent="0">
              <a:buNone/>
              <a:defRPr sz="2000" b="1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3" name="Picture 12" descr="A picture containing clipart&#10;&#10;Description automatically generated">
            <a:extLst>
              <a:ext uri="{FF2B5EF4-FFF2-40B4-BE49-F238E27FC236}">
                <a16:creationId xmlns:a16="http://schemas.microsoft.com/office/drawing/2014/main" id="{6301F7A8-A7D0-17C1-1E8C-89853C42F61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76705" y="6246199"/>
            <a:ext cx="1119809" cy="495153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FE577E1-9FB8-6A42-1A0F-FC0798BE1FB3}"/>
              </a:ext>
            </a:extLst>
          </p:cNvPr>
          <p:cNvCxnSpPr>
            <a:cxnSpLocks/>
          </p:cNvCxnSpPr>
          <p:nvPr userDrawn="1"/>
        </p:nvCxnSpPr>
        <p:spPr>
          <a:xfrm>
            <a:off x="2232991" y="6488726"/>
            <a:ext cx="9120809" cy="0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FEF2BCEF-4B54-F240-35CA-EB6762DC313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233613" y="6181725"/>
            <a:ext cx="9120187" cy="306388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3506501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ection Tit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3B4653C8-34A1-8DB5-99AB-DED32CB2C0D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/>
        </p:blipFill>
        <p:spPr>
          <a:xfrm>
            <a:off x="1524" y="5241358"/>
            <a:ext cx="12188952" cy="1616642"/>
          </a:xfrm>
          <a:prstGeom prst="rect">
            <a:avLst/>
          </a:prstGeom>
        </p:spPr>
      </p:pic>
      <p:sp>
        <p:nvSpPr>
          <p:cNvPr id="16" name="Title 1">
            <a:extLst>
              <a:ext uri="{FF2B5EF4-FFF2-40B4-BE49-F238E27FC236}">
                <a16:creationId xmlns:a16="http://schemas.microsoft.com/office/drawing/2014/main" id="{54ED4429-F895-F294-C9A9-CF2485FB4D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58362" y="1573469"/>
            <a:ext cx="10286999" cy="2387600"/>
          </a:xfrm>
          <a:prstGeom prst="rect">
            <a:avLst/>
          </a:prstGeom>
        </p:spPr>
        <p:txBody>
          <a:bodyPr anchor="b"/>
          <a:lstStyle>
            <a:lvl1pPr algn="l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7" name="Subtitle 2">
            <a:extLst>
              <a:ext uri="{FF2B5EF4-FFF2-40B4-BE49-F238E27FC236}">
                <a16:creationId xmlns:a16="http://schemas.microsoft.com/office/drawing/2014/main" id="{0746AD0F-DA27-AA3E-CE83-FEBCA29ED78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58362" y="4360334"/>
            <a:ext cx="10286999" cy="897467"/>
          </a:xfrm>
        </p:spPr>
        <p:txBody>
          <a:bodyPr>
            <a:normAutofit/>
          </a:bodyPr>
          <a:lstStyle>
            <a:lvl1pPr marL="0" indent="0" algn="l">
              <a:buNone/>
              <a:defRPr sz="2000" b="0">
                <a:solidFill>
                  <a:srgbClr val="898989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492F9FCB-9A33-E0F6-81A4-B060E24B7C33}"/>
              </a:ext>
            </a:extLst>
          </p:cNvPr>
          <p:cNvCxnSpPr>
            <a:cxnSpLocks/>
          </p:cNvCxnSpPr>
          <p:nvPr userDrawn="1"/>
        </p:nvCxnSpPr>
        <p:spPr>
          <a:xfrm>
            <a:off x="958363" y="4160700"/>
            <a:ext cx="10287000" cy="0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6818954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gif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24.xml"/><Relationship Id="rId18" Type="http://schemas.openxmlformats.org/officeDocument/2006/relationships/slideLayout" Target="../slideLayouts/slideLayout29.xml"/><Relationship Id="rId26" Type="http://schemas.openxmlformats.org/officeDocument/2006/relationships/slideLayout" Target="../slideLayouts/slideLayout37.xml"/><Relationship Id="rId3" Type="http://schemas.openxmlformats.org/officeDocument/2006/relationships/slideLayout" Target="../slideLayouts/slideLayout14.xml"/><Relationship Id="rId21" Type="http://schemas.openxmlformats.org/officeDocument/2006/relationships/slideLayout" Target="../slideLayouts/slideLayout32.xml"/><Relationship Id="rId34" Type="http://schemas.openxmlformats.org/officeDocument/2006/relationships/slideLayout" Target="../slideLayouts/slideLayout45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slideLayout" Target="../slideLayouts/slideLayout28.xml"/><Relationship Id="rId25" Type="http://schemas.openxmlformats.org/officeDocument/2006/relationships/slideLayout" Target="../slideLayouts/slideLayout36.xml"/><Relationship Id="rId33" Type="http://schemas.openxmlformats.org/officeDocument/2006/relationships/slideLayout" Target="../slideLayouts/slideLayout44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20" Type="http://schemas.openxmlformats.org/officeDocument/2006/relationships/slideLayout" Target="../slideLayouts/slideLayout31.xml"/><Relationship Id="rId29" Type="http://schemas.openxmlformats.org/officeDocument/2006/relationships/slideLayout" Target="../slideLayouts/slideLayout40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35.xml"/><Relationship Id="rId32" Type="http://schemas.openxmlformats.org/officeDocument/2006/relationships/slideLayout" Target="../slideLayouts/slideLayout43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23" Type="http://schemas.openxmlformats.org/officeDocument/2006/relationships/slideLayout" Target="../slideLayouts/slideLayout34.xml"/><Relationship Id="rId28" Type="http://schemas.openxmlformats.org/officeDocument/2006/relationships/slideLayout" Target="../slideLayouts/slideLayout39.xml"/><Relationship Id="rId36" Type="http://schemas.openxmlformats.org/officeDocument/2006/relationships/image" Target="../media/image1.gif"/><Relationship Id="rId10" Type="http://schemas.openxmlformats.org/officeDocument/2006/relationships/slideLayout" Target="../slideLayouts/slideLayout21.xml"/><Relationship Id="rId19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42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Relationship Id="rId22" Type="http://schemas.openxmlformats.org/officeDocument/2006/relationships/slideLayout" Target="../slideLayouts/slideLayout33.xml"/><Relationship Id="rId27" Type="http://schemas.openxmlformats.org/officeDocument/2006/relationships/slideLayout" Target="../slideLayouts/slideLayout38.xml"/><Relationship Id="rId30" Type="http://schemas.openxmlformats.org/officeDocument/2006/relationships/slideLayout" Target="../slideLayouts/slideLayout41.xml"/><Relationship Id="rId35" Type="http://schemas.openxmlformats.org/officeDocument/2006/relationships/theme" Target="../theme/theme2.xml"/><Relationship Id="rId8" Type="http://schemas.openxmlformats.org/officeDocument/2006/relationships/slideLayout" Target="../slideLayouts/slideLayout19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3.xml"/><Relationship Id="rId3" Type="http://schemas.openxmlformats.org/officeDocument/2006/relationships/slideLayout" Target="../slideLayouts/slideLayout48.xml"/><Relationship Id="rId7" Type="http://schemas.openxmlformats.org/officeDocument/2006/relationships/slideLayout" Target="../slideLayouts/slideLayout52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47.xml"/><Relationship Id="rId1" Type="http://schemas.openxmlformats.org/officeDocument/2006/relationships/slideLayout" Target="../slideLayouts/slideLayout46.xml"/><Relationship Id="rId6" Type="http://schemas.openxmlformats.org/officeDocument/2006/relationships/slideLayout" Target="../slideLayouts/slideLayout51.xml"/><Relationship Id="rId11" Type="http://schemas.openxmlformats.org/officeDocument/2006/relationships/slideLayout" Target="../slideLayouts/slideLayout56.xml"/><Relationship Id="rId5" Type="http://schemas.openxmlformats.org/officeDocument/2006/relationships/slideLayout" Target="../slideLayouts/slideLayout50.xml"/><Relationship Id="rId10" Type="http://schemas.openxmlformats.org/officeDocument/2006/relationships/slideLayout" Target="../slideLayouts/slideLayout55.xml"/><Relationship Id="rId4" Type="http://schemas.openxmlformats.org/officeDocument/2006/relationships/slideLayout" Target="../slideLayouts/slideLayout49.xml"/><Relationship Id="rId9" Type="http://schemas.openxmlformats.org/officeDocument/2006/relationships/slideLayout" Target="../slideLayouts/slideLayout54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4.xml"/><Relationship Id="rId13" Type="http://schemas.openxmlformats.org/officeDocument/2006/relationships/slideLayout" Target="../slideLayouts/slideLayout69.xml"/><Relationship Id="rId3" Type="http://schemas.openxmlformats.org/officeDocument/2006/relationships/slideLayout" Target="../slideLayouts/slideLayout59.xml"/><Relationship Id="rId7" Type="http://schemas.openxmlformats.org/officeDocument/2006/relationships/slideLayout" Target="../slideLayouts/slideLayout63.xml"/><Relationship Id="rId12" Type="http://schemas.openxmlformats.org/officeDocument/2006/relationships/slideLayout" Target="../slideLayouts/slideLayout68.xml"/><Relationship Id="rId2" Type="http://schemas.openxmlformats.org/officeDocument/2006/relationships/slideLayout" Target="../slideLayouts/slideLayout58.xml"/><Relationship Id="rId1" Type="http://schemas.openxmlformats.org/officeDocument/2006/relationships/slideLayout" Target="../slideLayouts/slideLayout57.xml"/><Relationship Id="rId6" Type="http://schemas.openxmlformats.org/officeDocument/2006/relationships/slideLayout" Target="../slideLayouts/slideLayout62.xml"/><Relationship Id="rId11" Type="http://schemas.openxmlformats.org/officeDocument/2006/relationships/slideLayout" Target="../slideLayouts/slideLayout67.xml"/><Relationship Id="rId5" Type="http://schemas.openxmlformats.org/officeDocument/2006/relationships/slideLayout" Target="../slideLayouts/slideLayout61.xml"/><Relationship Id="rId15" Type="http://schemas.openxmlformats.org/officeDocument/2006/relationships/image" Target="../media/image1.gif"/><Relationship Id="rId10" Type="http://schemas.openxmlformats.org/officeDocument/2006/relationships/slideLayout" Target="../slideLayouts/slideLayout66.xml"/><Relationship Id="rId4" Type="http://schemas.openxmlformats.org/officeDocument/2006/relationships/slideLayout" Target="../slideLayouts/slideLayout60.xml"/><Relationship Id="rId9" Type="http://schemas.openxmlformats.org/officeDocument/2006/relationships/slideLayout" Target="../slideLayouts/slideLayout65.xml"/><Relationship Id="rId14" Type="http://schemas.openxmlformats.org/officeDocument/2006/relationships/theme" Target="../theme/theme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6AE405B-E484-1F44-BA92-DA06795186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88C3E7-28E6-4346-85A5-E468F7D3EA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153D4319-6701-BB41-86DD-1E8E5CE28547}"/>
              </a:ext>
            </a:extLst>
          </p:cNvPr>
          <p:cNvCxnSpPr>
            <a:cxnSpLocks/>
          </p:cNvCxnSpPr>
          <p:nvPr userDrawn="1"/>
        </p:nvCxnSpPr>
        <p:spPr>
          <a:xfrm>
            <a:off x="2232991" y="6488726"/>
            <a:ext cx="9120809" cy="0"/>
          </a:xfrm>
          <a:prstGeom prst="line">
            <a:avLst/>
          </a:prstGeom>
          <a:ln w="1270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9" name="Picture 58" descr="A picture containing clipart&#10;&#10;Description automatically generated">
            <a:extLst>
              <a:ext uri="{FF2B5EF4-FFF2-40B4-BE49-F238E27FC236}">
                <a16:creationId xmlns:a16="http://schemas.microsoft.com/office/drawing/2014/main" id="{794B8C55-2D15-E748-AB4D-6A62BBC3BBE0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276705" y="6246199"/>
            <a:ext cx="1119809" cy="4951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28679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  <p:sldLayoutId id="2147483684" r:id="rId2"/>
    <p:sldLayoutId id="2147483685" r:id="rId3"/>
    <p:sldLayoutId id="2147483686" r:id="rId4"/>
    <p:sldLayoutId id="2147483687" r:id="rId5"/>
    <p:sldLayoutId id="2147483688" r:id="rId6"/>
    <p:sldLayoutId id="2147483689" r:id="rId7"/>
    <p:sldLayoutId id="2147483695" r:id="rId8"/>
    <p:sldLayoutId id="2147483690" r:id="rId9"/>
    <p:sldLayoutId id="2147483691" r:id="rId10"/>
    <p:sldLayoutId id="2147483694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i="0" kern="1200">
          <a:solidFill>
            <a:schemeClr val="accent1"/>
          </a:solidFill>
          <a:latin typeface="Verdana" panose="020B0604030504040204" pitchFamily="34" charset="0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1600"/>
        </a:spcBef>
        <a:buFont typeface="Arial" panose="020B0604020202020204" pitchFamily="34" charset="0"/>
        <a:buNone/>
        <a:defRPr sz="2800" b="0" i="0" kern="1200">
          <a:solidFill>
            <a:schemeClr val="tx1"/>
          </a:solidFill>
          <a:latin typeface="Verdana" panose="020B060403050404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1600"/>
        </a:spcBef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Verdana" panose="020B060403050404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16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Verdana" panose="020B0604030504040204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16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Verdana" panose="020B0604030504040204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16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Verdana" panose="020B060403050404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6AE405B-E484-1F44-BA92-DA06795186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88C3E7-28E6-4346-85A5-E468F7D3EA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153D4319-6701-BB41-86DD-1E8E5CE28547}"/>
              </a:ext>
            </a:extLst>
          </p:cNvPr>
          <p:cNvCxnSpPr>
            <a:cxnSpLocks/>
          </p:cNvCxnSpPr>
          <p:nvPr/>
        </p:nvCxnSpPr>
        <p:spPr>
          <a:xfrm>
            <a:off x="2232991" y="6488726"/>
            <a:ext cx="9120809" cy="0"/>
          </a:xfrm>
          <a:prstGeom prst="line">
            <a:avLst/>
          </a:prstGeom>
          <a:ln w="1270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9" name="Picture 58" descr="A picture containing clipart&#10;&#10;Description automatically generated">
            <a:extLst>
              <a:ext uri="{FF2B5EF4-FFF2-40B4-BE49-F238E27FC236}">
                <a16:creationId xmlns:a16="http://schemas.microsoft.com/office/drawing/2014/main" id="{794B8C55-2D15-E748-AB4D-6A62BBC3BBE0}"/>
              </a:ext>
            </a:extLst>
          </p:cNvPr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276705" y="6246199"/>
            <a:ext cx="1119809" cy="495153"/>
          </a:xfrm>
          <a:prstGeom prst="rect">
            <a:avLst/>
          </a:prstGeom>
        </p:spPr>
      </p:pic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ADF7A29A-0292-73AA-F083-6E595BAA8123}"/>
              </a:ext>
            </a:extLst>
          </p:cNvPr>
          <p:cNvCxnSpPr>
            <a:cxnSpLocks/>
          </p:cNvCxnSpPr>
          <p:nvPr userDrawn="1"/>
        </p:nvCxnSpPr>
        <p:spPr>
          <a:xfrm>
            <a:off x="2232991" y="6488726"/>
            <a:ext cx="9120809" cy="0"/>
          </a:xfrm>
          <a:prstGeom prst="line">
            <a:avLst/>
          </a:prstGeom>
          <a:ln w="1270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A picture containing clipart&#10;&#10;Description automatically generated">
            <a:extLst>
              <a:ext uri="{FF2B5EF4-FFF2-40B4-BE49-F238E27FC236}">
                <a16:creationId xmlns:a16="http://schemas.microsoft.com/office/drawing/2014/main" id="{9477345E-DF3E-2C6E-4A34-F2D69FF9D719}"/>
              </a:ext>
            </a:extLst>
          </p:cNvPr>
          <p:cNvPicPr>
            <a:picLocks noChangeAspect="1"/>
          </p:cNvPicPr>
          <p:nvPr userDrawn="1"/>
        </p:nvPicPr>
        <p:blipFill>
          <a:blip r:embed="rId36"/>
          <a:stretch>
            <a:fillRect/>
          </a:stretch>
        </p:blipFill>
        <p:spPr>
          <a:xfrm>
            <a:off x="276705" y="6246199"/>
            <a:ext cx="1119809" cy="4951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11531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0" r:id="rId1"/>
    <p:sldLayoutId id="2147483761" r:id="rId2"/>
    <p:sldLayoutId id="2147483762" r:id="rId3"/>
    <p:sldLayoutId id="2147483763" r:id="rId4"/>
    <p:sldLayoutId id="2147483764" r:id="rId5"/>
    <p:sldLayoutId id="2147483765" r:id="rId6"/>
    <p:sldLayoutId id="2147483766" r:id="rId7"/>
    <p:sldLayoutId id="2147483767" r:id="rId8"/>
    <p:sldLayoutId id="2147483768" r:id="rId9"/>
    <p:sldLayoutId id="2147483769" r:id="rId10"/>
    <p:sldLayoutId id="2147483770" r:id="rId11"/>
    <p:sldLayoutId id="2147483771" r:id="rId12"/>
    <p:sldLayoutId id="2147483728" r:id="rId13"/>
    <p:sldLayoutId id="2147483729" r:id="rId14"/>
    <p:sldLayoutId id="2147483731" r:id="rId15"/>
    <p:sldLayoutId id="2147483732" r:id="rId16"/>
    <p:sldLayoutId id="2147483733" r:id="rId17"/>
    <p:sldLayoutId id="2147483734" r:id="rId18"/>
    <p:sldLayoutId id="2147483735" r:id="rId19"/>
    <p:sldLayoutId id="2147483737" r:id="rId20"/>
    <p:sldLayoutId id="2147483738" r:id="rId21"/>
    <p:sldLayoutId id="2147483739" r:id="rId22"/>
    <p:sldLayoutId id="2147483741" r:id="rId23"/>
    <p:sldLayoutId id="2147483742" r:id="rId24"/>
    <p:sldLayoutId id="2147483743" r:id="rId25"/>
    <p:sldLayoutId id="2147483746" r:id="rId26"/>
    <p:sldLayoutId id="2147483747" r:id="rId27"/>
    <p:sldLayoutId id="2147483748" r:id="rId28"/>
    <p:sldLayoutId id="2147483749" r:id="rId29"/>
    <p:sldLayoutId id="2147483750" r:id="rId30"/>
    <p:sldLayoutId id="2147483751" r:id="rId31"/>
    <p:sldLayoutId id="2147483752" r:id="rId32"/>
    <p:sldLayoutId id="2147483753" r:id="rId33"/>
    <p:sldLayoutId id="2147483757" r:id="rId34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i="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1600"/>
        </a:spcBef>
        <a:buFont typeface="Arial" panose="020B0604020202020204" pitchFamily="34" charset="0"/>
        <a:buNone/>
        <a:defRPr sz="2800" b="0" i="0" kern="1200">
          <a:solidFill>
            <a:schemeClr val="tx1"/>
          </a:solidFill>
          <a:latin typeface="Verdana" panose="020B060403050404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1600"/>
        </a:spcBef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Verdana" panose="020B060403050404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16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Verdana" panose="020B0604030504040204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16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Verdana" panose="020B0604030504040204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16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Verdana" panose="020B060403050404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2160">
          <p15:clr>
            <a:srgbClr val="F26B43"/>
          </p15:clr>
        </p15:guide>
        <p15:guide id="4" pos="3840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42CBAF9-2965-A7C6-845B-62B5E12FB7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28E179-5E80-77E1-3E99-B4B3300155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62F81F-BA8C-758D-D699-32EC909F1FD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5E6E620-59F5-2C4A-92BD-F98311598A11}" type="datetimeFigureOut">
              <a:rPr lang="en-US" smtClean="0"/>
              <a:t>3/25/26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564B79-09C9-5020-93B1-FAC65CCB8A2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A6E8D9-C481-7218-0559-0C6D8A14D7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5A4FBA9-C6FD-EE4B-9F7E-379E16761B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17179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2" r:id="rId1"/>
    <p:sldLayoutId id="2147483793" r:id="rId2"/>
    <p:sldLayoutId id="2147483794" r:id="rId3"/>
    <p:sldLayoutId id="2147483795" r:id="rId4"/>
    <p:sldLayoutId id="2147483796" r:id="rId5"/>
    <p:sldLayoutId id="2147483797" r:id="rId6"/>
    <p:sldLayoutId id="2147483798" r:id="rId7"/>
    <p:sldLayoutId id="2147483799" r:id="rId8"/>
    <p:sldLayoutId id="2147483800" r:id="rId9"/>
    <p:sldLayoutId id="2147483801" r:id="rId10"/>
    <p:sldLayoutId id="2147483802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6AE405B-E484-1F44-BA92-DA06795186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88C3E7-28E6-4346-85A5-E468F7D3EA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153D4319-6701-BB41-86DD-1E8E5CE28547}"/>
              </a:ext>
            </a:extLst>
          </p:cNvPr>
          <p:cNvCxnSpPr>
            <a:cxnSpLocks/>
          </p:cNvCxnSpPr>
          <p:nvPr/>
        </p:nvCxnSpPr>
        <p:spPr>
          <a:xfrm>
            <a:off x="2232991" y="6488726"/>
            <a:ext cx="9120809" cy="0"/>
          </a:xfrm>
          <a:prstGeom prst="line">
            <a:avLst/>
          </a:prstGeom>
          <a:ln w="1270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9" name="Picture 58" descr="A picture containing clipart&#10;&#10;Description automatically generated">
            <a:extLst>
              <a:ext uri="{FF2B5EF4-FFF2-40B4-BE49-F238E27FC236}">
                <a16:creationId xmlns:a16="http://schemas.microsoft.com/office/drawing/2014/main" id="{794B8C55-2D15-E748-AB4D-6A62BBC3BBE0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76705" y="6246199"/>
            <a:ext cx="1119809" cy="495153"/>
          </a:xfrm>
          <a:prstGeom prst="rect">
            <a:avLst/>
          </a:prstGeom>
        </p:spPr>
      </p:pic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75CC1EA0-8D57-D902-1BE8-8FCC4D5BBB36}"/>
              </a:ext>
            </a:extLst>
          </p:cNvPr>
          <p:cNvCxnSpPr>
            <a:cxnSpLocks/>
          </p:cNvCxnSpPr>
          <p:nvPr userDrawn="1"/>
        </p:nvCxnSpPr>
        <p:spPr>
          <a:xfrm>
            <a:off x="2232991" y="6488726"/>
            <a:ext cx="9120809" cy="0"/>
          </a:xfrm>
          <a:prstGeom prst="line">
            <a:avLst/>
          </a:prstGeom>
          <a:ln w="1270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A picture containing clipart&#10;&#10;Description automatically generated">
            <a:extLst>
              <a:ext uri="{FF2B5EF4-FFF2-40B4-BE49-F238E27FC236}">
                <a16:creationId xmlns:a16="http://schemas.microsoft.com/office/drawing/2014/main" id="{DA96A409-0530-A5F0-99CF-4177755327AB}"/>
              </a:ext>
            </a:extLst>
          </p:cNvPr>
          <p:cNvPicPr>
            <a:picLocks noChangeAspect="1"/>
          </p:cNvPicPr>
          <p:nvPr userDrawn="1"/>
        </p:nvPicPr>
        <p:blipFill>
          <a:blip r:embed="rId15"/>
          <a:stretch>
            <a:fillRect/>
          </a:stretch>
        </p:blipFill>
        <p:spPr>
          <a:xfrm>
            <a:off x="276705" y="6246199"/>
            <a:ext cx="1119809" cy="4951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35416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3" r:id="rId1"/>
    <p:sldLayoutId id="2147483774" r:id="rId2"/>
    <p:sldLayoutId id="2147483775" r:id="rId3"/>
    <p:sldLayoutId id="2147483776" r:id="rId4"/>
    <p:sldLayoutId id="2147483777" r:id="rId5"/>
    <p:sldLayoutId id="2147483778" r:id="rId6"/>
    <p:sldLayoutId id="2147483779" r:id="rId7"/>
    <p:sldLayoutId id="2147483780" r:id="rId8"/>
    <p:sldLayoutId id="2147483781" r:id="rId9"/>
    <p:sldLayoutId id="2147483782" r:id="rId10"/>
    <p:sldLayoutId id="2147483783" r:id="rId11"/>
    <p:sldLayoutId id="2147483784" r:id="rId12"/>
    <p:sldLayoutId id="2147483785" r:id="rId13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i="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1600"/>
        </a:spcBef>
        <a:buFont typeface="Arial" panose="020B0604020202020204" pitchFamily="34" charset="0"/>
        <a:buNone/>
        <a:defRPr sz="2800" b="0" i="0" kern="1200">
          <a:solidFill>
            <a:schemeClr val="tx1"/>
          </a:solidFill>
          <a:latin typeface="Verdana" panose="020B060403050404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1600"/>
        </a:spcBef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Verdana" panose="020B060403050404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16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Verdana" panose="020B0604030504040204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16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Verdana" panose="020B0604030504040204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16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Verdana" panose="020B060403050404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2160">
          <p15:clr>
            <a:srgbClr val="F26B43"/>
          </p15:clr>
        </p15:guide>
        <p15:guide id="4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11" Type="http://schemas.openxmlformats.org/officeDocument/2006/relationships/image" Target="../media/image9.svg"/><Relationship Id="rId5" Type="http://schemas.openxmlformats.org/officeDocument/2006/relationships/diagramQuickStyle" Target="../diagrams/quickStyle1.xml"/><Relationship Id="rId10" Type="http://schemas.openxmlformats.org/officeDocument/2006/relationships/image" Target="../media/image8.svg"/><Relationship Id="rId4" Type="http://schemas.openxmlformats.org/officeDocument/2006/relationships/diagramLayout" Target="../diagrams/layout1.xml"/><Relationship Id="rId9" Type="http://schemas.openxmlformats.org/officeDocument/2006/relationships/image" Target="../media/image7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7.sv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svg"/><Relationship Id="rId4" Type="http://schemas.openxmlformats.org/officeDocument/2006/relationships/image" Target="../media/image7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svg"/><Relationship Id="rId5" Type="http://schemas.openxmlformats.org/officeDocument/2006/relationships/image" Target="../media/image7.svg"/><Relationship Id="rId4" Type="http://schemas.openxmlformats.org/officeDocument/2006/relationships/image" Target="../media/image6.sv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cpuc.ca.gov/dercosteffectiveness?utm_source=chatgpt.com" TargetMode="External"/><Relationship Id="rId3" Type="http://schemas.openxmlformats.org/officeDocument/2006/relationships/image" Target="../media/image6.svg"/><Relationship Id="rId7" Type="http://schemas.openxmlformats.org/officeDocument/2006/relationships/hyperlink" Target="https://energycodeace.com/content/section-1002-calculation-of-time-dependent-valuation-tdv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ethree.com/public_proceedings/energy-efficiency-calculator/?utm_source=chatgpt.com" TargetMode="External"/><Relationship Id="rId5" Type="http://schemas.openxmlformats.org/officeDocument/2006/relationships/image" Target="../media/image9.svg"/><Relationship Id="rId4" Type="http://schemas.openxmlformats.org/officeDocument/2006/relationships/image" Target="../media/image7.svg"/><Relationship Id="rId9" Type="http://schemas.openxmlformats.org/officeDocument/2006/relationships/hyperlink" Target="https://www.synapse-energy.com/sites/default/files/inline-images/AESC%202024.pdf?utm_" TargetMode="Externa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s://cost-avoidance-calculator.streamlit.app/" TargetMode="Externa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svg"/><Relationship Id="rId4" Type="http://schemas.openxmlformats.org/officeDocument/2006/relationships/image" Target="../media/image6.sv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sv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9.svg"/><Relationship Id="rId5" Type="http://schemas.openxmlformats.org/officeDocument/2006/relationships/image" Target="../media/image8.svg"/><Relationship Id="rId4" Type="http://schemas.openxmlformats.org/officeDocument/2006/relationships/image" Target="../media/image1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9.sv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svg"/><Relationship Id="rId4" Type="http://schemas.openxmlformats.org/officeDocument/2006/relationships/image" Target="../media/image8.sv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7.sv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sv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sv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211FC88F-BB76-B842-B4E9-49C7603ACA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61143" y="2235200"/>
            <a:ext cx="9869714" cy="2387600"/>
          </a:xfrm>
        </p:spPr>
        <p:txBody>
          <a:bodyPr anchor="ctr">
            <a:normAutofit/>
          </a:bodyPr>
          <a:lstStyle/>
          <a:p>
            <a:r>
              <a:rPr lang="en-US" sz="4000" b="0">
                <a:cs typeface="Calibri Light"/>
              </a:rPr>
              <a:t>MODULE 9</a:t>
            </a:r>
            <a:br>
              <a:rPr lang="en-US" b="0">
                <a:cs typeface="Calibri Light"/>
              </a:rPr>
            </a:br>
            <a:r>
              <a:rPr lang="en-US">
                <a:cs typeface="Calibri Light"/>
              </a:rPr>
              <a:t>Reporting</a:t>
            </a:r>
            <a:endParaRPr lang="en-US" sz="5800">
              <a:cs typeface="Calibri Light"/>
            </a:endParaRPr>
          </a:p>
        </p:txBody>
      </p:sp>
    </p:spTree>
    <p:extLst>
      <p:ext uri="{BB962C8B-B14F-4D97-AF65-F5344CB8AC3E}">
        <p14:creationId xmlns:p14="http://schemas.microsoft.com/office/powerpoint/2010/main" val="15713109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19658F-C393-CCB9-8539-C4ACEC20A1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Learning Objectives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6F2E022A-CF75-85B5-6EE4-14371269CD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>
              <a:lnSpc>
                <a:spcPct val="100000"/>
              </a:lnSpc>
              <a:spcBef>
                <a:spcPts val="1400"/>
              </a:spcBef>
              <a:buFont typeface="Arial" panose="020B0604020202020204" pitchFamily="34" charset="0"/>
              <a:buChar char="•"/>
            </a:pPr>
            <a:r>
              <a:rPr lang="en-US" sz="2400" dirty="0"/>
              <a:t>Explain the typical goals and contents of M&amp;V reports</a:t>
            </a:r>
          </a:p>
          <a:p>
            <a:pPr marL="457200" indent="-457200">
              <a:lnSpc>
                <a:spcPct val="100000"/>
              </a:lnSpc>
              <a:spcBef>
                <a:spcPts val="1400"/>
              </a:spcBef>
              <a:buFont typeface="Arial" panose="020B0604020202020204" pitchFamily="34" charset="0"/>
              <a:buChar char="•"/>
            </a:pPr>
            <a:r>
              <a:rPr lang="en-US" sz="2400" dirty="0"/>
              <a:t>Characterize the relationship between M&amp;V plans and reports</a:t>
            </a:r>
          </a:p>
          <a:p>
            <a:pPr marL="457200" indent="-457200">
              <a:spcBef>
                <a:spcPts val="1400"/>
              </a:spcBef>
              <a:buFont typeface="Arial" panose="020B0604020202020204" pitchFamily="34" charset="0"/>
              <a:buChar char="•"/>
            </a:pPr>
            <a:r>
              <a:rPr lang="en-US" sz="2400" dirty="0"/>
              <a:t>Discuss special considerations related to reporting in utility program contexts</a:t>
            </a:r>
          </a:p>
          <a:p>
            <a:pPr marL="457200" indent="-457200">
              <a:spcBef>
                <a:spcPts val="1400"/>
              </a:spcBef>
              <a:buFont typeface="Arial" panose="020B0604020202020204" pitchFamily="34" charset="0"/>
              <a:buChar char="•"/>
            </a:pPr>
            <a:r>
              <a:rPr lang="en-US" sz="2400" dirty="0"/>
              <a:t>Discuss the world of carbon emissions and ESG reporting</a:t>
            </a:r>
          </a:p>
          <a:p>
            <a:pPr marL="457200" indent="-457200">
              <a:spcBef>
                <a:spcPts val="1400"/>
              </a:spcBef>
              <a:buFont typeface="Arial" panose="020B0604020202020204" pitchFamily="34" charset="0"/>
              <a:buChar char="•"/>
            </a:pPr>
            <a:r>
              <a:rPr lang="en-US" sz="2400" dirty="0"/>
              <a:t>Building Standards – potential fines</a:t>
            </a:r>
          </a:p>
          <a:p>
            <a:pPr marL="457200" indent="-457200">
              <a:spcBef>
                <a:spcPts val="1400"/>
              </a:spcBef>
              <a:buFont typeface="Arial" panose="020B0604020202020204" pitchFamily="34" charset="0"/>
              <a:buChar char="•"/>
            </a:pPr>
            <a:r>
              <a:rPr lang="en-US" sz="2400" dirty="0"/>
              <a:t>Carbon Accounting</a:t>
            </a:r>
          </a:p>
          <a:p>
            <a:pPr>
              <a:spcBef>
                <a:spcPts val="1400"/>
              </a:spcBef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626077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39C73D-C8AB-FF3E-61DB-7EB67FB326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M&amp;V, Step by Step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95760B30-2092-7FFC-4999-3A912D541C5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01513788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8" name="Graphic 7">
            <a:extLst>
              <a:ext uri="{FF2B5EF4-FFF2-40B4-BE49-F238E27FC236}">
                <a16:creationId xmlns:a16="http://schemas.microsoft.com/office/drawing/2014/main" id="{C8CC1955-D205-8892-2836-94EF156FF02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314114" y="89019"/>
            <a:ext cx="914400" cy="914400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93D78E74-7CC6-7093-10A4-C4B0F525CF9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399714" y="89019"/>
            <a:ext cx="914400" cy="914400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47859F1B-04C4-D65A-5369-FEE0986F424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485314" y="89019"/>
            <a:ext cx="914400" cy="914400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231DFF54-A800-939A-722E-65C1A0FBD28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1228514" y="89019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59372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0E33FD8A-1F5A-B5F4-2787-B5C3A3A1FDA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314114" y="89019"/>
            <a:ext cx="914400" cy="9144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E3D31FD-9DBE-87DA-ABE3-E90C0D2361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Planning and Reporting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98F4AC-A0C8-4E18-A398-D0C636D5B2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spcBef>
                <a:spcPts val="1600"/>
              </a:spcBef>
              <a:buNone/>
            </a:pPr>
            <a:r>
              <a:rPr lang="en-US" sz="2400"/>
              <a:t>The report is the primary deliverable of most M&amp;V activities. For this reason, the M&amp;V plan should clearly describe expectations for the report.</a:t>
            </a:r>
          </a:p>
          <a:p>
            <a:pPr marL="0" indent="0">
              <a:lnSpc>
                <a:spcPct val="100000"/>
              </a:lnSpc>
              <a:spcBef>
                <a:spcPts val="1600"/>
              </a:spcBef>
              <a:buNone/>
            </a:pPr>
            <a:r>
              <a:rPr lang="en-US" sz="2400"/>
              <a:t>One straightforward way of showing stakeholders what they should expect from the report is to include a sample report as an appendix to the plan.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4A4FA197-947D-7795-C4EE-74AF612B56E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228514" y="89019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82886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1B0F50-DE60-86D6-BBB1-CCA79F0751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Valuation Methods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1E7263-0DD8-B659-F163-0600A0F9D2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700064"/>
          </a:xfrm>
        </p:spPr>
        <p:txBody>
          <a:bodyPr vert="horz" lIns="91440" tIns="45720" rIns="91440" bIns="45720" rtlCol="0" anchor="t">
            <a:normAutofit fontScale="92500" lnSpcReduction="10000"/>
          </a:bodyPr>
          <a:lstStyle/>
          <a:p>
            <a:pPr marL="0" indent="0">
              <a:lnSpc>
                <a:spcPct val="100000"/>
              </a:lnSpc>
              <a:spcBef>
                <a:spcPts val="1600"/>
              </a:spcBef>
              <a:buNone/>
            </a:pPr>
            <a:r>
              <a:rPr lang="en-US" sz="2400" dirty="0"/>
              <a:t>Most (but not all) M&amp;V plans describe how to “value” estimated reductions in dependent variables.</a:t>
            </a:r>
          </a:p>
          <a:p>
            <a:pPr marL="0" indent="0">
              <a:lnSpc>
                <a:spcPct val="100000"/>
              </a:lnSpc>
              <a:spcBef>
                <a:spcPts val="1600"/>
              </a:spcBef>
              <a:buNone/>
            </a:pPr>
            <a:r>
              <a:rPr lang="en-US" sz="2400" dirty="0"/>
              <a:t>Valuation methods can range from incredibly simple—for example, $0.12 per kWh saved—to incredibly complex.</a:t>
            </a:r>
            <a:endParaRPr lang="en-US" sz="2400" dirty="0">
              <a:cs typeface="Semplicita Pro"/>
            </a:endParaRPr>
          </a:p>
          <a:p>
            <a:r>
              <a:rPr lang="en-US" sz="2400" dirty="0">
                <a:cs typeface="Semplicita Pro"/>
              </a:rPr>
              <a:t>Stakeholders should agree upon the valuation method in advance of implementation.</a:t>
            </a:r>
          </a:p>
          <a:p>
            <a:r>
              <a:rPr lang="en-US" sz="2400" dirty="0"/>
              <a:t>Whatever the valuation method, it should be applied to </a:t>
            </a:r>
            <a:r>
              <a:rPr lang="en-US" sz="2400" b="1" dirty="0">
                <a:solidFill>
                  <a:srgbClr val="FF0000"/>
                </a:solidFill>
              </a:rPr>
              <a:t>both</a:t>
            </a:r>
            <a:r>
              <a:rPr lang="en-US" sz="2400" b="1" dirty="0"/>
              <a:t> </a:t>
            </a:r>
            <a:r>
              <a:rPr lang="en-US" sz="2400" dirty="0"/>
              <a:t>the </a:t>
            </a:r>
            <a:r>
              <a:rPr lang="en-US" sz="2400" dirty="0">
                <a:solidFill>
                  <a:schemeClr val="accent3"/>
                </a:solidFill>
              </a:rPr>
              <a:t>adjusted baseline </a:t>
            </a:r>
            <a:r>
              <a:rPr lang="en-US" sz="2400" dirty="0"/>
              <a:t>and </a:t>
            </a:r>
            <a:r>
              <a:rPr lang="en-US" sz="2400" dirty="0">
                <a:solidFill>
                  <a:schemeClr val="accent3"/>
                </a:solidFill>
              </a:rPr>
              <a:t>measured reporting</a:t>
            </a:r>
            <a:r>
              <a:rPr lang="en-US" sz="2400" dirty="0"/>
              <a:t> period values. </a:t>
            </a:r>
            <a:r>
              <a:rPr lang="en-US" sz="2400" dirty="0">
                <a:cs typeface="Semplicita Pro"/>
              </a:rPr>
              <a:t>  </a:t>
            </a:r>
          </a:p>
          <a:p>
            <a:pPr algn="ctr"/>
            <a:r>
              <a:rPr lang="en-US" sz="2400" dirty="0">
                <a:cs typeface="Semplicita Pro"/>
              </a:rPr>
              <a:t>Examples – </a:t>
            </a:r>
          </a:p>
          <a:p>
            <a:pPr algn="ctr"/>
            <a:r>
              <a:rPr lang="en-US" sz="1900" dirty="0">
                <a:cs typeface="Semplicita Pro"/>
              </a:rPr>
              <a:t>Energy_Value_Two_Streams_Simple_3Tier_v2_ALL.xlsx</a:t>
            </a:r>
          </a:p>
          <a:p>
            <a:pPr algn="ctr"/>
            <a:r>
              <a:rPr lang="en-US" sz="1900" dirty="0"/>
              <a:t>Energy_Value_8760_LoadShape_Savings.xlsx</a:t>
            </a: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37B68069-2B69-CBAD-7824-A136C6784EB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314114" y="89019"/>
            <a:ext cx="914400" cy="914400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B9F9C775-AD3A-5690-2D20-0E975861D57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399714" y="89019"/>
            <a:ext cx="914400" cy="914400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AEBDCB1F-924C-7901-0D01-E889A7F0A55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228514" y="89019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11071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1B0F50-DE60-86D6-BBB1-CCA79F0751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Valuation Methods</a:t>
            </a:r>
          </a:p>
        </p:txBody>
      </p:sp>
      <p:pic>
        <p:nvPicPr>
          <p:cNvPr id="14" name="Content Placeholder 13">
            <a:extLst>
              <a:ext uri="{FF2B5EF4-FFF2-40B4-BE49-F238E27FC236}">
                <a16:creationId xmlns:a16="http://schemas.microsoft.com/office/drawing/2014/main" id="{F7D6FE1B-5F2C-A471-E7CA-25707583A3F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700886" y="1690688"/>
            <a:ext cx="8790228" cy="4351338"/>
          </a:xfr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A68BDB0C-ED8C-D3A4-069E-C92B0B8C6C9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314114" y="89019"/>
            <a:ext cx="914400" cy="914400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15EF6FED-6729-0824-D7FA-C202722F795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399714" y="89019"/>
            <a:ext cx="914400" cy="914400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83B51262-BB6F-224E-8A5B-530A6290D3F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228514" y="89019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64378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5BA831-0651-3A72-BE3C-24611D0C6F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3BC146-8B4E-1B9F-01A2-CED63A8DF0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Valuation Methods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0A4E36D7-9F40-578C-D5D4-4B1493A07E2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314114" y="89019"/>
            <a:ext cx="914400" cy="914400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EB794D40-4D6A-59E0-D98F-5833DFC4128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399714" y="89019"/>
            <a:ext cx="914400" cy="914400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56818E67-8BEA-DF05-0A7D-6FEB2EF3DE1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228514" y="89019"/>
            <a:ext cx="914400" cy="914400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CA1D212-B2AD-E379-D3D5-9FCC3F7BAE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hlinkClick r:id="rId6"/>
              </a:rPr>
              <a:t>https://www.ethree.com/public_proceedings/energy-efficiency-calculator/?utm_</a:t>
            </a:r>
            <a:endParaRPr lang="en-US" dirty="0"/>
          </a:p>
          <a:p>
            <a:r>
              <a:rPr lang="en-US" dirty="0">
                <a:hlinkClick r:id="rId7"/>
              </a:rPr>
              <a:t>https://energycodeace.com/content/section-1002-calculation-of-time-dependent-valuation-tdv</a:t>
            </a:r>
            <a:endParaRPr lang="en-US" dirty="0"/>
          </a:p>
          <a:p>
            <a:r>
              <a:rPr lang="en-US" dirty="0">
                <a:hlinkClick r:id="rId8"/>
              </a:rPr>
              <a:t>https://www.cpuc.ca.gov/dercosteffectiveness?utm_</a:t>
            </a:r>
            <a:endParaRPr lang="en-US" dirty="0"/>
          </a:p>
          <a:p>
            <a:r>
              <a:rPr lang="en-US" dirty="0">
                <a:hlinkClick r:id="rId9"/>
              </a:rPr>
              <a:t>https://www.synapse-energy.com/sites/default/files/inline-images/AESC%202024.pdf?utm_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0823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0A00DF-4684-0C78-C218-50B3DE6C05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choose which set to use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8CD6AC-9844-D352-54A2-9007A5B3A0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b="1" dirty="0"/>
              <a:t>Program cost-effectiveness in CA</a:t>
            </a:r>
            <a:r>
              <a:rPr lang="en-US" dirty="0"/>
              <a:t> → CPUC </a:t>
            </a:r>
            <a:r>
              <a:rPr lang="en-US" b="1" dirty="0"/>
              <a:t>ACC</a:t>
            </a:r>
            <a:r>
              <a:rPr lang="en-US" dirty="0"/>
              <a:t>.</a:t>
            </a:r>
          </a:p>
          <a:p>
            <a:r>
              <a:rPr lang="en-US" b="1" dirty="0"/>
              <a:t>Building code compliance/analyses in CA</a:t>
            </a:r>
            <a:r>
              <a:rPr lang="en-US" dirty="0"/>
              <a:t> → </a:t>
            </a:r>
            <a:r>
              <a:rPr lang="en-US" b="1" dirty="0"/>
              <a:t>TDV</a:t>
            </a:r>
            <a:r>
              <a:rPr lang="en-US" dirty="0"/>
              <a:t> (and emerging Long-Term System Cost materials for 2025 code cycle).</a:t>
            </a:r>
          </a:p>
          <a:p>
            <a:r>
              <a:rPr lang="en-US" b="1" dirty="0"/>
              <a:t>EE program screening in New England/Mid-Atlantic</a:t>
            </a:r>
            <a:r>
              <a:rPr lang="en-US" dirty="0"/>
              <a:t> → </a:t>
            </a:r>
            <a:r>
              <a:rPr lang="en-US" b="1" dirty="0"/>
              <a:t>AESC 2024</a:t>
            </a:r>
            <a:r>
              <a:rPr lang="en-US" dirty="0"/>
              <a:t>.</a:t>
            </a:r>
          </a:p>
          <a:p>
            <a:r>
              <a:rPr lang="en-US" b="1" dirty="0"/>
              <a:t>New York utility BCA and DER tariffs</a:t>
            </a:r>
            <a:r>
              <a:rPr lang="en-US" dirty="0"/>
              <a:t> → </a:t>
            </a:r>
            <a:r>
              <a:rPr lang="en-US" b="1" dirty="0"/>
              <a:t>BCA Handbooks</a:t>
            </a:r>
            <a:r>
              <a:rPr lang="en-US" dirty="0"/>
              <a:t> and </a:t>
            </a:r>
            <a:r>
              <a:rPr lang="en-US" b="1" dirty="0"/>
              <a:t>VDER Value Stack</a:t>
            </a:r>
            <a:r>
              <a:rPr lang="en-US" dirty="0"/>
              <a:t>.</a:t>
            </a:r>
          </a:p>
          <a:p>
            <a:r>
              <a:rPr lang="en-US" b="1" dirty="0"/>
              <a:t>Pacific Northwest utility programs</a:t>
            </a:r>
            <a:r>
              <a:rPr lang="en-US" dirty="0"/>
              <a:t> → </a:t>
            </a:r>
            <a:r>
              <a:rPr lang="en-US" b="1" dirty="0"/>
              <a:t>Council/RTF/</a:t>
            </a:r>
            <a:r>
              <a:rPr lang="en-US" b="1" dirty="0" err="1"/>
              <a:t>ProCost</a:t>
            </a:r>
            <a:r>
              <a:rPr lang="en-US" dirty="0"/>
              <a:t> values.</a:t>
            </a:r>
            <a:br>
              <a:rPr lang="en-US" dirty="0"/>
            </a:br>
            <a:endParaRPr lang="en-US" dirty="0"/>
          </a:p>
          <a:p>
            <a:r>
              <a:rPr lang="en-US" dirty="0"/>
              <a:t>If you tell me which state(s) you’re teaching from, I can pull the exact current workbook(s) and point your students to the right tabs (e.g., hourly vs monthly values, capacity by season/shape, GHG adders).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73059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429052" y="274321"/>
            <a:ext cx="5333896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003366"/>
                </a:solidFill>
              </a:defRPr>
            </a:pPr>
            <a:r>
              <a:rPr sz="3200"/>
              <a:t>Why Load Shape Matters Now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81200" y="1188721"/>
            <a:ext cx="82296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C00000"/>
                </a:solidFill>
              </a:defRPr>
            </a:pPr>
            <a:r>
              <a:rPr sz="1400"/>
              <a:t>In an era of time-varying rates and real-time carbon accounting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438400" y="1920240"/>
            <a:ext cx="7315200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000000"/>
                </a:solidFill>
              </a:defRPr>
            </a:pPr>
            <a:r>
              <a:rPr sz="1600"/>
              <a:t>Energy rates vary by time-of-use (TOU), season, and demand charges</a:t>
            </a:r>
          </a:p>
          <a:p>
            <a:pPr>
              <a:defRPr sz="1600">
                <a:solidFill>
                  <a:srgbClr val="000000"/>
                </a:solidFill>
              </a:defRPr>
            </a:pPr>
            <a:endParaRPr sz="1600"/>
          </a:p>
          <a:p>
            <a:pPr>
              <a:defRPr sz="1600">
                <a:solidFill>
                  <a:srgbClr val="000000"/>
                </a:solidFill>
              </a:defRPr>
            </a:pPr>
            <a:r>
              <a:rPr sz="1600"/>
              <a:t>A kWh saved during peak hours is more valuable than off-peak</a:t>
            </a:r>
          </a:p>
          <a:p>
            <a:pPr>
              <a:defRPr sz="1600">
                <a:solidFill>
                  <a:srgbClr val="000000"/>
                </a:solidFill>
              </a:defRPr>
            </a:pPr>
            <a:endParaRPr sz="1600"/>
          </a:p>
          <a:p>
            <a:pPr>
              <a:defRPr sz="1600">
                <a:solidFill>
                  <a:srgbClr val="000000"/>
                </a:solidFill>
              </a:defRPr>
            </a:pPr>
            <a:r>
              <a:rPr sz="1600"/>
              <a:t>Load shape reveals the distribution of energy use over time</a:t>
            </a:r>
          </a:p>
          <a:p>
            <a:pPr>
              <a:defRPr sz="1600">
                <a:solidFill>
                  <a:srgbClr val="000000"/>
                </a:solidFill>
              </a:defRPr>
            </a:pPr>
            <a:endParaRPr sz="1600"/>
          </a:p>
          <a:p>
            <a:pPr>
              <a:defRPr sz="1600">
                <a:solidFill>
                  <a:srgbClr val="000000"/>
                </a:solidFill>
              </a:defRPr>
            </a:pPr>
            <a:r>
              <a:rPr sz="1600"/>
              <a:t>Traditional M&amp;V (total kWh) is insufficient for modern rate structures</a:t>
            </a:r>
          </a:p>
        </p:txBody>
      </p:sp>
      <p:sp>
        <p:nvSpPr>
          <p:cNvPr id="6" name="Rectangle 5"/>
          <p:cNvSpPr/>
          <p:nvPr/>
        </p:nvSpPr>
        <p:spPr>
          <a:xfrm>
            <a:off x="2895600" y="5303520"/>
            <a:ext cx="6400800" cy="731520"/>
          </a:xfrm>
          <a:prstGeom prst="rect">
            <a:avLst/>
          </a:prstGeom>
          <a:solidFill>
            <a:srgbClr val="0070C0"/>
          </a:solidFill>
          <a:ln w="1905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WHEN you save matters as much as HOW MUCH you save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81200" y="6217920"/>
            <a:ext cx="82296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46464"/>
                </a:solidFill>
              </a:defRPr>
            </a:pPr>
            <a:r>
              <a:rPr sz="1100"/>
              <a:t>Example: California moved to mandatory TOU rates. Same kWh savings now worth 2-3x more if timed correctly.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06CB748-36ED-9CF1-7997-42159D1533D9}"/>
              </a:ext>
            </a:extLst>
          </p:cNvPr>
          <p:cNvSpPr txBox="1"/>
          <p:nvPr/>
        </p:nvSpPr>
        <p:spPr>
          <a:xfrm>
            <a:off x="2277207" y="4369750"/>
            <a:ext cx="755259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hlinkClick r:id="rId2"/>
              </a:rPr>
              <a:t>https://cost-avoidance-</a:t>
            </a:r>
            <a:r>
              <a:rPr lang="en-US" sz="2800" dirty="0" err="1">
                <a:hlinkClick r:id="rId2"/>
              </a:rPr>
              <a:t>calculator.streamlit.app</a:t>
            </a:r>
            <a:endParaRPr lang="en-US" sz="28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237446" y="274321"/>
            <a:ext cx="3717108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003366"/>
                </a:solidFill>
              </a:defRPr>
            </a:pPr>
            <a:r>
              <a:rPr sz="3200"/>
              <a:t>What Is Load Shape?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55520" y="1188721"/>
            <a:ext cx="3657600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000000"/>
                </a:solidFill>
              </a:defRPr>
            </a:pPr>
            <a:r>
              <a:rPr sz="1600"/>
              <a:t>A profile of energy consumption across time:</a:t>
            </a:r>
          </a:p>
          <a:p>
            <a:pPr>
              <a:defRPr sz="1600">
                <a:solidFill>
                  <a:srgbClr val="000000"/>
                </a:solidFill>
              </a:defRPr>
            </a:pPr>
            <a:r>
              <a:rPr sz="1600"/>
              <a:t>• Hourly</a:t>
            </a:r>
          </a:p>
          <a:p>
            <a:pPr>
              <a:defRPr sz="1600">
                <a:solidFill>
                  <a:srgbClr val="000000"/>
                </a:solidFill>
              </a:defRPr>
            </a:pPr>
            <a:r>
              <a:rPr sz="1600"/>
              <a:t>• Daily</a:t>
            </a:r>
          </a:p>
          <a:p>
            <a:pPr>
              <a:defRPr sz="1600">
                <a:solidFill>
                  <a:srgbClr val="000000"/>
                </a:solidFill>
              </a:defRPr>
            </a:pPr>
            <a:r>
              <a:rPr sz="1600"/>
              <a:t>• Seasonally</a:t>
            </a:r>
          </a:p>
          <a:p>
            <a:pPr>
              <a:defRPr sz="1600">
                <a:solidFill>
                  <a:srgbClr val="000000"/>
                </a:solidFill>
              </a:defRPr>
            </a:pPr>
            <a:endParaRPr sz="1600"/>
          </a:p>
          <a:p>
            <a:pPr>
              <a:defRPr sz="1600">
                <a:solidFill>
                  <a:srgbClr val="000000"/>
                </a:solidFill>
              </a:defRPr>
            </a:pPr>
            <a:r>
              <a:rPr sz="1600"/>
              <a:t>Key for identifying:</a:t>
            </a:r>
          </a:p>
          <a:p>
            <a:pPr>
              <a:defRPr sz="1600">
                <a:solidFill>
                  <a:srgbClr val="000000"/>
                </a:solidFill>
              </a:defRPr>
            </a:pPr>
            <a:r>
              <a:rPr sz="1600"/>
              <a:t>• Demand peaks</a:t>
            </a:r>
          </a:p>
          <a:p>
            <a:pPr>
              <a:defRPr sz="1600">
                <a:solidFill>
                  <a:srgbClr val="000000"/>
                </a:solidFill>
              </a:defRPr>
            </a:pPr>
            <a:r>
              <a:rPr sz="1600"/>
              <a:t>• Valley periods</a:t>
            </a:r>
          </a:p>
          <a:p>
            <a:pPr>
              <a:defRPr sz="1600">
                <a:solidFill>
                  <a:srgbClr val="000000"/>
                </a:solidFill>
              </a:defRPr>
            </a:pPr>
            <a:r>
              <a:rPr sz="1600"/>
              <a:t>• Timing of use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0" y="1188721"/>
            <a:ext cx="41148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3366"/>
                </a:solidFill>
              </a:defRPr>
            </a:pPr>
            <a:r>
              <a:rPr sz="1400"/>
              <a:t>24-Hour Load Profile Example</a:t>
            </a:r>
          </a:p>
        </p:txBody>
      </p:sp>
      <p:sp>
        <p:nvSpPr>
          <p:cNvPr id="6" name="Rectangle 5"/>
          <p:cNvSpPr/>
          <p:nvPr/>
        </p:nvSpPr>
        <p:spPr>
          <a:xfrm>
            <a:off x="6096000" y="2926080"/>
            <a:ext cx="137160" cy="274320"/>
          </a:xfrm>
          <a:prstGeom prst="rect">
            <a:avLst/>
          </a:prstGeom>
          <a:solidFill>
            <a:srgbClr val="646496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260592" y="2926080"/>
            <a:ext cx="137160" cy="274320"/>
          </a:xfrm>
          <a:prstGeom prst="rect">
            <a:avLst/>
          </a:prstGeom>
          <a:solidFill>
            <a:srgbClr val="646496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425184" y="2926080"/>
            <a:ext cx="137160" cy="274320"/>
          </a:xfrm>
          <a:prstGeom prst="rect">
            <a:avLst/>
          </a:prstGeom>
          <a:solidFill>
            <a:srgbClr val="646496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589776" y="2926080"/>
            <a:ext cx="137160" cy="274320"/>
          </a:xfrm>
          <a:prstGeom prst="rect">
            <a:avLst/>
          </a:prstGeom>
          <a:solidFill>
            <a:srgbClr val="646496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754368" y="2834640"/>
            <a:ext cx="137160" cy="365760"/>
          </a:xfrm>
          <a:prstGeom prst="rect">
            <a:avLst/>
          </a:prstGeom>
          <a:solidFill>
            <a:srgbClr val="646496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918960" y="2651760"/>
            <a:ext cx="137160" cy="548640"/>
          </a:xfrm>
          <a:prstGeom prst="rect">
            <a:avLst/>
          </a:prstGeom>
          <a:solidFill>
            <a:srgbClr val="646496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083552" y="2468880"/>
            <a:ext cx="137160" cy="731520"/>
          </a:xfrm>
          <a:prstGeom prst="rect">
            <a:avLst/>
          </a:prstGeom>
          <a:solidFill>
            <a:srgbClr val="969664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7248144" y="2286000"/>
            <a:ext cx="137160" cy="914400"/>
          </a:xfrm>
          <a:prstGeom prst="rect">
            <a:avLst/>
          </a:prstGeom>
          <a:solidFill>
            <a:srgbClr val="969664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412736" y="2194560"/>
            <a:ext cx="137160" cy="1005840"/>
          </a:xfrm>
          <a:prstGeom prst="rect">
            <a:avLst/>
          </a:prstGeom>
          <a:solidFill>
            <a:srgbClr val="969664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577328" y="2103120"/>
            <a:ext cx="137160" cy="1097280"/>
          </a:xfrm>
          <a:prstGeom prst="rect">
            <a:avLst/>
          </a:prstGeom>
          <a:solidFill>
            <a:srgbClr val="969664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7741920" y="2194560"/>
            <a:ext cx="137160" cy="1005840"/>
          </a:xfrm>
          <a:prstGeom prst="rect">
            <a:avLst/>
          </a:prstGeom>
          <a:solidFill>
            <a:srgbClr val="969664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906512" y="2286000"/>
            <a:ext cx="137160" cy="914400"/>
          </a:xfrm>
          <a:prstGeom prst="rect">
            <a:avLst/>
          </a:prstGeom>
          <a:solidFill>
            <a:srgbClr val="969664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071104" y="2194560"/>
            <a:ext cx="137160" cy="1005840"/>
          </a:xfrm>
          <a:prstGeom prst="rect">
            <a:avLst/>
          </a:prstGeom>
          <a:solidFill>
            <a:srgbClr val="969664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235696" y="2286000"/>
            <a:ext cx="137160" cy="914400"/>
          </a:xfrm>
          <a:prstGeom prst="rect">
            <a:avLst/>
          </a:prstGeom>
          <a:solidFill>
            <a:srgbClr val="969664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8400288" y="2286000"/>
            <a:ext cx="137160" cy="914400"/>
          </a:xfrm>
          <a:prstGeom prst="rect">
            <a:avLst/>
          </a:prstGeom>
          <a:solidFill>
            <a:srgbClr val="969664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8564879" y="2194560"/>
            <a:ext cx="137160" cy="1005840"/>
          </a:xfrm>
          <a:prstGeom prst="rect">
            <a:avLst/>
          </a:prstGeom>
          <a:solidFill>
            <a:srgbClr val="969664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8729472" y="2011680"/>
            <a:ext cx="137160" cy="1188720"/>
          </a:xfrm>
          <a:prstGeom prst="rect">
            <a:avLst/>
          </a:prstGeom>
          <a:solidFill>
            <a:srgbClr val="C83232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8894064" y="1920240"/>
            <a:ext cx="137160" cy="1280160"/>
          </a:xfrm>
          <a:prstGeom prst="rect">
            <a:avLst/>
          </a:prstGeom>
          <a:solidFill>
            <a:srgbClr val="C83232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9058656" y="2011680"/>
            <a:ext cx="137160" cy="1188720"/>
          </a:xfrm>
          <a:prstGeom prst="rect">
            <a:avLst/>
          </a:prstGeom>
          <a:solidFill>
            <a:srgbClr val="C83232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9223248" y="2194560"/>
            <a:ext cx="137160" cy="1005840"/>
          </a:xfrm>
          <a:prstGeom prst="rect">
            <a:avLst/>
          </a:prstGeom>
          <a:solidFill>
            <a:srgbClr val="C83232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9387840" y="2377440"/>
            <a:ext cx="137160" cy="822960"/>
          </a:xfrm>
          <a:prstGeom prst="rect">
            <a:avLst/>
          </a:prstGeom>
          <a:solidFill>
            <a:srgbClr val="C83232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9552431" y="2560320"/>
            <a:ext cx="137160" cy="640080"/>
          </a:xfrm>
          <a:prstGeom prst="rect">
            <a:avLst/>
          </a:prstGeom>
          <a:solidFill>
            <a:srgbClr val="969664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9717024" y="2743200"/>
            <a:ext cx="137160" cy="457200"/>
          </a:xfrm>
          <a:prstGeom prst="rect">
            <a:avLst/>
          </a:prstGeom>
          <a:solidFill>
            <a:srgbClr val="646496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9881616" y="2834640"/>
            <a:ext cx="137160" cy="365760"/>
          </a:xfrm>
          <a:prstGeom prst="rect">
            <a:avLst/>
          </a:prstGeom>
          <a:solidFill>
            <a:srgbClr val="646496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6096000" y="4297680"/>
            <a:ext cx="1188720" cy="365760"/>
          </a:xfrm>
          <a:prstGeom prst="rect">
            <a:avLst/>
          </a:prstGeom>
          <a:solidFill>
            <a:srgbClr val="646496"/>
          </a:solidFill>
          <a:ln w="1905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rPr sz="1000"/>
              <a:t>Off-Peak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376160" y="4297680"/>
            <a:ext cx="1188720" cy="365760"/>
          </a:xfrm>
          <a:prstGeom prst="rect">
            <a:avLst/>
          </a:prstGeom>
          <a:solidFill>
            <a:srgbClr val="969664"/>
          </a:solidFill>
          <a:ln w="1905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rPr sz="1000"/>
              <a:t>Mid-Peak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656320" y="4297680"/>
            <a:ext cx="1188720" cy="365760"/>
          </a:xfrm>
          <a:prstGeom prst="rect">
            <a:avLst/>
          </a:prstGeom>
          <a:solidFill>
            <a:srgbClr val="C83232"/>
          </a:solidFill>
          <a:ln w="1905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rPr sz="1000"/>
              <a:t>On-Peak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255520" y="3200401"/>
            <a:ext cx="3657600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000000"/>
                </a:solidFill>
              </a:defRPr>
            </a:pPr>
            <a:r>
              <a:rPr sz="1400"/>
              <a:t>Enables modeling of:</a:t>
            </a:r>
          </a:p>
          <a:p>
            <a:pPr>
              <a:defRPr sz="1400" b="0">
                <a:solidFill>
                  <a:srgbClr val="000000"/>
                </a:solidFill>
              </a:defRPr>
            </a:pPr>
            <a:r>
              <a:rPr sz="1400"/>
              <a:t>• Cost impacts</a:t>
            </a:r>
          </a:p>
          <a:p>
            <a:pPr>
              <a:defRPr sz="1400" b="0">
                <a:solidFill>
                  <a:srgbClr val="000000"/>
                </a:solidFill>
              </a:defRPr>
            </a:pPr>
            <a:r>
              <a:rPr sz="1400"/>
              <a:t>• Carbon intensity</a:t>
            </a:r>
          </a:p>
          <a:p>
            <a:pPr>
              <a:defRPr sz="1400" b="0">
                <a:solidFill>
                  <a:srgbClr val="000000"/>
                </a:solidFill>
              </a:defRPr>
            </a:pPr>
            <a:r>
              <a:rPr sz="1400"/>
              <a:t>• Grid stress</a:t>
            </a:r>
          </a:p>
          <a:p>
            <a:pPr>
              <a:defRPr sz="1400" b="0">
                <a:solidFill>
                  <a:srgbClr val="000000"/>
                </a:solidFill>
              </a:defRPr>
            </a:pPr>
            <a:r>
              <a:rPr sz="1400"/>
              <a:t>• Targeted efficiency measures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096000" y="4846321"/>
            <a:ext cx="41148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003366"/>
                </a:solidFill>
              </a:defRPr>
            </a:pPr>
            <a:r>
              <a:rPr sz="1200"/>
              <a:t>Critical Insight:</a:t>
            </a:r>
          </a:p>
          <a:p>
            <a:pPr>
              <a:defRPr sz="1200" b="0">
                <a:solidFill>
                  <a:srgbClr val="003366"/>
                </a:solidFill>
              </a:defRPr>
            </a:pPr>
            <a:r>
              <a:rPr sz="1200"/>
              <a:t>Reducing peak load has disproportionate value:</a:t>
            </a:r>
          </a:p>
          <a:p>
            <a:pPr>
              <a:defRPr sz="1200" b="0">
                <a:solidFill>
                  <a:srgbClr val="003366"/>
                </a:solidFill>
              </a:defRPr>
            </a:pPr>
            <a:r>
              <a:rPr sz="1200"/>
              <a:t>• Higher energy rates</a:t>
            </a:r>
          </a:p>
          <a:p>
            <a:pPr>
              <a:defRPr sz="1200" b="0">
                <a:solidFill>
                  <a:srgbClr val="003366"/>
                </a:solidFill>
              </a:defRPr>
            </a:pPr>
            <a:r>
              <a:rPr sz="1200"/>
              <a:t>• Demand charge savings</a:t>
            </a:r>
          </a:p>
          <a:p>
            <a:pPr>
              <a:defRPr sz="1200" b="0">
                <a:solidFill>
                  <a:srgbClr val="003366"/>
                </a:solidFill>
              </a:defRPr>
            </a:pPr>
            <a:r>
              <a:rPr sz="1200"/>
              <a:t>• Higher carbon intensity</a:t>
            </a:r>
          </a:p>
          <a:p>
            <a:pPr>
              <a:defRPr sz="1200" b="0">
                <a:solidFill>
                  <a:srgbClr val="003366"/>
                </a:solidFill>
              </a:defRPr>
            </a:pPr>
            <a:r>
              <a:rPr sz="1200"/>
              <a:t>• Grid reliability benefits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440177" y="274321"/>
            <a:ext cx="5311647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003366"/>
                </a:solidFill>
              </a:defRPr>
            </a:pPr>
            <a:r>
              <a:rPr sz="3200"/>
              <a:t>Shifting from kWh to $ 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81200" y="1188720"/>
            <a:ext cx="82296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C00000"/>
                </a:solidFill>
              </a:defRPr>
            </a:pPr>
            <a:r>
              <a:rPr sz="1600"/>
              <a:t>Same energy, different value</a:t>
            </a:r>
          </a:p>
        </p:txBody>
      </p:sp>
      <p:sp>
        <p:nvSpPr>
          <p:cNvPr id="5" name="Rectangle 4"/>
          <p:cNvSpPr/>
          <p:nvPr/>
        </p:nvSpPr>
        <p:spPr>
          <a:xfrm>
            <a:off x="2255520" y="1828800"/>
            <a:ext cx="3657600" cy="548640"/>
          </a:xfrm>
          <a:prstGeom prst="rect">
            <a:avLst/>
          </a:prstGeom>
          <a:solidFill>
            <a:srgbClr val="A5A5A5"/>
          </a:solidFill>
          <a:ln w="1905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rPr sz="1400"/>
              <a:t>Traditional M&amp;V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55520" y="2468880"/>
            <a:ext cx="3657600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000000"/>
                </a:solidFill>
              </a:defRPr>
            </a:pPr>
            <a:r>
              <a:rPr sz="1600"/>
              <a:t>Focused on energy (kWh) savings</a:t>
            </a:r>
          </a:p>
          <a:p>
            <a:pPr>
              <a:defRPr sz="1600">
                <a:solidFill>
                  <a:srgbClr val="000000"/>
                </a:solidFill>
              </a:defRPr>
            </a:pPr>
            <a:endParaRPr sz="1600"/>
          </a:p>
          <a:p>
            <a:pPr>
              <a:defRPr sz="1600">
                <a:solidFill>
                  <a:srgbClr val="000000"/>
                </a:solidFill>
              </a:defRPr>
            </a:pPr>
            <a:r>
              <a:rPr sz="1600"/>
              <a:t>Total annual reduction</a:t>
            </a:r>
          </a:p>
          <a:p>
            <a:pPr>
              <a:defRPr sz="1600">
                <a:solidFill>
                  <a:srgbClr val="000000"/>
                </a:solidFill>
              </a:defRPr>
            </a:pPr>
            <a:endParaRPr sz="1600"/>
          </a:p>
          <a:p>
            <a:pPr>
              <a:defRPr sz="1600">
                <a:solidFill>
                  <a:srgbClr val="000000"/>
                </a:solidFill>
              </a:defRPr>
            </a:pPr>
            <a:r>
              <a:rPr sz="1600"/>
              <a:t>Flat rate assumption</a:t>
            </a:r>
          </a:p>
          <a:p>
            <a:pPr>
              <a:defRPr sz="1600">
                <a:solidFill>
                  <a:srgbClr val="000000"/>
                </a:solidFill>
              </a:defRPr>
            </a:pPr>
            <a:endParaRPr sz="1600"/>
          </a:p>
          <a:p>
            <a:pPr>
              <a:defRPr sz="1600">
                <a:solidFill>
                  <a:srgbClr val="000000"/>
                </a:solidFill>
              </a:defRPr>
            </a:pPr>
            <a:r>
              <a:rPr sz="1600"/>
              <a:t>Example: 365,000 kWh saved</a:t>
            </a:r>
          </a:p>
        </p:txBody>
      </p:sp>
      <p:sp>
        <p:nvSpPr>
          <p:cNvPr id="7" name="Rectangle 6"/>
          <p:cNvSpPr/>
          <p:nvPr/>
        </p:nvSpPr>
        <p:spPr>
          <a:xfrm>
            <a:off x="6278880" y="1828800"/>
            <a:ext cx="3657600" cy="548640"/>
          </a:xfrm>
          <a:prstGeom prst="rect">
            <a:avLst/>
          </a:prstGeom>
          <a:solidFill>
            <a:srgbClr val="0070C0"/>
          </a:solidFill>
          <a:ln w="1905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rPr sz="1400"/>
              <a:t>Modern M&amp;V 2.0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78880" y="2468880"/>
            <a:ext cx="3657600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000000"/>
                </a:solidFill>
              </a:defRPr>
            </a:pPr>
            <a:r>
              <a:rPr sz="1600"/>
              <a:t>Time-specific impacts monetized</a:t>
            </a:r>
          </a:p>
          <a:p>
            <a:pPr>
              <a:defRPr sz="1600">
                <a:solidFill>
                  <a:srgbClr val="000000"/>
                </a:solidFill>
              </a:defRPr>
            </a:pPr>
            <a:endParaRPr sz="1600"/>
          </a:p>
          <a:p>
            <a:pPr>
              <a:defRPr sz="1600">
                <a:solidFill>
                  <a:srgbClr val="000000"/>
                </a:solidFill>
              </a:defRPr>
            </a:pPr>
            <a:r>
              <a:rPr sz="1600"/>
              <a:t>Hourly/seasonal distribution</a:t>
            </a:r>
          </a:p>
          <a:p>
            <a:pPr>
              <a:defRPr sz="1600">
                <a:solidFill>
                  <a:srgbClr val="000000"/>
                </a:solidFill>
              </a:defRPr>
            </a:pPr>
            <a:endParaRPr sz="1600"/>
          </a:p>
          <a:p>
            <a:pPr>
              <a:defRPr sz="1600">
                <a:solidFill>
                  <a:srgbClr val="000000"/>
                </a:solidFill>
              </a:defRPr>
            </a:pPr>
            <a:r>
              <a:rPr sz="1600"/>
              <a:t>TOU rate structures</a:t>
            </a:r>
          </a:p>
          <a:p>
            <a:pPr>
              <a:defRPr sz="1600">
                <a:solidFill>
                  <a:srgbClr val="000000"/>
                </a:solidFill>
              </a:defRPr>
            </a:pPr>
            <a:endParaRPr sz="1600"/>
          </a:p>
          <a:p>
            <a:pPr>
              <a:defRPr sz="1600">
                <a:solidFill>
                  <a:srgbClr val="000000"/>
                </a:solidFill>
              </a:defRPr>
            </a:pPr>
            <a:r>
              <a:rPr sz="1600"/>
              <a:t>Savings ≠ Value unless shaped</a:t>
            </a:r>
          </a:p>
        </p:txBody>
      </p:sp>
      <p:sp>
        <p:nvSpPr>
          <p:cNvPr id="9" name="Rectangle 8"/>
          <p:cNvSpPr/>
          <p:nvPr/>
        </p:nvSpPr>
        <p:spPr>
          <a:xfrm>
            <a:off x="2438400" y="4297680"/>
            <a:ext cx="7315200" cy="457200"/>
          </a:xfrm>
          <a:prstGeom prst="rect">
            <a:avLst/>
          </a:prstGeom>
          <a:solidFill>
            <a:srgbClr val="003366"/>
          </a:solidFill>
          <a:ln w="1905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rPr sz="1400"/>
              <a:t>Example: Same 1,000 kWh Saved - Different Times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2438400" y="4846320"/>
            <a:ext cx="3474720" cy="1097280"/>
          </a:xfrm>
          <a:prstGeom prst="rect">
            <a:avLst/>
          </a:prstGeom>
          <a:solidFill>
            <a:srgbClr val="DCDCFF"/>
          </a:solidFill>
          <a:ln w="1905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000000"/>
                </a:solidFill>
              </a:defRPr>
            </a:pPr>
            <a:r>
              <a:rPr sz="1300"/>
              <a:t>Off-Peak Savings:</a:t>
            </a:r>
          </a:p>
          <a:p>
            <a:pPr algn="ctr">
              <a:defRPr sz="1300" b="1">
                <a:solidFill>
                  <a:srgbClr val="000000"/>
                </a:solidFill>
              </a:defRPr>
            </a:pPr>
            <a:r>
              <a:rPr sz="1300"/>
              <a:t>1,000 kWh @ $0.08/kWh</a:t>
            </a:r>
          </a:p>
          <a:p>
            <a:pPr algn="ctr">
              <a:defRPr sz="1300" b="1">
                <a:solidFill>
                  <a:srgbClr val="000000"/>
                </a:solidFill>
              </a:defRPr>
            </a:pPr>
            <a:r>
              <a:rPr sz="1300"/>
              <a:t>= $80 value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78880" y="4846320"/>
            <a:ext cx="3474720" cy="1097280"/>
          </a:xfrm>
          <a:prstGeom prst="rect">
            <a:avLst/>
          </a:prstGeom>
          <a:solidFill>
            <a:srgbClr val="FFC8C8"/>
          </a:solidFill>
          <a:ln w="1905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000000"/>
                </a:solidFill>
              </a:defRPr>
            </a:pPr>
            <a:r>
              <a:rPr sz="1300"/>
              <a:t>On-Peak Savings:</a:t>
            </a:r>
          </a:p>
          <a:p>
            <a:pPr algn="ctr">
              <a:defRPr sz="1300" b="1">
                <a:solidFill>
                  <a:srgbClr val="000000"/>
                </a:solidFill>
              </a:defRPr>
            </a:pPr>
            <a:r>
              <a:rPr sz="1300"/>
              <a:t>1,000 kWh @ $0.25/kWh</a:t>
            </a:r>
          </a:p>
          <a:p>
            <a:pPr algn="ctr">
              <a:defRPr sz="1300" b="1">
                <a:solidFill>
                  <a:srgbClr val="000000"/>
                </a:solidFill>
              </a:defRPr>
            </a:pPr>
            <a:r>
              <a:rPr sz="1300"/>
              <a:t>= $250 value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38400" y="6035040"/>
            <a:ext cx="73152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C00000"/>
                </a:solidFill>
              </a:defRPr>
            </a:pPr>
            <a:r>
              <a:rPr sz="1400"/>
              <a:t>Same energy, 3x the value!</a:t>
            </a:r>
          </a:p>
          <a:p>
            <a:pPr algn="ctr">
              <a:defRPr sz="1400" b="1">
                <a:solidFill>
                  <a:srgbClr val="C00000"/>
                </a:solidFill>
              </a:defRPr>
            </a:pPr>
            <a:r>
              <a:rPr sz="1400"/>
              <a:t>Plus additional demand charge savings during peak periods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225567" y="274321"/>
            <a:ext cx="5740866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003366"/>
                </a:solidFill>
              </a:defRPr>
            </a:pPr>
            <a:r>
              <a:rPr sz="3200"/>
              <a:t>Designing for Load Shape 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81200" y="1188721"/>
            <a:ext cx="82296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70C0"/>
                </a:solidFill>
              </a:defRPr>
            </a:pPr>
            <a:r>
              <a:rPr sz="1400"/>
              <a:t>Optimize not just QUANTITY saved, but WHEN it's saved</a:t>
            </a:r>
          </a:p>
        </p:txBody>
      </p:sp>
      <p:sp>
        <p:nvSpPr>
          <p:cNvPr id="5" name="Rectangle 4"/>
          <p:cNvSpPr/>
          <p:nvPr/>
        </p:nvSpPr>
        <p:spPr>
          <a:xfrm>
            <a:off x="2255520" y="1920240"/>
            <a:ext cx="3657600" cy="548640"/>
          </a:xfrm>
          <a:prstGeom prst="rect">
            <a:avLst/>
          </a:prstGeom>
          <a:solidFill>
            <a:srgbClr val="C83232"/>
          </a:solidFill>
          <a:ln w="1905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rPr sz="1300"/>
              <a:t>Target High-Value Periods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55520" y="2560321"/>
            <a:ext cx="36576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000000"/>
                </a:solidFill>
              </a:defRPr>
            </a:pPr>
            <a:r>
              <a:rPr sz="1200"/>
              <a:t>Focus on peak hours</a:t>
            </a:r>
          </a:p>
          <a:p>
            <a:pPr>
              <a:defRPr sz="1200" b="0">
                <a:solidFill>
                  <a:srgbClr val="000000"/>
                </a:solidFill>
              </a:defRPr>
            </a:pPr>
            <a:r>
              <a:rPr sz="1200"/>
              <a:t>High-price times</a:t>
            </a:r>
          </a:p>
          <a:p>
            <a:pPr>
              <a:defRPr sz="1200" b="0">
                <a:solidFill>
                  <a:srgbClr val="000000"/>
                </a:solidFill>
              </a:defRPr>
            </a:pPr>
            <a:r>
              <a:rPr sz="1200"/>
              <a:t>High-carbon intensity</a:t>
            </a:r>
          </a:p>
        </p:txBody>
      </p:sp>
      <p:sp>
        <p:nvSpPr>
          <p:cNvPr id="7" name="Rectangle 6"/>
          <p:cNvSpPr/>
          <p:nvPr/>
        </p:nvSpPr>
        <p:spPr>
          <a:xfrm>
            <a:off x="6096000" y="1920240"/>
            <a:ext cx="3657600" cy="548640"/>
          </a:xfrm>
          <a:prstGeom prst="rect">
            <a:avLst/>
          </a:prstGeom>
          <a:solidFill>
            <a:srgbClr val="0070C0"/>
          </a:solidFill>
          <a:ln w="1905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rPr sz="1300"/>
              <a:t>Use Interval Data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0" y="2560321"/>
            <a:ext cx="36576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000000"/>
                </a:solidFill>
              </a:defRPr>
            </a:pPr>
            <a:r>
              <a:rPr sz="1200"/>
              <a:t>Hourly or 15-min data</a:t>
            </a:r>
          </a:p>
          <a:p>
            <a:pPr>
              <a:defRPr sz="1200" b="0">
                <a:solidFill>
                  <a:srgbClr val="000000"/>
                </a:solidFill>
              </a:defRPr>
            </a:pPr>
            <a:r>
              <a:rPr sz="1200"/>
              <a:t>Time-varying rate models</a:t>
            </a:r>
          </a:p>
          <a:p>
            <a:pPr>
              <a:defRPr sz="1200" b="0">
                <a:solidFill>
                  <a:srgbClr val="000000"/>
                </a:solidFill>
              </a:defRPr>
            </a:pPr>
            <a:r>
              <a:rPr sz="1200"/>
              <a:t>8760 analysis</a:t>
            </a:r>
          </a:p>
        </p:txBody>
      </p:sp>
      <p:sp>
        <p:nvSpPr>
          <p:cNvPr id="9" name="Rectangle 8"/>
          <p:cNvSpPr/>
          <p:nvPr/>
        </p:nvSpPr>
        <p:spPr>
          <a:xfrm>
            <a:off x="2255520" y="3931920"/>
            <a:ext cx="3657600" cy="548640"/>
          </a:xfrm>
          <a:prstGeom prst="rect">
            <a:avLst/>
          </a:prstGeom>
          <a:solidFill>
            <a:srgbClr val="00B050"/>
          </a:solidFill>
          <a:ln w="1905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rPr sz="1300"/>
              <a:t>Load Shifting Strategies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55520" y="4572001"/>
            <a:ext cx="36576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000000"/>
                </a:solidFill>
              </a:defRPr>
            </a:pPr>
            <a:r>
              <a:rPr sz="1200"/>
              <a:t>Battery storage</a:t>
            </a:r>
          </a:p>
          <a:p>
            <a:pPr>
              <a:defRPr sz="1200" b="0">
                <a:solidFill>
                  <a:srgbClr val="000000"/>
                </a:solidFill>
              </a:defRPr>
            </a:pPr>
            <a:r>
              <a:rPr sz="1200"/>
              <a:t>Demand response</a:t>
            </a:r>
          </a:p>
          <a:p>
            <a:pPr>
              <a:defRPr sz="1200" b="0">
                <a:solidFill>
                  <a:srgbClr val="000000"/>
                </a:solidFill>
              </a:defRPr>
            </a:pPr>
            <a:r>
              <a:rPr sz="1200"/>
              <a:t>Thermal storage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96000" y="3931920"/>
            <a:ext cx="3657600" cy="548640"/>
          </a:xfrm>
          <a:prstGeom prst="rect">
            <a:avLst/>
          </a:prstGeom>
          <a:solidFill>
            <a:srgbClr val="7030A0"/>
          </a:solidFill>
          <a:ln w="1905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rPr sz="1300"/>
              <a:t>Grid-Aware Controls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0" y="4572001"/>
            <a:ext cx="36576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000000"/>
                </a:solidFill>
              </a:defRPr>
            </a:pPr>
            <a:r>
              <a:rPr sz="1200"/>
              <a:t>Real-time pricing signals</a:t>
            </a:r>
          </a:p>
          <a:p>
            <a:pPr>
              <a:defRPr sz="1200" b="0">
                <a:solidFill>
                  <a:srgbClr val="000000"/>
                </a:solidFill>
              </a:defRPr>
            </a:pPr>
            <a:r>
              <a:rPr sz="1200"/>
              <a:t>Carbon intensity tracking</a:t>
            </a:r>
          </a:p>
          <a:p>
            <a:pPr>
              <a:defRPr sz="1200" b="0">
                <a:solidFill>
                  <a:srgbClr val="000000"/>
                </a:solidFill>
              </a:defRPr>
            </a:pPr>
            <a:r>
              <a:rPr sz="1200"/>
              <a:t>Dynamic optimization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895600" y="5669280"/>
            <a:ext cx="6400800" cy="822960"/>
          </a:xfrm>
          <a:prstGeom prst="rect">
            <a:avLst/>
          </a:prstGeom>
          <a:solidFill>
            <a:srgbClr val="003366"/>
          </a:solidFill>
          <a:ln w="1905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rPr sz="1400"/>
              <a:t>M&amp;V must capture WHEN savings occur</a:t>
            </a:r>
          </a:p>
          <a:p>
            <a:pPr algn="ctr">
              <a:defRPr sz="1400" b="1">
                <a:solidFill>
                  <a:srgbClr val="FFFFFF"/>
                </a:solidFill>
              </a:defRPr>
            </a:pPr>
            <a:r>
              <a:rPr sz="1400"/>
              <a:t>Not just total kWh, but the hourly/seasonal distribution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273512" y="274321"/>
            <a:ext cx="7644977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003366"/>
                </a:solidFill>
              </a:defRPr>
            </a:pPr>
            <a:r>
              <a:rPr sz="3200"/>
              <a:t>Communicating Load Shape to Stakeholders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55520" y="1188720"/>
            <a:ext cx="3657600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000000"/>
                </a:solidFill>
              </a:defRPr>
            </a:pPr>
            <a:r>
              <a:rPr sz="1600" dirty="0"/>
              <a:t>Visual tools make timing impacts intuitive:</a:t>
            </a:r>
          </a:p>
          <a:p>
            <a:pPr>
              <a:defRPr sz="1600">
                <a:solidFill>
                  <a:srgbClr val="000000"/>
                </a:solidFill>
              </a:defRPr>
            </a:pPr>
            <a:endParaRPr sz="1600" dirty="0"/>
          </a:p>
          <a:p>
            <a:pPr>
              <a:defRPr sz="1600">
                <a:solidFill>
                  <a:srgbClr val="000000"/>
                </a:solidFill>
              </a:defRPr>
            </a:pPr>
            <a:r>
              <a:rPr sz="1600" dirty="0"/>
              <a:t>• Heatmaps (8760 hours)</a:t>
            </a:r>
          </a:p>
          <a:p>
            <a:pPr>
              <a:defRPr sz="1600">
                <a:solidFill>
                  <a:srgbClr val="000000"/>
                </a:solidFill>
              </a:defRPr>
            </a:pPr>
            <a:r>
              <a:rPr sz="1600" dirty="0"/>
              <a:t>• Hourly load plots</a:t>
            </a:r>
          </a:p>
          <a:p>
            <a:pPr>
              <a:defRPr sz="1600">
                <a:solidFill>
                  <a:srgbClr val="000000"/>
                </a:solidFill>
              </a:defRPr>
            </a:pPr>
            <a:r>
              <a:rPr sz="1600" dirty="0"/>
              <a:t>• Carpet plots</a:t>
            </a:r>
          </a:p>
          <a:p>
            <a:pPr>
              <a:defRPr sz="1600">
                <a:solidFill>
                  <a:srgbClr val="000000"/>
                </a:solidFill>
              </a:defRPr>
            </a:pPr>
            <a:r>
              <a:rPr sz="1600" dirty="0"/>
              <a:t>• Time-of-day comparisons</a:t>
            </a:r>
          </a:p>
          <a:p>
            <a:pPr>
              <a:defRPr sz="1600">
                <a:solidFill>
                  <a:srgbClr val="000000"/>
                </a:solidFill>
              </a:defRPr>
            </a:pPr>
            <a:endParaRPr sz="1600" dirty="0"/>
          </a:p>
          <a:p>
            <a:pPr>
              <a:defRPr sz="1600">
                <a:solidFill>
                  <a:srgbClr val="000000"/>
                </a:solidFill>
              </a:defRPr>
            </a:pPr>
            <a:r>
              <a:rPr sz="1600" dirty="0"/>
              <a:t>Link changes in shape to:</a:t>
            </a:r>
          </a:p>
          <a:p>
            <a:pPr>
              <a:defRPr sz="1600">
                <a:solidFill>
                  <a:srgbClr val="000000"/>
                </a:solidFill>
              </a:defRPr>
            </a:pPr>
            <a:r>
              <a:rPr sz="1600" dirty="0"/>
              <a:t>• Financial outcomes</a:t>
            </a:r>
          </a:p>
          <a:p>
            <a:pPr>
              <a:defRPr sz="1600">
                <a:solidFill>
                  <a:srgbClr val="000000"/>
                </a:solidFill>
              </a:defRPr>
            </a:pPr>
            <a:r>
              <a:rPr sz="1600" dirty="0"/>
              <a:t>• Environmental impact</a:t>
            </a:r>
          </a:p>
          <a:p>
            <a:pPr>
              <a:defRPr sz="1600">
                <a:solidFill>
                  <a:srgbClr val="000000"/>
                </a:solidFill>
              </a:defRPr>
            </a:pPr>
            <a:r>
              <a:rPr sz="1600" dirty="0"/>
              <a:t>• Grid benefits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0" y="1188720"/>
            <a:ext cx="41148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3366"/>
                </a:solidFill>
              </a:defRPr>
            </a:pPr>
            <a:r>
              <a:rPr sz="1300"/>
              <a:t>Example: Annual Heatmap by Value</a:t>
            </a:r>
          </a:p>
        </p:txBody>
      </p:sp>
      <p:sp>
        <p:nvSpPr>
          <p:cNvPr id="6" name="Rectangle 5"/>
          <p:cNvSpPr/>
          <p:nvPr/>
        </p:nvSpPr>
        <p:spPr>
          <a:xfrm>
            <a:off x="6096000" y="1737360"/>
            <a:ext cx="146304" cy="292608"/>
          </a:xfrm>
          <a:prstGeom prst="rect">
            <a:avLst/>
          </a:prstGeom>
          <a:solidFill>
            <a:srgbClr val="323296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260592" y="1737360"/>
            <a:ext cx="146304" cy="292608"/>
          </a:xfrm>
          <a:prstGeom prst="rect">
            <a:avLst/>
          </a:prstGeom>
          <a:solidFill>
            <a:srgbClr val="323296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425184" y="1737360"/>
            <a:ext cx="146304" cy="292608"/>
          </a:xfrm>
          <a:prstGeom prst="rect">
            <a:avLst/>
          </a:prstGeom>
          <a:solidFill>
            <a:srgbClr val="323296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589776" y="1737360"/>
            <a:ext cx="146304" cy="292608"/>
          </a:xfrm>
          <a:prstGeom prst="rect">
            <a:avLst/>
          </a:prstGeom>
          <a:solidFill>
            <a:srgbClr val="323296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754368" y="1737360"/>
            <a:ext cx="146304" cy="292608"/>
          </a:xfrm>
          <a:prstGeom prst="rect">
            <a:avLst/>
          </a:prstGeom>
          <a:solidFill>
            <a:srgbClr val="323296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918960" y="1737360"/>
            <a:ext cx="146304" cy="292608"/>
          </a:xfrm>
          <a:prstGeom prst="rect">
            <a:avLst/>
          </a:prstGeom>
          <a:solidFill>
            <a:srgbClr val="323296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083552" y="1737360"/>
            <a:ext cx="146304" cy="292608"/>
          </a:xfrm>
          <a:prstGeom prst="rect">
            <a:avLst/>
          </a:prstGeom>
          <a:solidFill>
            <a:srgbClr val="C86400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7248144" y="1737360"/>
            <a:ext cx="146304" cy="292608"/>
          </a:xfrm>
          <a:prstGeom prst="rect">
            <a:avLst/>
          </a:prstGeom>
          <a:solidFill>
            <a:srgbClr val="C86400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412736" y="1737360"/>
            <a:ext cx="146304" cy="292608"/>
          </a:xfrm>
          <a:prstGeom prst="rect">
            <a:avLst/>
          </a:prstGeom>
          <a:solidFill>
            <a:srgbClr val="C86400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577328" y="1737360"/>
            <a:ext cx="146304" cy="292608"/>
          </a:xfrm>
          <a:prstGeom prst="rect">
            <a:avLst/>
          </a:prstGeom>
          <a:solidFill>
            <a:srgbClr val="C86400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7741920" y="1737360"/>
            <a:ext cx="146304" cy="292608"/>
          </a:xfrm>
          <a:prstGeom prst="rect">
            <a:avLst/>
          </a:prstGeom>
          <a:solidFill>
            <a:srgbClr val="C86400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906512" y="1737360"/>
            <a:ext cx="146304" cy="292608"/>
          </a:xfrm>
          <a:prstGeom prst="rect">
            <a:avLst/>
          </a:prstGeom>
          <a:solidFill>
            <a:srgbClr val="649664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071104" y="1737360"/>
            <a:ext cx="146304" cy="292608"/>
          </a:xfrm>
          <a:prstGeom prst="rect">
            <a:avLst/>
          </a:prstGeom>
          <a:solidFill>
            <a:srgbClr val="649664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235696" y="1737360"/>
            <a:ext cx="146304" cy="292608"/>
          </a:xfrm>
          <a:prstGeom prst="rect">
            <a:avLst/>
          </a:prstGeom>
          <a:solidFill>
            <a:srgbClr val="649664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8400288" y="1737360"/>
            <a:ext cx="146304" cy="292608"/>
          </a:xfrm>
          <a:prstGeom prst="rect">
            <a:avLst/>
          </a:prstGeom>
          <a:solidFill>
            <a:srgbClr val="649664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8564879" y="1737360"/>
            <a:ext cx="146304" cy="292608"/>
          </a:xfrm>
          <a:prstGeom prst="rect">
            <a:avLst/>
          </a:prstGeom>
          <a:solidFill>
            <a:srgbClr val="649664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8729472" y="1737360"/>
            <a:ext cx="146304" cy="292608"/>
          </a:xfrm>
          <a:prstGeom prst="rect">
            <a:avLst/>
          </a:prstGeom>
          <a:solidFill>
            <a:srgbClr val="649664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8894064" y="1737360"/>
            <a:ext cx="146304" cy="292608"/>
          </a:xfrm>
          <a:prstGeom prst="rect">
            <a:avLst/>
          </a:prstGeom>
          <a:solidFill>
            <a:srgbClr val="C86400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9058656" y="1737360"/>
            <a:ext cx="146304" cy="292608"/>
          </a:xfrm>
          <a:prstGeom prst="rect">
            <a:avLst/>
          </a:prstGeom>
          <a:solidFill>
            <a:srgbClr val="C86400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9223248" y="1737360"/>
            <a:ext cx="146304" cy="292608"/>
          </a:xfrm>
          <a:prstGeom prst="rect">
            <a:avLst/>
          </a:prstGeom>
          <a:solidFill>
            <a:srgbClr val="C86400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9387840" y="1737360"/>
            <a:ext cx="146304" cy="292608"/>
          </a:xfrm>
          <a:prstGeom prst="rect">
            <a:avLst/>
          </a:prstGeom>
          <a:solidFill>
            <a:srgbClr val="C86400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9552431" y="1737360"/>
            <a:ext cx="146304" cy="292608"/>
          </a:xfrm>
          <a:prstGeom prst="rect">
            <a:avLst/>
          </a:prstGeom>
          <a:solidFill>
            <a:srgbClr val="649664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9717024" y="1737360"/>
            <a:ext cx="146304" cy="292608"/>
          </a:xfrm>
          <a:prstGeom prst="rect">
            <a:avLst/>
          </a:prstGeom>
          <a:solidFill>
            <a:srgbClr val="649664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9881616" y="1737360"/>
            <a:ext cx="146304" cy="292608"/>
          </a:xfrm>
          <a:prstGeom prst="rect">
            <a:avLst/>
          </a:prstGeom>
          <a:solidFill>
            <a:srgbClr val="649664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6096000" y="2057400"/>
            <a:ext cx="146304" cy="292608"/>
          </a:xfrm>
          <a:prstGeom prst="rect">
            <a:avLst/>
          </a:prstGeom>
          <a:solidFill>
            <a:srgbClr val="323296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6260592" y="2057400"/>
            <a:ext cx="146304" cy="292608"/>
          </a:xfrm>
          <a:prstGeom prst="rect">
            <a:avLst/>
          </a:prstGeom>
          <a:solidFill>
            <a:srgbClr val="323296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6425184" y="2057400"/>
            <a:ext cx="146304" cy="292608"/>
          </a:xfrm>
          <a:prstGeom prst="rect">
            <a:avLst/>
          </a:prstGeom>
          <a:solidFill>
            <a:srgbClr val="323296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6589776" y="2057400"/>
            <a:ext cx="146304" cy="292608"/>
          </a:xfrm>
          <a:prstGeom prst="rect">
            <a:avLst/>
          </a:prstGeom>
          <a:solidFill>
            <a:srgbClr val="323296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6754368" y="2057400"/>
            <a:ext cx="146304" cy="292608"/>
          </a:xfrm>
          <a:prstGeom prst="rect">
            <a:avLst/>
          </a:prstGeom>
          <a:solidFill>
            <a:srgbClr val="323296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6918960" y="2057400"/>
            <a:ext cx="146304" cy="292608"/>
          </a:xfrm>
          <a:prstGeom prst="rect">
            <a:avLst/>
          </a:prstGeom>
          <a:solidFill>
            <a:srgbClr val="323296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7083552" y="2057400"/>
            <a:ext cx="146304" cy="292608"/>
          </a:xfrm>
          <a:prstGeom prst="rect">
            <a:avLst/>
          </a:prstGeom>
          <a:solidFill>
            <a:srgbClr val="C86400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7248144" y="2057400"/>
            <a:ext cx="146304" cy="292608"/>
          </a:xfrm>
          <a:prstGeom prst="rect">
            <a:avLst/>
          </a:prstGeom>
          <a:solidFill>
            <a:srgbClr val="C86400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7412736" y="2057400"/>
            <a:ext cx="146304" cy="292608"/>
          </a:xfrm>
          <a:prstGeom prst="rect">
            <a:avLst/>
          </a:prstGeom>
          <a:solidFill>
            <a:srgbClr val="C86400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7577328" y="2057400"/>
            <a:ext cx="146304" cy="292608"/>
          </a:xfrm>
          <a:prstGeom prst="rect">
            <a:avLst/>
          </a:prstGeom>
          <a:solidFill>
            <a:srgbClr val="C86400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7741920" y="2057400"/>
            <a:ext cx="146304" cy="292608"/>
          </a:xfrm>
          <a:prstGeom prst="rect">
            <a:avLst/>
          </a:prstGeom>
          <a:solidFill>
            <a:srgbClr val="C86400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7906512" y="2057400"/>
            <a:ext cx="146304" cy="292608"/>
          </a:xfrm>
          <a:prstGeom prst="rect">
            <a:avLst/>
          </a:prstGeom>
          <a:solidFill>
            <a:srgbClr val="649664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8071104" y="2057400"/>
            <a:ext cx="146304" cy="292608"/>
          </a:xfrm>
          <a:prstGeom prst="rect">
            <a:avLst/>
          </a:prstGeom>
          <a:solidFill>
            <a:srgbClr val="649664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8235696" y="2057400"/>
            <a:ext cx="146304" cy="292608"/>
          </a:xfrm>
          <a:prstGeom prst="rect">
            <a:avLst/>
          </a:prstGeom>
          <a:solidFill>
            <a:srgbClr val="649664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8400288" y="2057400"/>
            <a:ext cx="146304" cy="292608"/>
          </a:xfrm>
          <a:prstGeom prst="rect">
            <a:avLst/>
          </a:prstGeom>
          <a:solidFill>
            <a:srgbClr val="649664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8564879" y="2057400"/>
            <a:ext cx="146304" cy="292608"/>
          </a:xfrm>
          <a:prstGeom prst="rect">
            <a:avLst/>
          </a:prstGeom>
          <a:solidFill>
            <a:srgbClr val="649664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8729472" y="2057400"/>
            <a:ext cx="146304" cy="292608"/>
          </a:xfrm>
          <a:prstGeom prst="rect">
            <a:avLst/>
          </a:prstGeom>
          <a:solidFill>
            <a:srgbClr val="649664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8894064" y="2057400"/>
            <a:ext cx="146304" cy="292608"/>
          </a:xfrm>
          <a:prstGeom prst="rect">
            <a:avLst/>
          </a:prstGeom>
          <a:solidFill>
            <a:srgbClr val="C86400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9058656" y="2057400"/>
            <a:ext cx="146304" cy="292608"/>
          </a:xfrm>
          <a:prstGeom prst="rect">
            <a:avLst/>
          </a:prstGeom>
          <a:solidFill>
            <a:srgbClr val="C86400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9223248" y="2057400"/>
            <a:ext cx="146304" cy="292608"/>
          </a:xfrm>
          <a:prstGeom prst="rect">
            <a:avLst/>
          </a:prstGeom>
          <a:solidFill>
            <a:srgbClr val="C86400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angle 49"/>
          <p:cNvSpPr/>
          <p:nvPr/>
        </p:nvSpPr>
        <p:spPr>
          <a:xfrm>
            <a:off x="9387840" y="2057400"/>
            <a:ext cx="146304" cy="292608"/>
          </a:xfrm>
          <a:prstGeom prst="rect">
            <a:avLst/>
          </a:prstGeom>
          <a:solidFill>
            <a:srgbClr val="C86400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ectangle 50"/>
          <p:cNvSpPr/>
          <p:nvPr/>
        </p:nvSpPr>
        <p:spPr>
          <a:xfrm>
            <a:off x="9552431" y="2057400"/>
            <a:ext cx="146304" cy="292608"/>
          </a:xfrm>
          <a:prstGeom prst="rect">
            <a:avLst/>
          </a:prstGeom>
          <a:solidFill>
            <a:srgbClr val="649664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ectangle 51"/>
          <p:cNvSpPr/>
          <p:nvPr/>
        </p:nvSpPr>
        <p:spPr>
          <a:xfrm>
            <a:off x="9717024" y="2057400"/>
            <a:ext cx="146304" cy="292608"/>
          </a:xfrm>
          <a:prstGeom prst="rect">
            <a:avLst/>
          </a:prstGeom>
          <a:solidFill>
            <a:srgbClr val="649664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9881616" y="2057400"/>
            <a:ext cx="146304" cy="292608"/>
          </a:xfrm>
          <a:prstGeom prst="rect">
            <a:avLst/>
          </a:prstGeom>
          <a:solidFill>
            <a:srgbClr val="649664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ectangle 53"/>
          <p:cNvSpPr/>
          <p:nvPr/>
        </p:nvSpPr>
        <p:spPr>
          <a:xfrm>
            <a:off x="6096000" y="2377439"/>
            <a:ext cx="146304" cy="292608"/>
          </a:xfrm>
          <a:prstGeom prst="rect">
            <a:avLst/>
          </a:prstGeom>
          <a:solidFill>
            <a:srgbClr val="323296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6260592" y="2377439"/>
            <a:ext cx="146304" cy="292608"/>
          </a:xfrm>
          <a:prstGeom prst="rect">
            <a:avLst/>
          </a:prstGeom>
          <a:solidFill>
            <a:srgbClr val="323296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Rectangle 55"/>
          <p:cNvSpPr/>
          <p:nvPr/>
        </p:nvSpPr>
        <p:spPr>
          <a:xfrm>
            <a:off x="6425184" y="2377439"/>
            <a:ext cx="146304" cy="292608"/>
          </a:xfrm>
          <a:prstGeom prst="rect">
            <a:avLst/>
          </a:prstGeom>
          <a:solidFill>
            <a:srgbClr val="323296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ectangle 56"/>
          <p:cNvSpPr/>
          <p:nvPr/>
        </p:nvSpPr>
        <p:spPr>
          <a:xfrm>
            <a:off x="6589776" y="2377439"/>
            <a:ext cx="146304" cy="292608"/>
          </a:xfrm>
          <a:prstGeom prst="rect">
            <a:avLst/>
          </a:prstGeom>
          <a:solidFill>
            <a:srgbClr val="323296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Rectangle 57"/>
          <p:cNvSpPr/>
          <p:nvPr/>
        </p:nvSpPr>
        <p:spPr>
          <a:xfrm>
            <a:off x="6754368" y="2377439"/>
            <a:ext cx="146304" cy="292608"/>
          </a:xfrm>
          <a:prstGeom prst="rect">
            <a:avLst/>
          </a:prstGeom>
          <a:solidFill>
            <a:srgbClr val="323296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Rectangle 58"/>
          <p:cNvSpPr/>
          <p:nvPr/>
        </p:nvSpPr>
        <p:spPr>
          <a:xfrm>
            <a:off x="6918960" y="2377439"/>
            <a:ext cx="146304" cy="292608"/>
          </a:xfrm>
          <a:prstGeom prst="rect">
            <a:avLst/>
          </a:prstGeom>
          <a:solidFill>
            <a:srgbClr val="323296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Rectangle 59"/>
          <p:cNvSpPr/>
          <p:nvPr/>
        </p:nvSpPr>
        <p:spPr>
          <a:xfrm>
            <a:off x="7083552" y="2377439"/>
            <a:ext cx="146304" cy="292608"/>
          </a:xfrm>
          <a:prstGeom prst="rect">
            <a:avLst/>
          </a:prstGeom>
          <a:solidFill>
            <a:srgbClr val="C86400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ectangle 60"/>
          <p:cNvSpPr/>
          <p:nvPr/>
        </p:nvSpPr>
        <p:spPr>
          <a:xfrm>
            <a:off x="7248144" y="2377439"/>
            <a:ext cx="146304" cy="292608"/>
          </a:xfrm>
          <a:prstGeom prst="rect">
            <a:avLst/>
          </a:prstGeom>
          <a:solidFill>
            <a:srgbClr val="C86400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Rectangle 61"/>
          <p:cNvSpPr/>
          <p:nvPr/>
        </p:nvSpPr>
        <p:spPr>
          <a:xfrm>
            <a:off x="7412736" y="2377439"/>
            <a:ext cx="146304" cy="292608"/>
          </a:xfrm>
          <a:prstGeom prst="rect">
            <a:avLst/>
          </a:prstGeom>
          <a:solidFill>
            <a:srgbClr val="C86400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Rectangle 62"/>
          <p:cNvSpPr/>
          <p:nvPr/>
        </p:nvSpPr>
        <p:spPr>
          <a:xfrm>
            <a:off x="7577328" y="2377439"/>
            <a:ext cx="146304" cy="292608"/>
          </a:xfrm>
          <a:prstGeom prst="rect">
            <a:avLst/>
          </a:prstGeom>
          <a:solidFill>
            <a:srgbClr val="C86400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Rectangle 63"/>
          <p:cNvSpPr/>
          <p:nvPr/>
        </p:nvSpPr>
        <p:spPr>
          <a:xfrm>
            <a:off x="7741920" y="2377439"/>
            <a:ext cx="146304" cy="292608"/>
          </a:xfrm>
          <a:prstGeom prst="rect">
            <a:avLst/>
          </a:prstGeom>
          <a:solidFill>
            <a:srgbClr val="C86400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Rectangle 64"/>
          <p:cNvSpPr/>
          <p:nvPr/>
        </p:nvSpPr>
        <p:spPr>
          <a:xfrm>
            <a:off x="7906512" y="2377439"/>
            <a:ext cx="146304" cy="292608"/>
          </a:xfrm>
          <a:prstGeom prst="rect">
            <a:avLst/>
          </a:prstGeom>
          <a:solidFill>
            <a:srgbClr val="649664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Rectangle 65"/>
          <p:cNvSpPr/>
          <p:nvPr/>
        </p:nvSpPr>
        <p:spPr>
          <a:xfrm>
            <a:off x="8071104" y="2377439"/>
            <a:ext cx="146304" cy="292608"/>
          </a:xfrm>
          <a:prstGeom prst="rect">
            <a:avLst/>
          </a:prstGeom>
          <a:solidFill>
            <a:srgbClr val="649664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Rectangle 66"/>
          <p:cNvSpPr/>
          <p:nvPr/>
        </p:nvSpPr>
        <p:spPr>
          <a:xfrm>
            <a:off x="8235696" y="2377439"/>
            <a:ext cx="146304" cy="292608"/>
          </a:xfrm>
          <a:prstGeom prst="rect">
            <a:avLst/>
          </a:prstGeom>
          <a:solidFill>
            <a:srgbClr val="649664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Rectangle 67"/>
          <p:cNvSpPr/>
          <p:nvPr/>
        </p:nvSpPr>
        <p:spPr>
          <a:xfrm>
            <a:off x="8400288" y="2377439"/>
            <a:ext cx="146304" cy="292608"/>
          </a:xfrm>
          <a:prstGeom prst="rect">
            <a:avLst/>
          </a:prstGeom>
          <a:solidFill>
            <a:srgbClr val="649664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Rectangle 68"/>
          <p:cNvSpPr/>
          <p:nvPr/>
        </p:nvSpPr>
        <p:spPr>
          <a:xfrm>
            <a:off x="8564879" y="2377439"/>
            <a:ext cx="146304" cy="292608"/>
          </a:xfrm>
          <a:prstGeom prst="rect">
            <a:avLst/>
          </a:prstGeom>
          <a:solidFill>
            <a:srgbClr val="649664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Rectangle 69"/>
          <p:cNvSpPr/>
          <p:nvPr/>
        </p:nvSpPr>
        <p:spPr>
          <a:xfrm>
            <a:off x="8729472" y="2377439"/>
            <a:ext cx="146304" cy="292608"/>
          </a:xfrm>
          <a:prstGeom prst="rect">
            <a:avLst/>
          </a:prstGeom>
          <a:solidFill>
            <a:srgbClr val="649664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Rectangle 70"/>
          <p:cNvSpPr/>
          <p:nvPr/>
        </p:nvSpPr>
        <p:spPr>
          <a:xfrm>
            <a:off x="8894064" y="2377439"/>
            <a:ext cx="146304" cy="292608"/>
          </a:xfrm>
          <a:prstGeom prst="rect">
            <a:avLst/>
          </a:prstGeom>
          <a:solidFill>
            <a:srgbClr val="C86400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Rectangle 71"/>
          <p:cNvSpPr/>
          <p:nvPr/>
        </p:nvSpPr>
        <p:spPr>
          <a:xfrm>
            <a:off x="9058656" y="2377439"/>
            <a:ext cx="146304" cy="292608"/>
          </a:xfrm>
          <a:prstGeom prst="rect">
            <a:avLst/>
          </a:prstGeom>
          <a:solidFill>
            <a:srgbClr val="C86400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Rectangle 72"/>
          <p:cNvSpPr/>
          <p:nvPr/>
        </p:nvSpPr>
        <p:spPr>
          <a:xfrm>
            <a:off x="9223248" y="2377439"/>
            <a:ext cx="146304" cy="292608"/>
          </a:xfrm>
          <a:prstGeom prst="rect">
            <a:avLst/>
          </a:prstGeom>
          <a:solidFill>
            <a:srgbClr val="C86400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Rectangle 73"/>
          <p:cNvSpPr/>
          <p:nvPr/>
        </p:nvSpPr>
        <p:spPr>
          <a:xfrm>
            <a:off x="9387840" y="2377439"/>
            <a:ext cx="146304" cy="292608"/>
          </a:xfrm>
          <a:prstGeom prst="rect">
            <a:avLst/>
          </a:prstGeom>
          <a:solidFill>
            <a:srgbClr val="C86400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Rectangle 74"/>
          <p:cNvSpPr/>
          <p:nvPr/>
        </p:nvSpPr>
        <p:spPr>
          <a:xfrm>
            <a:off x="9552431" y="2377439"/>
            <a:ext cx="146304" cy="292608"/>
          </a:xfrm>
          <a:prstGeom prst="rect">
            <a:avLst/>
          </a:prstGeom>
          <a:solidFill>
            <a:srgbClr val="649664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Rectangle 75"/>
          <p:cNvSpPr/>
          <p:nvPr/>
        </p:nvSpPr>
        <p:spPr>
          <a:xfrm>
            <a:off x="9717024" y="2377439"/>
            <a:ext cx="146304" cy="292608"/>
          </a:xfrm>
          <a:prstGeom prst="rect">
            <a:avLst/>
          </a:prstGeom>
          <a:solidFill>
            <a:srgbClr val="649664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Rectangle 76"/>
          <p:cNvSpPr/>
          <p:nvPr/>
        </p:nvSpPr>
        <p:spPr>
          <a:xfrm>
            <a:off x="9881616" y="2377439"/>
            <a:ext cx="146304" cy="292608"/>
          </a:xfrm>
          <a:prstGeom prst="rect">
            <a:avLst/>
          </a:prstGeom>
          <a:solidFill>
            <a:srgbClr val="649664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Rectangle 77"/>
          <p:cNvSpPr/>
          <p:nvPr/>
        </p:nvSpPr>
        <p:spPr>
          <a:xfrm>
            <a:off x="6096000" y="2697479"/>
            <a:ext cx="146304" cy="292608"/>
          </a:xfrm>
          <a:prstGeom prst="rect">
            <a:avLst/>
          </a:prstGeom>
          <a:solidFill>
            <a:srgbClr val="323296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Rectangle 78"/>
          <p:cNvSpPr/>
          <p:nvPr/>
        </p:nvSpPr>
        <p:spPr>
          <a:xfrm>
            <a:off x="6260592" y="2697479"/>
            <a:ext cx="146304" cy="292608"/>
          </a:xfrm>
          <a:prstGeom prst="rect">
            <a:avLst/>
          </a:prstGeom>
          <a:solidFill>
            <a:srgbClr val="323296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Rectangle 79"/>
          <p:cNvSpPr/>
          <p:nvPr/>
        </p:nvSpPr>
        <p:spPr>
          <a:xfrm>
            <a:off x="6425184" y="2697479"/>
            <a:ext cx="146304" cy="292608"/>
          </a:xfrm>
          <a:prstGeom prst="rect">
            <a:avLst/>
          </a:prstGeom>
          <a:solidFill>
            <a:srgbClr val="323296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Rectangle 80"/>
          <p:cNvSpPr/>
          <p:nvPr/>
        </p:nvSpPr>
        <p:spPr>
          <a:xfrm>
            <a:off x="6589776" y="2697479"/>
            <a:ext cx="146304" cy="292608"/>
          </a:xfrm>
          <a:prstGeom prst="rect">
            <a:avLst/>
          </a:prstGeom>
          <a:solidFill>
            <a:srgbClr val="323296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Rectangle 81"/>
          <p:cNvSpPr/>
          <p:nvPr/>
        </p:nvSpPr>
        <p:spPr>
          <a:xfrm>
            <a:off x="6754368" y="2697479"/>
            <a:ext cx="146304" cy="292608"/>
          </a:xfrm>
          <a:prstGeom prst="rect">
            <a:avLst/>
          </a:prstGeom>
          <a:solidFill>
            <a:srgbClr val="323296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Rectangle 82"/>
          <p:cNvSpPr/>
          <p:nvPr/>
        </p:nvSpPr>
        <p:spPr>
          <a:xfrm>
            <a:off x="6918960" y="2697479"/>
            <a:ext cx="146304" cy="292608"/>
          </a:xfrm>
          <a:prstGeom prst="rect">
            <a:avLst/>
          </a:prstGeom>
          <a:solidFill>
            <a:srgbClr val="323296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Rectangle 83"/>
          <p:cNvSpPr/>
          <p:nvPr/>
        </p:nvSpPr>
        <p:spPr>
          <a:xfrm>
            <a:off x="7083552" y="2697479"/>
            <a:ext cx="146304" cy="292608"/>
          </a:xfrm>
          <a:prstGeom prst="rect">
            <a:avLst/>
          </a:prstGeom>
          <a:solidFill>
            <a:srgbClr val="323296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Rectangle 84"/>
          <p:cNvSpPr/>
          <p:nvPr/>
        </p:nvSpPr>
        <p:spPr>
          <a:xfrm>
            <a:off x="7248144" y="2697479"/>
            <a:ext cx="146304" cy="292608"/>
          </a:xfrm>
          <a:prstGeom prst="rect">
            <a:avLst/>
          </a:prstGeom>
          <a:solidFill>
            <a:srgbClr val="649664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Rectangle 85"/>
          <p:cNvSpPr/>
          <p:nvPr/>
        </p:nvSpPr>
        <p:spPr>
          <a:xfrm>
            <a:off x="7412736" y="2697479"/>
            <a:ext cx="146304" cy="292608"/>
          </a:xfrm>
          <a:prstGeom prst="rect">
            <a:avLst/>
          </a:prstGeom>
          <a:solidFill>
            <a:srgbClr val="649664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Rectangle 86"/>
          <p:cNvSpPr/>
          <p:nvPr/>
        </p:nvSpPr>
        <p:spPr>
          <a:xfrm>
            <a:off x="7577328" y="2697479"/>
            <a:ext cx="146304" cy="292608"/>
          </a:xfrm>
          <a:prstGeom prst="rect">
            <a:avLst/>
          </a:prstGeom>
          <a:solidFill>
            <a:srgbClr val="649664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Rectangle 87"/>
          <p:cNvSpPr/>
          <p:nvPr/>
        </p:nvSpPr>
        <p:spPr>
          <a:xfrm>
            <a:off x="7741920" y="2697479"/>
            <a:ext cx="146304" cy="292608"/>
          </a:xfrm>
          <a:prstGeom prst="rect">
            <a:avLst/>
          </a:prstGeom>
          <a:solidFill>
            <a:srgbClr val="649664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Rectangle 88"/>
          <p:cNvSpPr/>
          <p:nvPr/>
        </p:nvSpPr>
        <p:spPr>
          <a:xfrm>
            <a:off x="7906512" y="2697479"/>
            <a:ext cx="146304" cy="292608"/>
          </a:xfrm>
          <a:prstGeom prst="rect">
            <a:avLst/>
          </a:prstGeom>
          <a:solidFill>
            <a:srgbClr val="649664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Rectangle 89"/>
          <p:cNvSpPr/>
          <p:nvPr/>
        </p:nvSpPr>
        <p:spPr>
          <a:xfrm>
            <a:off x="8071104" y="2697479"/>
            <a:ext cx="146304" cy="292608"/>
          </a:xfrm>
          <a:prstGeom prst="rect">
            <a:avLst/>
          </a:prstGeom>
          <a:solidFill>
            <a:srgbClr val="649664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Rectangle 90"/>
          <p:cNvSpPr/>
          <p:nvPr/>
        </p:nvSpPr>
        <p:spPr>
          <a:xfrm>
            <a:off x="8235696" y="2697479"/>
            <a:ext cx="146304" cy="292608"/>
          </a:xfrm>
          <a:prstGeom prst="rect">
            <a:avLst/>
          </a:prstGeom>
          <a:solidFill>
            <a:srgbClr val="649664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Rectangle 91"/>
          <p:cNvSpPr/>
          <p:nvPr/>
        </p:nvSpPr>
        <p:spPr>
          <a:xfrm>
            <a:off x="8400288" y="2697479"/>
            <a:ext cx="146304" cy="292608"/>
          </a:xfrm>
          <a:prstGeom prst="rect">
            <a:avLst/>
          </a:prstGeom>
          <a:solidFill>
            <a:srgbClr val="649664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Rectangle 92"/>
          <p:cNvSpPr/>
          <p:nvPr/>
        </p:nvSpPr>
        <p:spPr>
          <a:xfrm>
            <a:off x="8564879" y="2697479"/>
            <a:ext cx="146304" cy="292608"/>
          </a:xfrm>
          <a:prstGeom prst="rect">
            <a:avLst/>
          </a:prstGeom>
          <a:solidFill>
            <a:srgbClr val="649664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Rectangle 93"/>
          <p:cNvSpPr/>
          <p:nvPr/>
        </p:nvSpPr>
        <p:spPr>
          <a:xfrm>
            <a:off x="8729472" y="2697479"/>
            <a:ext cx="146304" cy="292608"/>
          </a:xfrm>
          <a:prstGeom prst="rect">
            <a:avLst/>
          </a:prstGeom>
          <a:solidFill>
            <a:srgbClr val="649664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Rectangle 94"/>
          <p:cNvSpPr/>
          <p:nvPr/>
        </p:nvSpPr>
        <p:spPr>
          <a:xfrm>
            <a:off x="8894064" y="2697479"/>
            <a:ext cx="146304" cy="292608"/>
          </a:xfrm>
          <a:prstGeom prst="rect">
            <a:avLst/>
          </a:prstGeom>
          <a:solidFill>
            <a:srgbClr val="649664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Rectangle 95"/>
          <p:cNvSpPr/>
          <p:nvPr/>
        </p:nvSpPr>
        <p:spPr>
          <a:xfrm>
            <a:off x="9058656" y="2697479"/>
            <a:ext cx="146304" cy="292608"/>
          </a:xfrm>
          <a:prstGeom prst="rect">
            <a:avLst/>
          </a:prstGeom>
          <a:solidFill>
            <a:srgbClr val="649664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Rectangle 96"/>
          <p:cNvSpPr/>
          <p:nvPr/>
        </p:nvSpPr>
        <p:spPr>
          <a:xfrm>
            <a:off x="9223248" y="2697479"/>
            <a:ext cx="146304" cy="292608"/>
          </a:xfrm>
          <a:prstGeom prst="rect">
            <a:avLst/>
          </a:prstGeom>
          <a:solidFill>
            <a:srgbClr val="649664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Rectangle 97"/>
          <p:cNvSpPr/>
          <p:nvPr/>
        </p:nvSpPr>
        <p:spPr>
          <a:xfrm>
            <a:off x="9387840" y="2697479"/>
            <a:ext cx="146304" cy="292608"/>
          </a:xfrm>
          <a:prstGeom prst="rect">
            <a:avLst/>
          </a:prstGeom>
          <a:solidFill>
            <a:srgbClr val="649664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Rectangle 98"/>
          <p:cNvSpPr/>
          <p:nvPr/>
        </p:nvSpPr>
        <p:spPr>
          <a:xfrm>
            <a:off x="9552431" y="2697479"/>
            <a:ext cx="146304" cy="292608"/>
          </a:xfrm>
          <a:prstGeom prst="rect">
            <a:avLst/>
          </a:prstGeom>
          <a:solidFill>
            <a:srgbClr val="649664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Rectangle 99"/>
          <p:cNvSpPr/>
          <p:nvPr/>
        </p:nvSpPr>
        <p:spPr>
          <a:xfrm>
            <a:off x="9717024" y="2697479"/>
            <a:ext cx="146304" cy="292608"/>
          </a:xfrm>
          <a:prstGeom prst="rect">
            <a:avLst/>
          </a:prstGeom>
          <a:solidFill>
            <a:srgbClr val="649664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Rectangle 100"/>
          <p:cNvSpPr/>
          <p:nvPr/>
        </p:nvSpPr>
        <p:spPr>
          <a:xfrm>
            <a:off x="9881616" y="2697479"/>
            <a:ext cx="146304" cy="292608"/>
          </a:xfrm>
          <a:prstGeom prst="rect">
            <a:avLst/>
          </a:prstGeom>
          <a:solidFill>
            <a:srgbClr val="649664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Rectangle 101"/>
          <p:cNvSpPr/>
          <p:nvPr/>
        </p:nvSpPr>
        <p:spPr>
          <a:xfrm>
            <a:off x="6096000" y="3017520"/>
            <a:ext cx="146304" cy="292608"/>
          </a:xfrm>
          <a:prstGeom prst="rect">
            <a:avLst/>
          </a:prstGeom>
          <a:solidFill>
            <a:srgbClr val="323296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Rectangle 102"/>
          <p:cNvSpPr/>
          <p:nvPr/>
        </p:nvSpPr>
        <p:spPr>
          <a:xfrm>
            <a:off x="6260592" y="3017520"/>
            <a:ext cx="146304" cy="292608"/>
          </a:xfrm>
          <a:prstGeom prst="rect">
            <a:avLst/>
          </a:prstGeom>
          <a:solidFill>
            <a:srgbClr val="323296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" name="Rectangle 103"/>
          <p:cNvSpPr/>
          <p:nvPr/>
        </p:nvSpPr>
        <p:spPr>
          <a:xfrm>
            <a:off x="6425184" y="3017520"/>
            <a:ext cx="146304" cy="292608"/>
          </a:xfrm>
          <a:prstGeom prst="rect">
            <a:avLst/>
          </a:prstGeom>
          <a:solidFill>
            <a:srgbClr val="323296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5" name="Rectangle 104"/>
          <p:cNvSpPr/>
          <p:nvPr/>
        </p:nvSpPr>
        <p:spPr>
          <a:xfrm>
            <a:off x="6589776" y="3017520"/>
            <a:ext cx="146304" cy="292608"/>
          </a:xfrm>
          <a:prstGeom prst="rect">
            <a:avLst/>
          </a:prstGeom>
          <a:solidFill>
            <a:srgbClr val="323296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6" name="Rectangle 105"/>
          <p:cNvSpPr/>
          <p:nvPr/>
        </p:nvSpPr>
        <p:spPr>
          <a:xfrm>
            <a:off x="6754368" y="3017520"/>
            <a:ext cx="146304" cy="292608"/>
          </a:xfrm>
          <a:prstGeom prst="rect">
            <a:avLst/>
          </a:prstGeom>
          <a:solidFill>
            <a:srgbClr val="323296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7" name="Rectangle 106"/>
          <p:cNvSpPr/>
          <p:nvPr/>
        </p:nvSpPr>
        <p:spPr>
          <a:xfrm>
            <a:off x="6918960" y="3017520"/>
            <a:ext cx="146304" cy="292608"/>
          </a:xfrm>
          <a:prstGeom prst="rect">
            <a:avLst/>
          </a:prstGeom>
          <a:solidFill>
            <a:srgbClr val="323296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8" name="Rectangle 107"/>
          <p:cNvSpPr/>
          <p:nvPr/>
        </p:nvSpPr>
        <p:spPr>
          <a:xfrm>
            <a:off x="7083552" y="3017520"/>
            <a:ext cx="146304" cy="292608"/>
          </a:xfrm>
          <a:prstGeom prst="rect">
            <a:avLst/>
          </a:prstGeom>
          <a:solidFill>
            <a:srgbClr val="323296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9" name="Rectangle 108"/>
          <p:cNvSpPr/>
          <p:nvPr/>
        </p:nvSpPr>
        <p:spPr>
          <a:xfrm>
            <a:off x="7248144" y="3017520"/>
            <a:ext cx="146304" cy="292608"/>
          </a:xfrm>
          <a:prstGeom prst="rect">
            <a:avLst/>
          </a:prstGeom>
          <a:solidFill>
            <a:srgbClr val="649664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0" name="Rectangle 109"/>
          <p:cNvSpPr/>
          <p:nvPr/>
        </p:nvSpPr>
        <p:spPr>
          <a:xfrm>
            <a:off x="7412736" y="3017520"/>
            <a:ext cx="146304" cy="292608"/>
          </a:xfrm>
          <a:prstGeom prst="rect">
            <a:avLst/>
          </a:prstGeom>
          <a:solidFill>
            <a:srgbClr val="649664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1" name="Rectangle 110"/>
          <p:cNvSpPr/>
          <p:nvPr/>
        </p:nvSpPr>
        <p:spPr>
          <a:xfrm>
            <a:off x="7577328" y="3017520"/>
            <a:ext cx="146304" cy="292608"/>
          </a:xfrm>
          <a:prstGeom prst="rect">
            <a:avLst/>
          </a:prstGeom>
          <a:solidFill>
            <a:srgbClr val="649664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2" name="Rectangle 111"/>
          <p:cNvSpPr/>
          <p:nvPr/>
        </p:nvSpPr>
        <p:spPr>
          <a:xfrm>
            <a:off x="7741920" y="3017520"/>
            <a:ext cx="146304" cy="292608"/>
          </a:xfrm>
          <a:prstGeom prst="rect">
            <a:avLst/>
          </a:prstGeom>
          <a:solidFill>
            <a:srgbClr val="649664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3" name="Rectangle 112"/>
          <p:cNvSpPr/>
          <p:nvPr/>
        </p:nvSpPr>
        <p:spPr>
          <a:xfrm>
            <a:off x="7906512" y="3017520"/>
            <a:ext cx="146304" cy="292608"/>
          </a:xfrm>
          <a:prstGeom prst="rect">
            <a:avLst/>
          </a:prstGeom>
          <a:solidFill>
            <a:srgbClr val="649664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4" name="Rectangle 113"/>
          <p:cNvSpPr/>
          <p:nvPr/>
        </p:nvSpPr>
        <p:spPr>
          <a:xfrm>
            <a:off x="8071104" y="3017520"/>
            <a:ext cx="146304" cy="292608"/>
          </a:xfrm>
          <a:prstGeom prst="rect">
            <a:avLst/>
          </a:prstGeom>
          <a:solidFill>
            <a:srgbClr val="649664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5" name="Rectangle 114"/>
          <p:cNvSpPr/>
          <p:nvPr/>
        </p:nvSpPr>
        <p:spPr>
          <a:xfrm>
            <a:off x="8235696" y="3017520"/>
            <a:ext cx="146304" cy="292608"/>
          </a:xfrm>
          <a:prstGeom prst="rect">
            <a:avLst/>
          </a:prstGeom>
          <a:solidFill>
            <a:srgbClr val="649664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6" name="Rectangle 115"/>
          <p:cNvSpPr/>
          <p:nvPr/>
        </p:nvSpPr>
        <p:spPr>
          <a:xfrm>
            <a:off x="8400288" y="3017520"/>
            <a:ext cx="146304" cy="292608"/>
          </a:xfrm>
          <a:prstGeom prst="rect">
            <a:avLst/>
          </a:prstGeom>
          <a:solidFill>
            <a:srgbClr val="649664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7" name="Rectangle 116"/>
          <p:cNvSpPr/>
          <p:nvPr/>
        </p:nvSpPr>
        <p:spPr>
          <a:xfrm>
            <a:off x="8564879" y="3017520"/>
            <a:ext cx="146304" cy="292608"/>
          </a:xfrm>
          <a:prstGeom prst="rect">
            <a:avLst/>
          </a:prstGeom>
          <a:solidFill>
            <a:srgbClr val="649664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8" name="Rectangle 117"/>
          <p:cNvSpPr/>
          <p:nvPr/>
        </p:nvSpPr>
        <p:spPr>
          <a:xfrm>
            <a:off x="8729472" y="3017520"/>
            <a:ext cx="146304" cy="292608"/>
          </a:xfrm>
          <a:prstGeom prst="rect">
            <a:avLst/>
          </a:prstGeom>
          <a:solidFill>
            <a:srgbClr val="649664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9" name="Rectangle 118"/>
          <p:cNvSpPr/>
          <p:nvPr/>
        </p:nvSpPr>
        <p:spPr>
          <a:xfrm>
            <a:off x="8894064" y="3017520"/>
            <a:ext cx="146304" cy="292608"/>
          </a:xfrm>
          <a:prstGeom prst="rect">
            <a:avLst/>
          </a:prstGeom>
          <a:solidFill>
            <a:srgbClr val="649664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0" name="Rectangle 119"/>
          <p:cNvSpPr/>
          <p:nvPr/>
        </p:nvSpPr>
        <p:spPr>
          <a:xfrm>
            <a:off x="9058656" y="3017520"/>
            <a:ext cx="146304" cy="292608"/>
          </a:xfrm>
          <a:prstGeom prst="rect">
            <a:avLst/>
          </a:prstGeom>
          <a:solidFill>
            <a:srgbClr val="649664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1" name="Rectangle 120"/>
          <p:cNvSpPr/>
          <p:nvPr/>
        </p:nvSpPr>
        <p:spPr>
          <a:xfrm>
            <a:off x="9223248" y="3017520"/>
            <a:ext cx="146304" cy="292608"/>
          </a:xfrm>
          <a:prstGeom prst="rect">
            <a:avLst/>
          </a:prstGeom>
          <a:solidFill>
            <a:srgbClr val="649664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2" name="Rectangle 121"/>
          <p:cNvSpPr/>
          <p:nvPr/>
        </p:nvSpPr>
        <p:spPr>
          <a:xfrm>
            <a:off x="9387840" y="3017520"/>
            <a:ext cx="146304" cy="292608"/>
          </a:xfrm>
          <a:prstGeom prst="rect">
            <a:avLst/>
          </a:prstGeom>
          <a:solidFill>
            <a:srgbClr val="649664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3" name="Rectangle 122"/>
          <p:cNvSpPr/>
          <p:nvPr/>
        </p:nvSpPr>
        <p:spPr>
          <a:xfrm>
            <a:off x="9552431" y="3017520"/>
            <a:ext cx="146304" cy="292608"/>
          </a:xfrm>
          <a:prstGeom prst="rect">
            <a:avLst/>
          </a:prstGeom>
          <a:solidFill>
            <a:srgbClr val="649664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4" name="Rectangle 123"/>
          <p:cNvSpPr/>
          <p:nvPr/>
        </p:nvSpPr>
        <p:spPr>
          <a:xfrm>
            <a:off x="9717024" y="3017520"/>
            <a:ext cx="146304" cy="292608"/>
          </a:xfrm>
          <a:prstGeom prst="rect">
            <a:avLst/>
          </a:prstGeom>
          <a:solidFill>
            <a:srgbClr val="649664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5" name="Rectangle 124"/>
          <p:cNvSpPr/>
          <p:nvPr/>
        </p:nvSpPr>
        <p:spPr>
          <a:xfrm>
            <a:off x="9881616" y="3017520"/>
            <a:ext cx="146304" cy="292608"/>
          </a:xfrm>
          <a:prstGeom prst="rect">
            <a:avLst/>
          </a:prstGeom>
          <a:solidFill>
            <a:srgbClr val="649664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6" name="Rectangle 125"/>
          <p:cNvSpPr/>
          <p:nvPr/>
        </p:nvSpPr>
        <p:spPr>
          <a:xfrm>
            <a:off x="6096000" y="3337560"/>
            <a:ext cx="146304" cy="292608"/>
          </a:xfrm>
          <a:prstGeom prst="rect">
            <a:avLst/>
          </a:prstGeom>
          <a:solidFill>
            <a:srgbClr val="323296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7" name="Rectangle 126"/>
          <p:cNvSpPr/>
          <p:nvPr/>
        </p:nvSpPr>
        <p:spPr>
          <a:xfrm>
            <a:off x="6260592" y="3337560"/>
            <a:ext cx="146304" cy="292608"/>
          </a:xfrm>
          <a:prstGeom prst="rect">
            <a:avLst/>
          </a:prstGeom>
          <a:solidFill>
            <a:srgbClr val="323296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8" name="Rectangle 127"/>
          <p:cNvSpPr/>
          <p:nvPr/>
        </p:nvSpPr>
        <p:spPr>
          <a:xfrm>
            <a:off x="6425184" y="3337560"/>
            <a:ext cx="146304" cy="292608"/>
          </a:xfrm>
          <a:prstGeom prst="rect">
            <a:avLst/>
          </a:prstGeom>
          <a:solidFill>
            <a:srgbClr val="323296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9" name="Rectangle 128"/>
          <p:cNvSpPr/>
          <p:nvPr/>
        </p:nvSpPr>
        <p:spPr>
          <a:xfrm>
            <a:off x="6589776" y="3337560"/>
            <a:ext cx="146304" cy="292608"/>
          </a:xfrm>
          <a:prstGeom prst="rect">
            <a:avLst/>
          </a:prstGeom>
          <a:solidFill>
            <a:srgbClr val="323296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0" name="Rectangle 129"/>
          <p:cNvSpPr/>
          <p:nvPr/>
        </p:nvSpPr>
        <p:spPr>
          <a:xfrm>
            <a:off x="6754368" y="3337560"/>
            <a:ext cx="146304" cy="292608"/>
          </a:xfrm>
          <a:prstGeom prst="rect">
            <a:avLst/>
          </a:prstGeom>
          <a:solidFill>
            <a:srgbClr val="323296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1" name="Rectangle 130"/>
          <p:cNvSpPr/>
          <p:nvPr/>
        </p:nvSpPr>
        <p:spPr>
          <a:xfrm>
            <a:off x="6918960" y="3337560"/>
            <a:ext cx="146304" cy="292608"/>
          </a:xfrm>
          <a:prstGeom prst="rect">
            <a:avLst/>
          </a:prstGeom>
          <a:solidFill>
            <a:srgbClr val="323296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2" name="Rectangle 131"/>
          <p:cNvSpPr/>
          <p:nvPr/>
        </p:nvSpPr>
        <p:spPr>
          <a:xfrm>
            <a:off x="7083552" y="3337560"/>
            <a:ext cx="146304" cy="292608"/>
          </a:xfrm>
          <a:prstGeom prst="rect">
            <a:avLst/>
          </a:prstGeom>
          <a:solidFill>
            <a:srgbClr val="323296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3" name="Rectangle 132"/>
          <p:cNvSpPr/>
          <p:nvPr/>
        </p:nvSpPr>
        <p:spPr>
          <a:xfrm>
            <a:off x="7248144" y="3337560"/>
            <a:ext cx="146304" cy="292608"/>
          </a:xfrm>
          <a:prstGeom prst="rect">
            <a:avLst/>
          </a:prstGeom>
          <a:solidFill>
            <a:srgbClr val="649664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4" name="Rectangle 133"/>
          <p:cNvSpPr/>
          <p:nvPr/>
        </p:nvSpPr>
        <p:spPr>
          <a:xfrm>
            <a:off x="7412736" y="3337560"/>
            <a:ext cx="146304" cy="292608"/>
          </a:xfrm>
          <a:prstGeom prst="rect">
            <a:avLst/>
          </a:prstGeom>
          <a:solidFill>
            <a:srgbClr val="649664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5" name="Rectangle 134"/>
          <p:cNvSpPr/>
          <p:nvPr/>
        </p:nvSpPr>
        <p:spPr>
          <a:xfrm>
            <a:off x="7577328" y="3337560"/>
            <a:ext cx="146304" cy="292608"/>
          </a:xfrm>
          <a:prstGeom prst="rect">
            <a:avLst/>
          </a:prstGeom>
          <a:solidFill>
            <a:srgbClr val="649664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6" name="Rectangle 135"/>
          <p:cNvSpPr/>
          <p:nvPr/>
        </p:nvSpPr>
        <p:spPr>
          <a:xfrm>
            <a:off x="7741920" y="3337560"/>
            <a:ext cx="146304" cy="292608"/>
          </a:xfrm>
          <a:prstGeom prst="rect">
            <a:avLst/>
          </a:prstGeom>
          <a:solidFill>
            <a:srgbClr val="649664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7" name="Rectangle 136"/>
          <p:cNvSpPr/>
          <p:nvPr/>
        </p:nvSpPr>
        <p:spPr>
          <a:xfrm>
            <a:off x="7906512" y="3337560"/>
            <a:ext cx="146304" cy="292608"/>
          </a:xfrm>
          <a:prstGeom prst="rect">
            <a:avLst/>
          </a:prstGeom>
          <a:solidFill>
            <a:srgbClr val="649664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8" name="Rectangle 137"/>
          <p:cNvSpPr/>
          <p:nvPr/>
        </p:nvSpPr>
        <p:spPr>
          <a:xfrm>
            <a:off x="8071104" y="3337560"/>
            <a:ext cx="146304" cy="292608"/>
          </a:xfrm>
          <a:prstGeom prst="rect">
            <a:avLst/>
          </a:prstGeom>
          <a:solidFill>
            <a:srgbClr val="649664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9" name="Rectangle 138"/>
          <p:cNvSpPr/>
          <p:nvPr/>
        </p:nvSpPr>
        <p:spPr>
          <a:xfrm>
            <a:off x="8235696" y="3337560"/>
            <a:ext cx="146304" cy="292608"/>
          </a:xfrm>
          <a:prstGeom prst="rect">
            <a:avLst/>
          </a:prstGeom>
          <a:solidFill>
            <a:srgbClr val="649664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0" name="Rectangle 139"/>
          <p:cNvSpPr/>
          <p:nvPr/>
        </p:nvSpPr>
        <p:spPr>
          <a:xfrm>
            <a:off x="8400288" y="3337560"/>
            <a:ext cx="146304" cy="292608"/>
          </a:xfrm>
          <a:prstGeom prst="rect">
            <a:avLst/>
          </a:prstGeom>
          <a:solidFill>
            <a:srgbClr val="C80000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1" name="Rectangle 140"/>
          <p:cNvSpPr/>
          <p:nvPr/>
        </p:nvSpPr>
        <p:spPr>
          <a:xfrm>
            <a:off x="8564879" y="3337560"/>
            <a:ext cx="146304" cy="292608"/>
          </a:xfrm>
          <a:prstGeom prst="rect">
            <a:avLst/>
          </a:prstGeom>
          <a:solidFill>
            <a:srgbClr val="C80000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2" name="Rectangle 141"/>
          <p:cNvSpPr/>
          <p:nvPr/>
        </p:nvSpPr>
        <p:spPr>
          <a:xfrm>
            <a:off x="8729472" y="3337560"/>
            <a:ext cx="146304" cy="292608"/>
          </a:xfrm>
          <a:prstGeom prst="rect">
            <a:avLst/>
          </a:prstGeom>
          <a:solidFill>
            <a:srgbClr val="C80000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3" name="Rectangle 142"/>
          <p:cNvSpPr/>
          <p:nvPr/>
        </p:nvSpPr>
        <p:spPr>
          <a:xfrm>
            <a:off x="8894064" y="3337560"/>
            <a:ext cx="146304" cy="292608"/>
          </a:xfrm>
          <a:prstGeom prst="rect">
            <a:avLst/>
          </a:prstGeom>
          <a:solidFill>
            <a:srgbClr val="C80000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4" name="Rectangle 143"/>
          <p:cNvSpPr/>
          <p:nvPr/>
        </p:nvSpPr>
        <p:spPr>
          <a:xfrm>
            <a:off x="9058656" y="3337560"/>
            <a:ext cx="146304" cy="292608"/>
          </a:xfrm>
          <a:prstGeom prst="rect">
            <a:avLst/>
          </a:prstGeom>
          <a:solidFill>
            <a:srgbClr val="C80000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5" name="Rectangle 144"/>
          <p:cNvSpPr/>
          <p:nvPr/>
        </p:nvSpPr>
        <p:spPr>
          <a:xfrm>
            <a:off x="9223248" y="3337560"/>
            <a:ext cx="146304" cy="292608"/>
          </a:xfrm>
          <a:prstGeom prst="rect">
            <a:avLst/>
          </a:prstGeom>
          <a:solidFill>
            <a:srgbClr val="C80000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6" name="Rectangle 145"/>
          <p:cNvSpPr/>
          <p:nvPr/>
        </p:nvSpPr>
        <p:spPr>
          <a:xfrm>
            <a:off x="9387840" y="3337560"/>
            <a:ext cx="146304" cy="292608"/>
          </a:xfrm>
          <a:prstGeom prst="rect">
            <a:avLst/>
          </a:prstGeom>
          <a:solidFill>
            <a:srgbClr val="C80000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7" name="Rectangle 146"/>
          <p:cNvSpPr/>
          <p:nvPr/>
        </p:nvSpPr>
        <p:spPr>
          <a:xfrm>
            <a:off x="9552431" y="3337560"/>
            <a:ext cx="146304" cy="292608"/>
          </a:xfrm>
          <a:prstGeom prst="rect">
            <a:avLst/>
          </a:prstGeom>
          <a:solidFill>
            <a:srgbClr val="649664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8" name="Rectangle 147"/>
          <p:cNvSpPr/>
          <p:nvPr/>
        </p:nvSpPr>
        <p:spPr>
          <a:xfrm>
            <a:off x="9717024" y="3337560"/>
            <a:ext cx="146304" cy="292608"/>
          </a:xfrm>
          <a:prstGeom prst="rect">
            <a:avLst/>
          </a:prstGeom>
          <a:solidFill>
            <a:srgbClr val="649664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9" name="Rectangle 148"/>
          <p:cNvSpPr/>
          <p:nvPr/>
        </p:nvSpPr>
        <p:spPr>
          <a:xfrm>
            <a:off x="9881616" y="3337560"/>
            <a:ext cx="146304" cy="292608"/>
          </a:xfrm>
          <a:prstGeom prst="rect">
            <a:avLst/>
          </a:prstGeom>
          <a:solidFill>
            <a:srgbClr val="649664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0" name="Rectangle 149"/>
          <p:cNvSpPr/>
          <p:nvPr/>
        </p:nvSpPr>
        <p:spPr>
          <a:xfrm>
            <a:off x="6096000" y="3657599"/>
            <a:ext cx="146304" cy="292608"/>
          </a:xfrm>
          <a:prstGeom prst="rect">
            <a:avLst/>
          </a:prstGeom>
          <a:solidFill>
            <a:srgbClr val="323296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1" name="Rectangle 150"/>
          <p:cNvSpPr/>
          <p:nvPr/>
        </p:nvSpPr>
        <p:spPr>
          <a:xfrm>
            <a:off x="6260592" y="3657599"/>
            <a:ext cx="146304" cy="292608"/>
          </a:xfrm>
          <a:prstGeom prst="rect">
            <a:avLst/>
          </a:prstGeom>
          <a:solidFill>
            <a:srgbClr val="323296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2" name="Rectangle 151"/>
          <p:cNvSpPr/>
          <p:nvPr/>
        </p:nvSpPr>
        <p:spPr>
          <a:xfrm>
            <a:off x="6425184" y="3657599"/>
            <a:ext cx="146304" cy="292608"/>
          </a:xfrm>
          <a:prstGeom prst="rect">
            <a:avLst/>
          </a:prstGeom>
          <a:solidFill>
            <a:srgbClr val="323296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3" name="Rectangle 152"/>
          <p:cNvSpPr/>
          <p:nvPr/>
        </p:nvSpPr>
        <p:spPr>
          <a:xfrm>
            <a:off x="6589776" y="3657599"/>
            <a:ext cx="146304" cy="292608"/>
          </a:xfrm>
          <a:prstGeom prst="rect">
            <a:avLst/>
          </a:prstGeom>
          <a:solidFill>
            <a:srgbClr val="323296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4" name="Rectangle 153"/>
          <p:cNvSpPr/>
          <p:nvPr/>
        </p:nvSpPr>
        <p:spPr>
          <a:xfrm>
            <a:off x="6754368" y="3657599"/>
            <a:ext cx="146304" cy="292608"/>
          </a:xfrm>
          <a:prstGeom prst="rect">
            <a:avLst/>
          </a:prstGeom>
          <a:solidFill>
            <a:srgbClr val="323296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5" name="Rectangle 154"/>
          <p:cNvSpPr/>
          <p:nvPr/>
        </p:nvSpPr>
        <p:spPr>
          <a:xfrm>
            <a:off x="6918960" y="3657599"/>
            <a:ext cx="146304" cy="292608"/>
          </a:xfrm>
          <a:prstGeom prst="rect">
            <a:avLst/>
          </a:prstGeom>
          <a:solidFill>
            <a:srgbClr val="323296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6" name="Rectangle 155"/>
          <p:cNvSpPr/>
          <p:nvPr/>
        </p:nvSpPr>
        <p:spPr>
          <a:xfrm>
            <a:off x="7083552" y="3657599"/>
            <a:ext cx="146304" cy="292608"/>
          </a:xfrm>
          <a:prstGeom prst="rect">
            <a:avLst/>
          </a:prstGeom>
          <a:solidFill>
            <a:srgbClr val="323296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7" name="Rectangle 156"/>
          <p:cNvSpPr/>
          <p:nvPr/>
        </p:nvSpPr>
        <p:spPr>
          <a:xfrm>
            <a:off x="7248144" y="3657599"/>
            <a:ext cx="146304" cy="292608"/>
          </a:xfrm>
          <a:prstGeom prst="rect">
            <a:avLst/>
          </a:prstGeom>
          <a:solidFill>
            <a:srgbClr val="649664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8" name="Rectangle 157"/>
          <p:cNvSpPr/>
          <p:nvPr/>
        </p:nvSpPr>
        <p:spPr>
          <a:xfrm>
            <a:off x="7412736" y="3657599"/>
            <a:ext cx="146304" cy="292608"/>
          </a:xfrm>
          <a:prstGeom prst="rect">
            <a:avLst/>
          </a:prstGeom>
          <a:solidFill>
            <a:srgbClr val="649664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9" name="Rectangle 158"/>
          <p:cNvSpPr/>
          <p:nvPr/>
        </p:nvSpPr>
        <p:spPr>
          <a:xfrm>
            <a:off x="7577328" y="3657599"/>
            <a:ext cx="146304" cy="292608"/>
          </a:xfrm>
          <a:prstGeom prst="rect">
            <a:avLst/>
          </a:prstGeom>
          <a:solidFill>
            <a:srgbClr val="649664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0" name="Rectangle 159"/>
          <p:cNvSpPr/>
          <p:nvPr/>
        </p:nvSpPr>
        <p:spPr>
          <a:xfrm>
            <a:off x="7741920" y="3657599"/>
            <a:ext cx="146304" cy="292608"/>
          </a:xfrm>
          <a:prstGeom prst="rect">
            <a:avLst/>
          </a:prstGeom>
          <a:solidFill>
            <a:srgbClr val="649664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1" name="Rectangle 160"/>
          <p:cNvSpPr/>
          <p:nvPr/>
        </p:nvSpPr>
        <p:spPr>
          <a:xfrm>
            <a:off x="7906512" y="3657599"/>
            <a:ext cx="146304" cy="292608"/>
          </a:xfrm>
          <a:prstGeom prst="rect">
            <a:avLst/>
          </a:prstGeom>
          <a:solidFill>
            <a:srgbClr val="649664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2" name="Rectangle 161"/>
          <p:cNvSpPr/>
          <p:nvPr/>
        </p:nvSpPr>
        <p:spPr>
          <a:xfrm>
            <a:off x="8071104" y="3657599"/>
            <a:ext cx="146304" cy="292608"/>
          </a:xfrm>
          <a:prstGeom prst="rect">
            <a:avLst/>
          </a:prstGeom>
          <a:solidFill>
            <a:srgbClr val="649664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3" name="Rectangle 162"/>
          <p:cNvSpPr/>
          <p:nvPr/>
        </p:nvSpPr>
        <p:spPr>
          <a:xfrm>
            <a:off x="8235696" y="3657599"/>
            <a:ext cx="146304" cy="292608"/>
          </a:xfrm>
          <a:prstGeom prst="rect">
            <a:avLst/>
          </a:prstGeom>
          <a:solidFill>
            <a:srgbClr val="649664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4" name="Rectangle 163"/>
          <p:cNvSpPr/>
          <p:nvPr/>
        </p:nvSpPr>
        <p:spPr>
          <a:xfrm>
            <a:off x="8400288" y="3657599"/>
            <a:ext cx="146304" cy="292608"/>
          </a:xfrm>
          <a:prstGeom prst="rect">
            <a:avLst/>
          </a:prstGeom>
          <a:solidFill>
            <a:srgbClr val="C80000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5" name="Rectangle 164"/>
          <p:cNvSpPr/>
          <p:nvPr/>
        </p:nvSpPr>
        <p:spPr>
          <a:xfrm>
            <a:off x="8564879" y="3657599"/>
            <a:ext cx="146304" cy="292608"/>
          </a:xfrm>
          <a:prstGeom prst="rect">
            <a:avLst/>
          </a:prstGeom>
          <a:solidFill>
            <a:srgbClr val="C80000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6" name="Rectangle 165"/>
          <p:cNvSpPr/>
          <p:nvPr/>
        </p:nvSpPr>
        <p:spPr>
          <a:xfrm>
            <a:off x="8729472" y="3657599"/>
            <a:ext cx="146304" cy="292608"/>
          </a:xfrm>
          <a:prstGeom prst="rect">
            <a:avLst/>
          </a:prstGeom>
          <a:solidFill>
            <a:srgbClr val="C80000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7" name="Rectangle 166"/>
          <p:cNvSpPr/>
          <p:nvPr/>
        </p:nvSpPr>
        <p:spPr>
          <a:xfrm>
            <a:off x="8894064" y="3657599"/>
            <a:ext cx="146304" cy="292608"/>
          </a:xfrm>
          <a:prstGeom prst="rect">
            <a:avLst/>
          </a:prstGeom>
          <a:solidFill>
            <a:srgbClr val="C80000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8" name="Rectangle 167"/>
          <p:cNvSpPr/>
          <p:nvPr/>
        </p:nvSpPr>
        <p:spPr>
          <a:xfrm>
            <a:off x="9058656" y="3657599"/>
            <a:ext cx="146304" cy="292608"/>
          </a:xfrm>
          <a:prstGeom prst="rect">
            <a:avLst/>
          </a:prstGeom>
          <a:solidFill>
            <a:srgbClr val="C80000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9" name="Rectangle 168"/>
          <p:cNvSpPr/>
          <p:nvPr/>
        </p:nvSpPr>
        <p:spPr>
          <a:xfrm>
            <a:off x="9223248" y="3657599"/>
            <a:ext cx="146304" cy="292608"/>
          </a:xfrm>
          <a:prstGeom prst="rect">
            <a:avLst/>
          </a:prstGeom>
          <a:solidFill>
            <a:srgbClr val="C80000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0" name="Rectangle 169"/>
          <p:cNvSpPr/>
          <p:nvPr/>
        </p:nvSpPr>
        <p:spPr>
          <a:xfrm>
            <a:off x="9387840" y="3657599"/>
            <a:ext cx="146304" cy="292608"/>
          </a:xfrm>
          <a:prstGeom prst="rect">
            <a:avLst/>
          </a:prstGeom>
          <a:solidFill>
            <a:srgbClr val="C80000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1" name="Rectangle 170"/>
          <p:cNvSpPr/>
          <p:nvPr/>
        </p:nvSpPr>
        <p:spPr>
          <a:xfrm>
            <a:off x="9552431" y="3657599"/>
            <a:ext cx="146304" cy="292608"/>
          </a:xfrm>
          <a:prstGeom prst="rect">
            <a:avLst/>
          </a:prstGeom>
          <a:solidFill>
            <a:srgbClr val="649664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2" name="Rectangle 171"/>
          <p:cNvSpPr/>
          <p:nvPr/>
        </p:nvSpPr>
        <p:spPr>
          <a:xfrm>
            <a:off x="9717024" y="3657599"/>
            <a:ext cx="146304" cy="292608"/>
          </a:xfrm>
          <a:prstGeom prst="rect">
            <a:avLst/>
          </a:prstGeom>
          <a:solidFill>
            <a:srgbClr val="649664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3" name="Rectangle 172"/>
          <p:cNvSpPr/>
          <p:nvPr/>
        </p:nvSpPr>
        <p:spPr>
          <a:xfrm>
            <a:off x="9881616" y="3657599"/>
            <a:ext cx="146304" cy="292608"/>
          </a:xfrm>
          <a:prstGeom prst="rect">
            <a:avLst/>
          </a:prstGeom>
          <a:solidFill>
            <a:srgbClr val="649664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" name="Rectangle 173"/>
          <p:cNvSpPr/>
          <p:nvPr/>
        </p:nvSpPr>
        <p:spPr>
          <a:xfrm>
            <a:off x="6096000" y="3977639"/>
            <a:ext cx="146304" cy="292608"/>
          </a:xfrm>
          <a:prstGeom prst="rect">
            <a:avLst/>
          </a:prstGeom>
          <a:solidFill>
            <a:srgbClr val="323296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5" name="Rectangle 174"/>
          <p:cNvSpPr/>
          <p:nvPr/>
        </p:nvSpPr>
        <p:spPr>
          <a:xfrm>
            <a:off x="6260592" y="3977639"/>
            <a:ext cx="146304" cy="292608"/>
          </a:xfrm>
          <a:prstGeom prst="rect">
            <a:avLst/>
          </a:prstGeom>
          <a:solidFill>
            <a:srgbClr val="323296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6" name="Rectangle 175"/>
          <p:cNvSpPr/>
          <p:nvPr/>
        </p:nvSpPr>
        <p:spPr>
          <a:xfrm>
            <a:off x="6425184" y="3977639"/>
            <a:ext cx="146304" cy="292608"/>
          </a:xfrm>
          <a:prstGeom prst="rect">
            <a:avLst/>
          </a:prstGeom>
          <a:solidFill>
            <a:srgbClr val="323296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7" name="Rectangle 176"/>
          <p:cNvSpPr/>
          <p:nvPr/>
        </p:nvSpPr>
        <p:spPr>
          <a:xfrm>
            <a:off x="6589776" y="3977639"/>
            <a:ext cx="146304" cy="292608"/>
          </a:xfrm>
          <a:prstGeom prst="rect">
            <a:avLst/>
          </a:prstGeom>
          <a:solidFill>
            <a:srgbClr val="323296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8" name="Rectangle 177"/>
          <p:cNvSpPr/>
          <p:nvPr/>
        </p:nvSpPr>
        <p:spPr>
          <a:xfrm>
            <a:off x="6754368" y="3977639"/>
            <a:ext cx="146304" cy="292608"/>
          </a:xfrm>
          <a:prstGeom prst="rect">
            <a:avLst/>
          </a:prstGeom>
          <a:solidFill>
            <a:srgbClr val="323296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9" name="Rectangle 178"/>
          <p:cNvSpPr/>
          <p:nvPr/>
        </p:nvSpPr>
        <p:spPr>
          <a:xfrm>
            <a:off x="6918960" y="3977639"/>
            <a:ext cx="146304" cy="292608"/>
          </a:xfrm>
          <a:prstGeom prst="rect">
            <a:avLst/>
          </a:prstGeom>
          <a:solidFill>
            <a:srgbClr val="323296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0" name="Rectangle 179"/>
          <p:cNvSpPr/>
          <p:nvPr/>
        </p:nvSpPr>
        <p:spPr>
          <a:xfrm>
            <a:off x="7083552" y="3977639"/>
            <a:ext cx="146304" cy="292608"/>
          </a:xfrm>
          <a:prstGeom prst="rect">
            <a:avLst/>
          </a:prstGeom>
          <a:solidFill>
            <a:srgbClr val="323296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1" name="Rectangle 180"/>
          <p:cNvSpPr/>
          <p:nvPr/>
        </p:nvSpPr>
        <p:spPr>
          <a:xfrm>
            <a:off x="7248144" y="3977639"/>
            <a:ext cx="146304" cy="292608"/>
          </a:xfrm>
          <a:prstGeom prst="rect">
            <a:avLst/>
          </a:prstGeom>
          <a:solidFill>
            <a:srgbClr val="649664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2" name="Rectangle 181"/>
          <p:cNvSpPr/>
          <p:nvPr/>
        </p:nvSpPr>
        <p:spPr>
          <a:xfrm>
            <a:off x="7412736" y="3977639"/>
            <a:ext cx="146304" cy="292608"/>
          </a:xfrm>
          <a:prstGeom prst="rect">
            <a:avLst/>
          </a:prstGeom>
          <a:solidFill>
            <a:srgbClr val="649664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3" name="Rectangle 182"/>
          <p:cNvSpPr/>
          <p:nvPr/>
        </p:nvSpPr>
        <p:spPr>
          <a:xfrm>
            <a:off x="7577328" y="3977639"/>
            <a:ext cx="146304" cy="292608"/>
          </a:xfrm>
          <a:prstGeom prst="rect">
            <a:avLst/>
          </a:prstGeom>
          <a:solidFill>
            <a:srgbClr val="649664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4" name="Rectangle 183"/>
          <p:cNvSpPr/>
          <p:nvPr/>
        </p:nvSpPr>
        <p:spPr>
          <a:xfrm>
            <a:off x="7741920" y="3977639"/>
            <a:ext cx="146304" cy="292608"/>
          </a:xfrm>
          <a:prstGeom prst="rect">
            <a:avLst/>
          </a:prstGeom>
          <a:solidFill>
            <a:srgbClr val="649664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5" name="Rectangle 184"/>
          <p:cNvSpPr/>
          <p:nvPr/>
        </p:nvSpPr>
        <p:spPr>
          <a:xfrm>
            <a:off x="7906512" y="3977639"/>
            <a:ext cx="146304" cy="292608"/>
          </a:xfrm>
          <a:prstGeom prst="rect">
            <a:avLst/>
          </a:prstGeom>
          <a:solidFill>
            <a:srgbClr val="649664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6" name="Rectangle 185"/>
          <p:cNvSpPr/>
          <p:nvPr/>
        </p:nvSpPr>
        <p:spPr>
          <a:xfrm>
            <a:off x="8071104" y="3977639"/>
            <a:ext cx="146304" cy="292608"/>
          </a:xfrm>
          <a:prstGeom prst="rect">
            <a:avLst/>
          </a:prstGeom>
          <a:solidFill>
            <a:srgbClr val="649664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7" name="Rectangle 186"/>
          <p:cNvSpPr/>
          <p:nvPr/>
        </p:nvSpPr>
        <p:spPr>
          <a:xfrm>
            <a:off x="8235696" y="3977639"/>
            <a:ext cx="146304" cy="292608"/>
          </a:xfrm>
          <a:prstGeom prst="rect">
            <a:avLst/>
          </a:prstGeom>
          <a:solidFill>
            <a:srgbClr val="649664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8" name="Rectangle 187"/>
          <p:cNvSpPr/>
          <p:nvPr/>
        </p:nvSpPr>
        <p:spPr>
          <a:xfrm>
            <a:off x="8400288" y="3977639"/>
            <a:ext cx="146304" cy="292608"/>
          </a:xfrm>
          <a:prstGeom prst="rect">
            <a:avLst/>
          </a:prstGeom>
          <a:solidFill>
            <a:srgbClr val="C80000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9" name="Rectangle 188"/>
          <p:cNvSpPr/>
          <p:nvPr/>
        </p:nvSpPr>
        <p:spPr>
          <a:xfrm>
            <a:off x="8564879" y="3977639"/>
            <a:ext cx="146304" cy="292608"/>
          </a:xfrm>
          <a:prstGeom prst="rect">
            <a:avLst/>
          </a:prstGeom>
          <a:solidFill>
            <a:srgbClr val="C80000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0" name="Rectangle 189"/>
          <p:cNvSpPr/>
          <p:nvPr/>
        </p:nvSpPr>
        <p:spPr>
          <a:xfrm>
            <a:off x="8729472" y="3977639"/>
            <a:ext cx="146304" cy="292608"/>
          </a:xfrm>
          <a:prstGeom prst="rect">
            <a:avLst/>
          </a:prstGeom>
          <a:solidFill>
            <a:srgbClr val="C80000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1" name="Rectangle 190"/>
          <p:cNvSpPr/>
          <p:nvPr/>
        </p:nvSpPr>
        <p:spPr>
          <a:xfrm>
            <a:off x="8894064" y="3977639"/>
            <a:ext cx="146304" cy="292608"/>
          </a:xfrm>
          <a:prstGeom prst="rect">
            <a:avLst/>
          </a:prstGeom>
          <a:solidFill>
            <a:srgbClr val="C80000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2" name="Rectangle 191"/>
          <p:cNvSpPr/>
          <p:nvPr/>
        </p:nvSpPr>
        <p:spPr>
          <a:xfrm>
            <a:off x="9058656" y="3977639"/>
            <a:ext cx="146304" cy="292608"/>
          </a:xfrm>
          <a:prstGeom prst="rect">
            <a:avLst/>
          </a:prstGeom>
          <a:solidFill>
            <a:srgbClr val="C80000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3" name="Rectangle 192"/>
          <p:cNvSpPr/>
          <p:nvPr/>
        </p:nvSpPr>
        <p:spPr>
          <a:xfrm>
            <a:off x="9223248" y="3977639"/>
            <a:ext cx="146304" cy="292608"/>
          </a:xfrm>
          <a:prstGeom prst="rect">
            <a:avLst/>
          </a:prstGeom>
          <a:solidFill>
            <a:srgbClr val="C80000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4" name="Rectangle 193"/>
          <p:cNvSpPr/>
          <p:nvPr/>
        </p:nvSpPr>
        <p:spPr>
          <a:xfrm>
            <a:off x="9387840" y="3977639"/>
            <a:ext cx="146304" cy="292608"/>
          </a:xfrm>
          <a:prstGeom prst="rect">
            <a:avLst/>
          </a:prstGeom>
          <a:solidFill>
            <a:srgbClr val="C80000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5" name="Rectangle 194"/>
          <p:cNvSpPr/>
          <p:nvPr/>
        </p:nvSpPr>
        <p:spPr>
          <a:xfrm>
            <a:off x="9552431" y="3977639"/>
            <a:ext cx="146304" cy="292608"/>
          </a:xfrm>
          <a:prstGeom prst="rect">
            <a:avLst/>
          </a:prstGeom>
          <a:solidFill>
            <a:srgbClr val="649664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6" name="Rectangle 195"/>
          <p:cNvSpPr/>
          <p:nvPr/>
        </p:nvSpPr>
        <p:spPr>
          <a:xfrm>
            <a:off x="9717024" y="3977639"/>
            <a:ext cx="146304" cy="292608"/>
          </a:xfrm>
          <a:prstGeom prst="rect">
            <a:avLst/>
          </a:prstGeom>
          <a:solidFill>
            <a:srgbClr val="649664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7" name="Rectangle 196"/>
          <p:cNvSpPr/>
          <p:nvPr/>
        </p:nvSpPr>
        <p:spPr>
          <a:xfrm>
            <a:off x="9881616" y="3977639"/>
            <a:ext cx="146304" cy="292608"/>
          </a:xfrm>
          <a:prstGeom prst="rect">
            <a:avLst/>
          </a:prstGeom>
          <a:solidFill>
            <a:srgbClr val="649664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8" name="Rectangle 197"/>
          <p:cNvSpPr/>
          <p:nvPr/>
        </p:nvSpPr>
        <p:spPr>
          <a:xfrm>
            <a:off x="6096000" y="4297679"/>
            <a:ext cx="146304" cy="292608"/>
          </a:xfrm>
          <a:prstGeom prst="rect">
            <a:avLst/>
          </a:prstGeom>
          <a:solidFill>
            <a:srgbClr val="323296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9" name="Rectangle 198"/>
          <p:cNvSpPr/>
          <p:nvPr/>
        </p:nvSpPr>
        <p:spPr>
          <a:xfrm>
            <a:off x="6260592" y="4297679"/>
            <a:ext cx="146304" cy="292608"/>
          </a:xfrm>
          <a:prstGeom prst="rect">
            <a:avLst/>
          </a:prstGeom>
          <a:solidFill>
            <a:srgbClr val="323296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0" name="Rectangle 199"/>
          <p:cNvSpPr/>
          <p:nvPr/>
        </p:nvSpPr>
        <p:spPr>
          <a:xfrm>
            <a:off x="6425184" y="4297679"/>
            <a:ext cx="146304" cy="292608"/>
          </a:xfrm>
          <a:prstGeom prst="rect">
            <a:avLst/>
          </a:prstGeom>
          <a:solidFill>
            <a:srgbClr val="323296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1" name="Rectangle 200"/>
          <p:cNvSpPr/>
          <p:nvPr/>
        </p:nvSpPr>
        <p:spPr>
          <a:xfrm>
            <a:off x="6589776" y="4297679"/>
            <a:ext cx="146304" cy="292608"/>
          </a:xfrm>
          <a:prstGeom prst="rect">
            <a:avLst/>
          </a:prstGeom>
          <a:solidFill>
            <a:srgbClr val="323296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2" name="Rectangle 201"/>
          <p:cNvSpPr/>
          <p:nvPr/>
        </p:nvSpPr>
        <p:spPr>
          <a:xfrm>
            <a:off x="6754368" y="4297679"/>
            <a:ext cx="146304" cy="292608"/>
          </a:xfrm>
          <a:prstGeom prst="rect">
            <a:avLst/>
          </a:prstGeom>
          <a:solidFill>
            <a:srgbClr val="323296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3" name="Rectangle 202"/>
          <p:cNvSpPr/>
          <p:nvPr/>
        </p:nvSpPr>
        <p:spPr>
          <a:xfrm>
            <a:off x="6918960" y="4297679"/>
            <a:ext cx="146304" cy="292608"/>
          </a:xfrm>
          <a:prstGeom prst="rect">
            <a:avLst/>
          </a:prstGeom>
          <a:solidFill>
            <a:srgbClr val="323296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4" name="Rectangle 203"/>
          <p:cNvSpPr/>
          <p:nvPr/>
        </p:nvSpPr>
        <p:spPr>
          <a:xfrm>
            <a:off x="7083552" y="4297679"/>
            <a:ext cx="146304" cy="292608"/>
          </a:xfrm>
          <a:prstGeom prst="rect">
            <a:avLst/>
          </a:prstGeom>
          <a:solidFill>
            <a:srgbClr val="323296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5" name="Rectangle 204"/>
          <p:cNvSpPr/>
          <p:nvPr/>
        </p:nvSpPr>
        <p:spPr>
          <a:xfrm>
            <a:off x="7248144" y="4297679"/>
            <a:ext cx="146304" cy="292608"/>
          </a:xfrm>
          <a:prstGeom prst="rect">
            <a:avLst/>
          </a:prstGeom>
          <a:solidFill>
            <a:srgbClr val="649664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6" name="Rectangle 205"/>
          <p:cNvSpPr/>
          <p:nvPr/>
        </p:nvSpPr>
        <p:spPr>
          <a:xfrm>
            <a:off x="7412736" y="4297679"/>
            <a:ext cx="146304" cy="292608"/>
          </a:xfrm>
          <a:prstGeom prst="rect">
            <a:avLst/>
          </a:prstGeom>
          <a:solidFill>
            <a:srgbClr val="649664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7" name="Rectangle 206"/>
          <p:cNvSpPr/>
          <p:nvPr/>
        </p:nvSpPr>
        <p:spPr>
          <a:xfrm>
            <a:off x="7577328" y="4297679"/>
            <a:ext cx="146304" cy="292608"/>
          </a:xfrm>
          <a:prstGeom prst="rect">
            <a:avLst/>
          </a:prstGeom>
          <a:solidFill>
            <a:srgbClr val="649664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8" name="Rectangle 207"/>
          <p:cNvSpPr/>
          <p:nvPr/>
        </p:nvSpPr>
        <p:spPr>
          <a:xfrm>
            <a:off x="7741920" y="4297679"/>
            <a:ext cx="146304" cy="292608"/>
          </a:xfrm>
          <a:prstGeom prst="rect">
            <a:avLst/>
          </a:prstGeom>
          <a:solidFill>
            <a:srgbClr val="649664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9" name="Rectangle 208"/>
          <p:cNvSpPr/>
          <p:nvPr/>
        </p:nvSpPr>
        <p:spPr>
          <a:xfrm>
            <a:off x="7906512" y="4297679"/>
            <a:ext cx="146304" cy="292608"/>
          </a:xfrm>
          <a:prstGeom prst="rect">
            <a:avLst/>
          </a:prstGeom>
          <a:solidFill>
            <a:srgbClr val="649664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0" name="Rectangle 209"/>
          <p:cNvSpPr/>
          <p:nvPr/>
        </p:nvSpPr>
        <p:spPr>
          <a:xfrm>
            <a:off x="8071104" y="4297679"/>
            <a:ext cx="146304" cy="292608"/>
          </a:xfrm>
          <a:prstGeom prst="rect">
            <a:avLst/>
          </a:prstGeom>
          <a:solidFill>
            <a:srgbClr val="649664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1" name="Rectangle 210"/>
          <p:cNvSpPr/>
          <p:nvPr/>
        </p:nvSpPr>
        <p:spPr>
          <a:xfrm>
            <a:off x="8235696" y="4297679"/>
            <a:ext cx="146304" cy="292608"/>
          </a:xfrm>
          <a:prstGeom prst="rect">
            <a:avLst/>
          </a:prstGeom>
          <a:solidFill>
            <a:srgbClr val="649664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2" name="Rectangle 211"/>
          <p:cNvSpPr/>
          <p:nvPr/>
        </p:nvSpPr>
        <p:spPr>
          <a:xfrm>
            <a:off x="8400288" y="4297679"/>
            <a:ext cx="146304" cy="292608"/>
          </a:xfrm>
          <a:prstGeom prst="rect">
            <a:avLst/>
          </a:prstGeom>
          <a:solidFill>
            <a:srgbClr val="C80000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3" name="Rectangle 212"/>
          <p:cNvSpPr/>
          <p:nvPr/>
        </p:nvSpPr>
        <p:spPr>
          <a:xfrm>
            <a:off x="8564879" y="4297679"/>
            <a:ext cx="146304" cy="292608"/>
          </a:xfrm>
          <a:prstGeom prst="rect">
            <a:avLst/>
          </a:prstGeom>
          <a:solidFill>
            <a:srgbClr val="C80000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4" name="Rectangle 213"/>
          <p:cNvSpPr/>
          <p:nvPr/>
        </p:nvSpPr>
        <p:spPr>
          <a:xfrm>
            <a:off x="8729472" y="4297679"/>
            <a:ext cx="146304" cy="292608"/>
          </a:xfrm>
          <a:prstGeom prst="rect">
            <a:avLst/>
          </a:prstGeom>
          <a:solidFill>
            <a:srgbClr val="C80000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5" name="Rectangle 214"/>
          <p:cNvSpPr/>
          <p:nvPr/>
        </p:nvSpPr>
        <p:spPr>
          <a:xfrm>
            <a:off x="8894064" y="4297679"/>
            <a:ext cx="146304" cy="292608"/>
          </a:xfrm>
          <a:prstGeom prst="rect">
            <a:avLst/>
          </a:prstGeom>
          <a:solidFill>
            <a:srgbClr val="C80000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6" name="Rectangle 215"/>
          <p:cNvSpPr/>
          <p:nvPr/>
        </p:nvSpPr>
        <p:spPr>
          <a:xfrm>
            <a:off x="9058656" y="4297679"/>
            <a:ext cx="146304" cy="292608"/>
          </a:xfrm>
          <a:prstGeom prst="rect">
            <a:avLst/>
          </a:prstGeom>
          <a:solidFill>
            <a:srgbClr val="C80000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7" name="Rectangle 216"/>
          <p:cNvSpPr/>
          <p:nvPr/>
        </p:nvSpPr>
        <p:spPr>
          <a:xfrm>
            <a:off x="9223248" y="4297679"/>
            <a:ext cx="146304" cy="292608"/>
          </a:xfrm>
          <a:prstGeom prst="rect">
            <a:avLst/>
          </a:prstGeom>
          <a:solidFill>
            <a:srgbClr val="C80000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8" name="Rectangle 217"/>
          <p:cNvSpPr/>
          <p:nvPr/>
        </p:nvSpPr>
        <p:spPr>
          <a:xfrm>
            <a:off x="9387840" y="4297679"/>
            <a:ext cx="146304" cy="292608"/>
          </a:xfrm>
          <a:prstGeom prst="rect">
            <a:avLst/>
          </a:prstGeom>
          <a:solidFill>
            <a:srgbClr val="C80000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9" name="Rectangle 218"/>
          <p:cNvSpPr/>
          <p:nvPr/>
        </p:nvSpPr>
        <p:spPr>
          <a:xfrm>
            <a:off x="9552431" y="4297679"/>
            <a:ext cx="146304" cy="292608"/>
          </a:xfrm>
          <a:prstGeom prst="rect">
            <a:avLst/>
          </a:prstGeom>
          <a:solidFill>
            <a:srgbClr val="649664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0" name="Rectangle 219"/>
          <p:cNvSpPr/>
          <p:nvPr/>
        </p:nvSpPr>
        <p:spPr>
          <a:xfrm>
            <a:off x="9717024" y="4297679"/>
            <a:ext cx="146304" cy="292608"/>
          </a:xfrm>
          <a:prstGeom prst="rect">
            <a:avLst/>
          </a:prstGeom>
          <a:solidFill>
            <a:srgbClr val="649664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1" name="Rectangle 220"/>
          <p:cNvSpPr/>
          <p:nvPr/>
        </p:nvSpPr>
        <p:spPr>
          <a:xfrm>
            <a:off x="9881616" y="4297679"/>
            <a:ext cx="146304" cy="292608"/>
          </a:xfrm>
          <a:prstGeom prst="rect">
            <a:avLst/>
          </a:prstGeom>
          <a:solidFill>
            <a:srgbClr val="649664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2" name="Rectangle 221"/>
          <p:cNvSpPr/>
          <p:nvPr/>
        </p:nvSpPr>
        <p:spPr>
          <a:xfrm>
            <a:off x="6096000" y="4617720"/>
            <a:ext cx="146304" cy="292608"/>
          </a:xfrm>
          <a:prstGeom prst="rect">
            <a:avLst/>
          </a:prstGeom>
          <a:solidFill>
            <a:srgbClr val="323296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3" name="Rectangle 222"/>
          <p:cNvSpPr/>
          <p:nvPr/>
        </p:nvSpPr>
        <p:spPr>
          <a:xfrm>
            <a:off x="6260592" y="4617720"/>
            <a:ext cx="146304" cy="292608"/>
          </a:xfrm>
          <a:prstGeom prst="rect">
            <a:avLst/>
          </a:prstGeom>
          <a:solidFill>
            <a:srgbClr val="323296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4" name="Rectangle 223"/>
          <p:cNvSpPr/>
          <p:nvPr/>
        </p:nvSpPr>
        <p:spPr>
          <a:xfrm>
            <a:off x="6425184" y="4617720"/>
            <a:ext cx="146304" cy="292608"/>
          </a:xfrm>
          <a:prstGeom prst="rect">
            <a:avLst/>
          </a:prstGeom>
          <a:solidFill>
            <a:srgbClr val="323296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5" name="Rectangle 224"/>
          <p:cNvSpPr/>
          <p:nvPr/>
        </p:nvSpPr>
        <p:spPr>
          <a:xfrm>
            <a:off x="6589776" y="4617720"/>
            <a:ext cx="146304" cy="292608"/>
          </a:xfrm>
          <a:prstGeom prst="rect">
            <a:avLst/>
          </a:prstGeom>
          <a:solidFill>
            <a:srgbClr val="323296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6" name="Rectangle 225"/>
          <p:cNvSpPr/>
          <p:nvPr/>
        </p:nvSpPr>
        <p:spPr>
          <a:xfrm>
            <a:off x="6754368" y="4617720"/>
            <a:ext cx="146304" cy="292608"/>
          </a:xfrm>
          <a:prstGeom prst="rect">
            <a:avLst/>
          </a:prstGeom>
          <a:solidFill>
            <a:srgbClr val="323296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7" name="Rectangle 226"/>
          <p:cNvSpPr/>
          <p:nvPr/>
        </p:nvSpPr>
        <p:spPr>
          <a:xfrm>
            <a:off x="6918960" y="4617720"/>
            <a:ext cx="146304" cy="292608"/>
          </a:xfrm>
          <a:prstGeom prst="rect">
            <a:avLst/>
          </a:prstGeom>
          <a:solidFill>
            <a:srgbClr val="323296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8" name="Rectangle 227"/>
          <p:cNvSpPr/>
          <p:nvPr/>
        </p:nvSpPr>
        <p:spPr>
          <a:xfrm>
            <a:off x="7083552" y="4617720"/>
            <a:ext cx="146304" cy="292608"/>
          </a:xfrm>
          <a:prstGeom prst="rect">
            <a:avLst/>
          </a:prstGeom>
          <a:solidFill>
            <a:srgbClr val="323296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9" name="Rectangle 228"/>
          <p:cNvSpPr/>
          <p:nvPr/>
        </p:nvSpPr>
        <p:spPr>
          <a:xfrm>
            <a:off x="7248144" y="4617720"/>
            <a:ext cx="146304" cy="292608"/>
          </a:xfrm>
          <a:prstGeom prst="rect">
            <a:avLst/>
          </a:prstGeom>
          <a:solidFill>
            <a:srgbClr val="649664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0" name="Rectangle 229"/>
          <p:cNvSpPr/>
          <p:nvPr/>
        </p:nvSpPr>
        <p:spPr>
          <a:xfrm>
            <a:off x="7412736" y="4617720"/>
            <a:ext cx="146304" cy="292608"/>
          </a:xfrm>
          <a:prstGeom prst="rect">
            <a:avLst/>
          </a:prstGeom>
          <a:solidFill>
            <a:srgbClr val="649664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1" name="Rectangle 230"/>
          <p:cNvSpPr/>
          <p:nvPr/>
        </p:nvSpPr>
        <p:spPr>
          <a:xfrm>
            <a:off x="7577328" y="4617720"/>
            <a:ext cx="146304" cy="292608"/>
          </a:xfrm>
          <a:prstGeom prst="rect">
            <a:avLst/>
          </a:prstGeom>
          <a:solidFill>
            <a:srgbClr val="649664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2" name="Rectangle 231"/>
          <p:cNvSpPr/>
          <p:nvPr/>
        </p:nvSpPr>
        <p:spPr>
          <a:xfrm>
            <a:off x="7741920" y="4617720"/>
            <a:ext cx="146304" cy="292608"/>
          </a:xfrm>
          <a:prstGeom prst="rect">
            <a:avLst/>
          </a:prstGeom>
          <a:solidFill>
            <a:srgbClr val="649664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3" name="Rectangle 232"/>
          <p:cNvSpPr/>
          <p:nvPr/>
        </p:nvSpPr>
        <p:spPr>
          <a:xfrm>
            <a:off x="7906512" y="4617720"/>
            <a:ext cx="146304" cy="292608"/>
          </a:xfrm>
          <a:prstGeom prst="rect">
            <a:avLst/>
          </a:prstGeom>
          <a:solidFill>
            <a:srgbClr val="649664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4" name="Rectangle 233"/>
          <p:cNvSpPr/>
          <p:nvPr/>
        </p:nvSpPr>
        <p:spPr>
          <a:xfrm>
            <a:off x="8071104" y="4617720"/>
            <a:ext cx="146304" cy="292608"/>
          </a:xfrm>
          <a:prstGeom prst="rect">
            <a:avLst/>
          </a:prstGeom>
          <a:solidFill>
            <a:srgbClr val="649664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5" name="Rectangle 234"/>
          <p:cNvSpPr/>
          <p:nvPr/>
        </p:nvSpPr>
        <p:spPr>
          <a:xfrm>
            <a:off x="8235696" y="4617720"/>
            <a:ext cx="146304" cy="292608"/>
          </a:xfrm>
          <a:prstGeom prst="rect">
            <a:avLst/>
          </a:prstGeom>
          <a:solidFill>
            <a:srgbClr val="649664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6" name="Rectangle 235"/>
          <p:cNvSpPr/>
          <p:nvPr/>
        </p:nvSpPr>
        <p:spPr>
          <a:xfrm>
            <a:off x="8400288" y="4617720"/>
            <a:ext cx="146304" cy="292608"/>
          </a:xfrm>
          <a:prstGeom prst="rect">
            <a:avLst/>
          </a:prstGeom>
          <a:solidFill>
            <a:srgbClr val="649664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7" name="Rectangle 236"/>
          <p:cNvSpPr/>
          <p:nvPr/>
        </p:nvSpPr>
        <p:spPr>
          <a:xfrm>
            <a:off x="8564879" y="4617720"/>
            <a:ext cx="146304" cy="292608"/>
          </a:xfrm>
          <a:prstGeom prst="rect">
            <a:avLst/>
          </a:prstGeom>
          <a:solidFill>
            <a:srgbClr val="649664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8" name="Rectangle 237"/>
          <p:cNvSpPr/>
          <p:nvPr/>
        </p:nvSpPr>
        <p:spPr>
          <a:xfrm>
            <a:off x="8729472" y="4617720"/>
            <a:ext cx="146304" cy="292608"/>
          </a:xfrm>
          <a:prstGeom prst="rect">
            <a:avLst/>
          </a:prstGeom>
          <a:solidFill>
            <a:srgbClr val="649664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9" name="Rectangle 238"/>
          <p:cNvSpPr/>
          <p:nvPr/>
        </p:nvSpPr>
        <p:spPr>
          <a:xfrm>
            <a:off x="8894064" y="4617720"/>
            <a:ext cx="146304" cy="292608"/>
          </a:xfrm>
          <a:prstGeom prst="rect">
            <a:avLst/>
          </a:prstGeom>
          <a:solidFill>
            <a:srgbClr val="649664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0" name="Rectangle 239"/>
          <p:cNvSpPr/>
          <p:nvPr/>
        </p:nvSpPr>
        <p:spPr>
          <a:xfrm>
            <a:off x="9058656" y="4617720"/>
            <a:ext cx="146304" cy="292608"/>
          </a:xfrm>
          <a:prstGeom prst="rect">
            <a:avLst/>
          </a:prstGeom>
          <a:solidFill>
            <a:srgbClr val="649664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1" name="Rectangle 240"/>
          <p:cNvSpPr/>
          <p:nvPr/>
        </p:nvSpPr>
        <p:spPr>
          <a:xfrm>
            <a:off x="9223248" y="4617720"/>
            <a:ext cx="146304" cy="292608"/>
          </a:xfrm>
          <a:prstGeom prst="rect">
            <a:avLst/>
          </a:prstGeom>
          <a:solidFill>
            <a:srgbClr val="649664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2" name="Rectangle 241"/>
          <p:cNvSpPr/>
          <p:nvPr/>
        </p:nvSpPr>
        <p:spPr>
          <a:xfrm>
            <a:off x="9387840" y="4617720"/>
            <a:ext cx="146304" cy="292608"/>
          </a:xfrm>
          <a:prstGeom prst="rect">
            <a:avLst/>
          </a:prstGeom>
          <a:solidFill>
            <a:srgbClr val="649664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3" name="Rectangle 242"/>
          <p:cNvSpPr/>
          <p:nvPr/>
        </p:nvSpPr>
        <p:spPr>
          <a:xfrm>
            <a:off x="9552431" y="4617720"/>
            <a:ext cx="146304" cy="292608"/>
          </a:xfrm>
          <a:prstGeom prst="rect">
            <a:avLst/>
          </a:prstGeom>
          <a:solidFill>
            <a:srgbClr val="649664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4" name="Rectangle 243"/>
          <p:cNvSpPr/>
          <p:nvPr/>
        </p:nvSpPr>
        <p:spPr>
          <a:xfrm>
            <a:off x="9717024" y="4617720"/>
            <a:ext cx="146304" cy="292608"/>
          </a:xfrm>
          <a:prstGeom prst="rect">
            <a:avLst/>
          </a:prstGeom>
          <a:solidFill>
            <a:srgbClr val="649664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5" name="Rectangle 244"/>
          <p:cNvSpPr/>
          <p:nvPr/>
        </p:nvSpPr>
        <p:spPr>
          <a:xfrm>
            <a:off x="9881616" y="4617720"/>
            <a:ext cx="146304" cy="292608"/>
          </a:xfrm>
          <a:prstGeom prst="rect">
            <a:avLst/>
          </a:prstGeom>
          <a:solidFill>
            <a:srgbClr val="649664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6" name="Rectangle 245"/>
          <p:cNvSpPr/>
          <p:nvPr/>
        </p:nvSpPr>
        <p:spPr>
          <a:xfrm>
            <a:off x="6096000" y="4937760"/>
            <a:ext cx="146304" cy="292608"/>
          </a:xfrm>
          <a:prstGeom prst="rect">
            <a:avLst/>
          </a:prstGeom>
          <a:solidFill>
            <a:srgbClr val="323296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7" name="Rectangle 246"/>
          <p:cNvSpPr/>
          <p:nvPr/>
        </p:nvSpPr>
        <p:spPr>
          <a:xfrm>
            <a:off x="6260592" y="4937760"/>
            <a:ext cx="146304" cy="292608"/>
          </a:xfrm>
          <a:prstGeom prst="rect">
            <a:avLst/>
          </a:prstGeom>
          <a:solidFill>
            <a:srgbClr val="323296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8" name="Rectangle 247"/>
          <p:cNvSpPr/>
          <p:nvPr/>
        </p:nvSpPr>
        <p:spPr>
          <a:xfrm>
            <a:off x="6425184" y="4937760"/>
            <a:ext cx="146304" cy="292608"/>
          </a:xfrm>
          <a:prstGeom prst="rect">
            <a:avLst/>
          </a:prstGeom>
          <a:solidFill>
            <a:srgbClr val="323296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9" name="Rectangle 248"/>
          <p:cNvSpPr/>
          <p:nvPr/>
        </p:nvSpPr>
        <p:spPr>
          <a:xfrm>
            <a:off x="6589776" y="4937760"/>
            <a:ext cx="146304" cy="292608"/>
          </a:xfrm>
          <a:prstGeom prst="rect">
            <a:avLst/>
          </a:prstGeom>
          <a:solidFill>
            <a:srgbClr val="323296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0" name="Rectangle 249"/>
          <p:cNvSpPr/>
          <p:nvPr/>
        </p:nvSpPr>
        <p:spPr>
          <a:xfrm>
            <a:off x="6754368" y="4937760"/>
            <a:ext cx="146304" cy="292608"/>
          </a:xfrm>
          <a:prstGeom prst="rect">
            <a:avLst/>
          </a:prstGeom>
          <a:solidFill>
            <a:srgbClr val="323296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1" name="Rectangle 250"/>
          <p:cNvSpPr/>
          <p:nvPr/>
        </p:nvSpPr>
        <p:spPr>
          <a:xfrm>
            <a:off x="6918960" y="4937760"/>
            <a:ext cx="146304" cy="292608"/>
          </a:xfrm>
          <a:prstGeom prst="rect">
            <a:avLst/>
          </a:prstGeom>
          <a:solidFill>
            <a:srgbClr val="323296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2" name="Rectangle 251"/>
          <p:cNvSpPr/>
          <p:nvPr/>
        </p:nvSpPr>
        <p:spPr>
          <a:xfrm>
            <a:off x="7083552" y="4937760"/>
            <a:ext cx="146304" cy="292608"/>
          </a:xfrm>
          <a:prstGeom prst="rect">
            <a:avLst/>
          </a:prstGeom>
          <a:solidFill>
            <a:srgbClr val="323296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3" name="Rectangle 252"/>
          <p:cNvSpPr/>
          <p:nvPr/>
        </p:nvSpPr>
        <p:spPr>
          <a:xfrm>
            <a:off x="7248144" y="4937760"/>
            <a:ext cx="146304" cy="292608"/>
          </a:xfrm>
          <a:prstGeom prst="rect">
            <a:avLst/>
          </a:prstGeom>
          <a:solidFill>
            <a:srgbClr val="649664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4" name="Rectangle 253"/>
          <p:cNvSpPr/>
          <p:nvPr/>
        </p:nvSpPr>
        <p:spPr>
          <a:xfrm>
            <a:off x="7412736" y="4937760"/>
            <a:ext cx="146304" cy="292608"/>
          </a:xfrm>
          <a:prstGeom prst="rect">
            <a:avLst/>
          </a:prstGeom>
          <a:solidFill>
            <a:srgbClr val="649664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5" name="Rectangle 254"/>
          <p:cNvSpPr/>
          <p:nvPr/>
        </p:nvSpPr>
        <p:spPr>
          <a:xfrm>
            <a:off x="7577328" y="4937760"/>
            <a:ext cx="146304" cy="292608"/>
          </a:xfrm>
          <a:prstGeom prst="rect">
            <a:avLst/>
          </a:prstGeom>
          <a:solidFill>
            <a:srgbClr val="649664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6" name="Rectangle 255"/>
          <p:cNvSpPr/>
          <p:nvPr/>
        </p:nvSpPr>
        <p:spPr>
          <a:xfrm>
            <a:off x="7741920" y="4937760"/>
            <a:ext cx="146304" cy="292608"/>
          </a:xfrm>
          <a:prstGeom prst="rect">
            <a:avLst/>
          </a:prstGeom>
          <a:solidFill>
            <a:srgbClr val="649664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7" name="Rectangle 256"/>
          <p:cNvSpPr/>
          <p:nvPr/>
        </p:nvSpPr>
        <p:spPr>
          <a:xfrm>
            <a:off x="7906512" y="4937760"/>
            <a:ext cx="146304" cy="292608"/>
          </a:xfrm>
          <a:prstGeom prst="rect">
            <a:avLst/>
          </a:prstGeom>
          <a:solidFill>
            <a:srgbClr val="649664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8" name="Rectangle 257"/>
          <p:cNvSpPr/>
          <p:nvPr/>
        </p:nvSpPr>
        <p:spPr>
          <a:xfrm>
            <a:off x="8071104" y="4937760"/>
            <a:ext cx="146304" cy="292608"/>
          </a:xfrm>
          <a:prstGeom prst="rect">
            <a:avLst/>
          </a:prstGeom>
          <a:solidFill>
            <a:srgbClr val="649664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9" name="Rectangle 258"/>
          <p:cNvSpPr/>
          <p:nvPr/>
        </p:nvSpPr>
        <p:spPr>
          <a:xfrm>
            <a:off x="8235696" y="4937760"/>
            <a:ext cx="146304" cy="292608"/>
          </a:xfrm>
          <a:prstGeom prst="rect">
            <a:avLst/>
          </a:prstGeom>
          <a:solidFill>
            <a:srgbClr val="649664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0" name="Rectangle 259"/>
          <p:cNvSpPr/>
          <p:nvPr/>
        </p:nvSpPr>
        <p:spPr>
          <a:xfrm>
            <a:off x="8400288" y="4937760"/>
            <a:ext cx="146304" cy="292608"/>
          </a:xfrm>
          <a:prstGeom prst="rect">
            <a:avLst/>
          </a:prstGeom>
          <a:solidFill>
            <a:srgbClr val="649664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1" name="Rectangle 260"/>
          <p:cNvSpPr/>
          <p:nvPr/>
        </p:nvSpPr>
        <p:spPr>
          <a:xfrm>
            <a:off x="8564879" y="4937760"/>
            <a:ext cx="146304" cy="292608"/>
          </a:xfrm>
          <a:prstGeom prst="rect">
            <a:avLst/>
          </a:prstGeom>
          <a:solidFill>
            <a:srgbClr val="649664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2" name="Rectangle 261"/>
          <p:cNvSpPr/>
          <p:nvPr/>
        </p:nvSpPr>
        <p:spPr>
          <a:xfrm>
            <a:off x="8729472" y="4937760"/>
            <a:ext cx="146304" cy="292608"/>
          </a:xfrm>
          <a:prstGeom prst="rect">
            <a:avLst/>
          </a:prstGeom>
          <a:solidFill>
            <a:srgbClr val="649664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3" name="Rectangle 262"/>
          <p:cNvSpPr/>
          <p:nvPr/>
        </p:nvSpPr>
        <p:spPr>
          <a:xfrm>
            <a:off x="8894064" y="4937760"/>
            <a:ext cx="146304" cy="292608"/>
          </a:xfrm>
          <a:prstGeom prst="rect">
            <a:avLst/>
          </a:prstGeom>
          <a:solidFill>
            <a:srgbClr val="649664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4" name="Rectangle 263"/>
          <p:cNvSpPr/>
          <p:nvPr/>
        </p:nvSpPr>
        <p:spPr>
          <a:xfrm>
            <a:off x="9058656" y="4937760"/>
            <a:ext cx="146304" cy="292608"/>
          </a:xfrm>
          <a:prstGeom prst="rect">
            <a:avLst/>
          </a:prstGeom>
          <a:solidFill>
            <a:srgbClr val="649664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5" name="Rectangle 264"/>
          <p:cNvSpPr/>
          <p:nvPr/>
        </p:nvSpPr>
        <p:spPr>
          <a:xfrm>
            <a:off x="9223248" y="4937760"/>
            <a:ext cx="146304" cy="292608"/>
          </a:xfrm>
          <a:prstGeom prst="rect">
            <a:avLst/>
          </a:prstGeom>
          <a:solidFill>
            <a:srgbClr val="649664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6" name="Rectangle 265"/>
          <p:cNvSpPr/>
          <p:nvPr/>
        </p:nvSpPr>
        <p:spPr>
          <a:xfrm>
            <a:off x="9387840" y="4937760"/>
            <a:ext cx="146304" cy="292608"/>
          </a:xfrm>
          <a:prstGeom prst="rect">
            <a:avLst/>
          </a:prstGeom>
          <a:solidFill>
            <a:srgbClr val="649664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7" name="Rectangle 266"/>
          <p:cNvSpPr/>
          <p:nvPr/>
        </p:nvSpPr>
        <p:spPr>
          <a:xfrm>
            <a:off x="9552431" y="4937760"/>
            <a:ext cx="146304" cy="292608"/>
          </a:xfrm>
          <a:prstGeom prst="rect">
            <a:avLst/>
          </a:prstGeom>
          <a:solidFill>
            <a:srgbClr val="649664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8" name="Rectangle 267"/>
          <p:cNvSpPr/>
          <p:nvPr/>
        </p:nvSpPr>
        <p:spPr>
          <a:xfrm>
            <a:off x="9717024" y="4937760"/>
            <a:ext cx="146304" cy="292608"/>
          </a:xfrm>
          <a:prstGeom prst="rect">
            <a:avLst/>
          </a:prstGeom>
          <a:solidFill>
            <a:srgbClr val="649664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9" name="Rectangle 268"/>
          <p:cNvSpPr/>
          <p:nvPr/>
        </p:nvSpPr>
        <p:spPr>
          <a:xfrm>
            <a:off x="9881616" y="4937760"/>
            <a:ext cx="146304" cy="292608"/>
          </a:xfrm>
          <a:prstGeom prst="rect">
            <a:avLst/>
          </a:prstGeom>
          <a:solidFill>
            <a:srgbClr val="649664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0" name="Rectangle 269"/>
          <p:cNvSpPr/>
          <p:nvPr/>
        </p:nvSpPr>
        <p:spPr>
          <a:xfrm>
            <a:off x="6096000" y="5257800"/>
            <a:ext cx="146304" cy="292608"/>
          </a:xfrm>
          <a:prstGeom prst="rect">
            <a:avLst/>
          </a:prstGeom>
          <a:solidFill>
            <a:srgbClr val="323296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1" name="Rectangle 270"/>
          <p:cNvSpPr/>
          <p:nvPr/>
        </p:nvSpPr>
        <p:spPr>
          <a:xfrm>
            <a:off x="6260592" y="5257800"/>
            <a:ext cx="146304" cy="292608"/>
          </a:xfrm>
          <a:prstGeom prst="rect">
            <a:avLst/>
          </a:prstGeom>
          <a:solidFill>
            <a:srgbClr val="323296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2" name="Rectangle 271"/>
          <p:cNvSpPr/>
          <p:nvPr/>
        </p:nvSpPr>
        <p:spPr>
          <a:xfrm>
            <a:off x="6425184" y="5257800"/>
            <a:ext cx="146304" cy="292608"/>
          </a:xfrm>
          <a:prstGeom prst="rect">
            <a:avLst/>
          </a:prstGeom>
          <a:solidFill>
            <a:srgbClr val="323296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3" name="Rectangle 272"/>
          <p:cNvSpPr/>
          <p:nvPr/>
        </p:nvSpPr>
        <p:spPr>
          <a:xfrm>
            <a:off x="6589776" y="5257800"/>
            <a:ext cx="146304" cy="292608"/>
          </a:xfrm>
          <a:prstGeom prst="rect">
            <a:avLst/>
          </a:prstGeom>
          <a:solidFill>
            <a:srgbClr val="323296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4" name="Rectangle 273"/>
          <p:cNvSpPr/>
          <p:nvPr/>
        </p:nvSpPr>
        <p:spPr>
          <a:xfrm>
            <a:off x="6754368" y="5257800"/>
            <a:ext cx="146304" cy="292608"/>
          </a:xfrm>
          <a:prstGeom prst="rect">
            <a:avLst/>
          </a:prstGeom>
          <a:solidFill>
            <a:srgbClr val="323296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5" name="Rectangle 274"/>
          <p:cNvSpPr/>
          <p:nvPr/>
        </p:nvSpPr>
        <p:spPr>
          <a:xfrm>
            <a:off x="6918960" y="5257800"/>
            <a:ext cx="146304" cy="292608"/>
          </a:xfrm>
          <a:prstGeom prst="rect">
            <a:avLst/>
          </a:prstGeom>
          <a:solidFill>
            <a:srgbClr val="323296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6" name="Rectangle 275"/>
          <p:cNvSpPr/>
          <p:nvPr/>
        </p:nvSpPr>
        <p:spPr>
          <a:xfrm>
            <a:off x="7083552" y="5257800"/>
            <a:ext cx="146304" cy="292608"/>
          </a:xfrm>
          <a:prstGeom prst="rect">
            <a:avLst/>
          </a:prstGeom>
          <a:solidFill>
            <a:srgbClr val="C86400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7" name="Rectangle 276"/>
          <p:cNvSpPr/>
          <p:nvPr/>
        </p:nvSpPr>
        <p:spPr>
          <a:xfrm>
            <a:off x="7248144" y="5257800"/>
            <a:ext cx="146304" cy="292608"/>
          </a:xfrm>
          <a:prstGeom prst="rect">
            <a:avLst/>
          </a:prstGeom>
          <a:solidFill>
            <a:srgbClr val="C86400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8" name="Rectangle 277"/>
          <p:cNvSpPr/>
          <p:nvPr/>
        </p:nvSpPr>
        <p:spPr>
          <a:xfrm>
            <a:off x="7412736" y="5257800"/>
            <a:ext cx="146304" cy="292608"/>
          </a:xfrm>
          <a:prstGeom prst="rect">
            <a:avLst/>
          </a:prstGeom>
          <a:solidFill>
            <a:srgbClr val="C86400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9" name="Rectangle 278"/>
          <p:cNvSpPr/>
          <p:nvPr/>
        </p:nvSpPr>
        <p:spPr>
          <a:xfrm>
            <a:off x="7577328" y="5257800"/>
            <a:ext cx="146304" cy="292608"/>
          </a:xfrm>
          <a:prstGeom prst="rect">
            <a:avLst/>
          </a:prstGeom>
          <a:solidFill>
            <a:srgbClr val="C86400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0" name="Rectangle 279"/>
          <p:cNvSpPr/>
          <p:nvPr/>
        </p:nvSpPr>
        <p:spPr>
          <a:xfrm>
            <a:off x="7741920" y="5257800"/>
            <a:ext cx="146304" cy="292608"/>
          </a:xfrm>
          <a:prstGeom prst="rect">
            <a:avLst/>
          </a:prstGeom>
          <a:solidFill>
            <a:srgbClr val="C86400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1" name="Rectangle 280"/>
          <p:cNvSpPr/>
          <p:nvPr/>
        </p:nvSpPr>
        <p:spPr>
          <a:xfrm>
            <a:off x="7906512" y="5257800"/>
            <a:ext cx="146304" cy="292608"/>
          </a:xfrm>
          <a:prstGeom prst="rect">
            <a:avLst/>
          </a:prstGeom>
          <a:solidFill>
            <a:srgbClr val="649664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2" name="Rectangle 281"/>
          <p:cNvSpPr/>
          <p:nvPr/>
        </p:nvSpPr>
        <p:spPr>
          <a:xfrm>
            <a:off x="8071104" y="5257800"/>
            <a:ext cx="146304" cy="292608"/>
          </a:xfrm>
          <a:prstGeom prst="rect">
            <a:avLst/>
          </a:prstGeom>
          <a:solidFill>
            <a:srgbClr val="649664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3" name="Rectangle 282"/>
          <p:cNvSpPr/>
          <p:nvPr/>
        </p:nvSpPr>
        <p:spPr>
          <a:xfrm>
            <a:off x="8235696" y="5257800"/>
            <a:ext cx="146304" cy="292608"/>
          </a:xfrm>
          <a:prstGeom prst="rect">
            <a:avLst/>
          </a:prstGeom>
          <a:solidFill>
            <a:srgbClr val="649664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4" name="Rectangle 283"/>
          <p:cNvSpPr/>
          <p:nvPr/>
        </p:nvSpPr>
        <p:spPr>
          <a:xfrm>
            <a:off x="8400288" y="5257800"/>
            <a:ext cx="146304" cy="292608"/>
          </a:xfrm>
          <a:prstGeom prst="rect">
            <a:avLst/>
          </a:prstGeom>
          <a:solidFill>
            <a:srgbClr val="649664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5" name="Rectangle 284"/>
          <p:cNvSpPr/>
          <p:nvPr/>
        </p:nvSpPr>
        <p:spPr>
          <a:xfrm>
            <a:off x="8564879" y="5257800"/>
            <a:ext cx="146304" cy="292608"/>
          </a:xfrm>
          <a:prstGeom prst="rect">
            <a:avLst/>
          </a:prstGeom>
          <a:solidFill>
            <a:srgbClr val="649664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6" name="Rectangle 285"/>
          <p:cNvSpPr/>
          <p:nvPr/>
        </p:nvSpPr>
        <p:spPr>
          <a:xfrm>
            <a:off x="8729472" y="5257800"/>
            <a:ext cx="146304" cy="292608"/>
          </a:xfrm>
          <a:prstGeom prst="rect">
            <a:avLst/>
          </a:prstGeom>
          <a:solidFill>
            <a:srgbClr val="649664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7" name="Rectangle 286"/>
          <p:cNvSpPr/>
          <p:nvPr/>
        </p:nvSpPr>
        <p:spPr>
          <a:xfrm>
            <a:off x="8894064" y="5257800"/>
            <a:ext cx="146304" cy="292608"/>
          </a:xfrm>
          <a:prstGeom prst="rect">
            <a:avLst/>
          </a:prstGeom>
          <a:solidFill>
            <a:srgbClr val="C86400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8" name="Rectangle 287"/>
          <p:cNvSpPr/>
          <p:nvPr/>
        </p:nvSpPr>
        <p:spPr>
          <a:xfrm>
            <a:off x="9058656" y="5257800"/>
            <a:ext cx="146304" cy="292608"/>
          </a:xfrm>
          <a:prstGeom prst="rect">
            <a:avLst/>
          </a:prstGeom>
          <a:solidFill>
            <a:srgbClr val="C86400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9" name="Rectangle 288"/>
          <p:cNvSpPr/>
          <p:nvPr/>
        </p:nvSpPr>
        <p:spPr>
          <a:xfrm>
            <a:off x="9223248" y="5257800"/>
            <a:ext cx="146304" cy="292608"/>
          </a:xfrm>
          <a:prstGeom prst="rect">
            <a:avLst/>
          </a:prstGeom>
          <a:solidFill>
            <a:srgbClr val="C86400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0" name="Rectangle 289"/>
          <p:cNvSpPr/>
          <p:nvPr/>
        </p:nvSpPr>
        <p:spPr>
          <a:xfrm>
            <a:off x="9387840" y="5257800"/>
            <a:ext cx="146304" cy="292608"/>
          </a:xfrm>
          <a:prstGeom prst="rect">
            <a:avLst/>
          </a:prstGeom>
          <a:solidFill>
            <a:srgbClr val="C86400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1" name="Rectangle 290"/>
          <p:cNvSpPr/>
          <p:nvPr/>
        </p:nvSpPr>
        <p:spPr>
          <a:xfrm>
            <a:off x="9552431" y="5257800"/>
            <a:ext cx="146304" cy="292608"/>
          </a:xfrm>
          <a:prstGeom prst="rect">
            <a:avLst/>
          </a:prstGeom>
          <a:solidFill>
            <a:srgbClr val="649664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2" name="Rectangle 291"/>
          <p:cNvSpPr/>
          <p:nvPr/>
        </p:nvSpPr>
        <p:spPr>
          <a:xfrm>
            <a:off x="9717024" y="5257800"/>
            <a:ext cx="146304" cy="292608"/>
          </a:xfrm>
          <a:prstGeom prst="rect">
            <a:avLst/>
          </a:prstGeom>
          <a:solidFill>
            <a:srgbClr val="649664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3" name="Rectangle 292"/>
          <p:cNvSpPr/>
          <p:nvPr/>
        </p:nvSpPr>
        <p:spPr>
          <a:xfrm>
            <a:off x="9881616" y="5257800"/>
            <a:ext cx="146304" cy="292608"/>
          </a:xfrm>
          <a:prstGeom prst="rect">
            <a:avLst/>
          </a:prstGeom>
          <a:solidFill>
            <a:srgbClr val="649664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4" name="TextBox 293"/>
          <p:cNvSpPr txBox="1"/>
          <p:nvPr/>
        </p:nvSpPr>
        <p:spPr>
          <a:xfrm>
            <a:off x="6096000" y="5669281"/>
            <a:ext cx="41148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46464"/>
                </a:solidFill>
              </a:defRPr>
            </a:pPr>
            <a:r>
              <a:rPr sz="1000"/>
              <a:t>Hours: 0 → 24</a:t>
            </a:r>
          </a:p>
        </p:txBody>
      </p:sp>
      <p:sp>
        <p:nvSpPr>
          <p:cNvPr id="295" name="TextBox 294"/>
          <p:cNvSpPr txBox="1"/>
          <p:nvPr/>
        </p:nvSpPr>
        <p:spPr>
          <a:xfrm>
            <a:off x="5455920" y="3200400"/>
            <a:ext cx="54864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6464"/>
                </a:solidFill>
              </a:defRPr>
            </a:pPr>
            <a:r>
              <a:rPr sz="900"/>
              <a:t>Months</a:t>
            </a:r>
          </a:p>
        </p:txBody>
      </p:sp>
      <p:sp>
        <p:nvSpPr>
          <p:cNvPr id="296" name="Rectangle 295"/>
          <p:cNvSpPr/>
          <p:nvPr/>
        </p:nvSpPr>
        <p:spPr>
          <a:xfrm>
            <a:off x="6096000" y="6035040"/>
            <a:ext cx="914400" cy="274320"/>
          </a:xfrm>
          <a:prstGeom prst="rect">
            <a:avLst/>
          </a:prstGeom>
          <a:solidFill>
            <a:srgbClr val="323296"/>
          </a:solidFill>
          <a:ln w="1905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rPr sz="900"/>
              <a:t>Low $</a:t>
            </a:r>
          </a:p>
        </p:txBody>
      </p:sp>
      <p:sp>
        <p:nvSpPr>
          <p:cNvPr id="297" name="Rectangle 296"/>
          <p:cNvSpPr/>
          <p:nvPr/>
        </p:nvSpPr>
        <p:spPr>
          <a:xfrm>
            <a:off x="7101840" y="6035040"/>
            <a:ext cx="914400" cy="274320"/>
          </a:xfrm>
          <a:prstGeom prst="rect">
            <a:avLst/>
          </a:prstGeom>
          <a:solidFill>
            <a:srgbClr val="649664"/>
          </a:solidFill>
          <a:ln w="1905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rPr sz="900"/>
              <a:t>Mid $</a:t>
            </a:r>
          </a:p>
        </p:txBody>
      </p:sp>
      <p:sp>
        <p:nvSpPr>
          <p:cNvPr id="298" name="Rectangle 297"/>
          <p:cNvSpPr/>
          <p:nvPr/>
        </p:nvSpPr>
        <p:spPr>
          <a:xfrm>
            <a:off x="8107680" y="6035040"/>
            <a:ext cx="914400" cy="274320"/>
          </a:xfrm>
          <a:prstGeom prst="rect">
            <a:avLst/>
          </a:prstGeom>
          <a:solidFill>
            <a:srgbClr val="C86400"/>
          </a:solidFill>
          <a:ln w="1905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rPr sz="900"/>
              <a:t>High $</a:t>
            </a:r>
          </a:p>
        </p:txBody>
      </p:sp>
      <p:sp>
        <p:nvSpPr>
          <p:cNvPr id="299" name="Rectangle 298"/>
          <p:cNvSpPr/>
          <p:nvPr/>
        </p:nvSpPr>
        <p:spPr>
          <a:xfrm>
            <a:off x="9113520" y="6035040"/>
            <a:ext cx="914400" cy="274320"/>
          </a:xfrm>
          <a:prstGeom prst="rect">
            <a:avLst/>
          </a:prstGeom>
          <a:solidFill>
            <a:srgbClr val="C80000"/>
          </a:solidFill>
          <a:ln w="1905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rPr sz="900"/>
              <a:t>Peak $</a:t>
            </a:r>
          </a:p>
        </p:txBody>
      </p:sp>
      <p:sp>
        <p:nvSpPr>
          <p:cNvPr id="300" name="TextBox 299"/>
          <p:cNvSpPr txBox="1"/>
          <p:nvPr/>
        </p:nvSpPr>
        <p:spPr>
          <a:xfrm>
            <a:off x="2255520" y="4380618"/>
            <a:ext cx="2968610" cy="16927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003366"/>
                </a:solidFill>
              </a:defRPr>
            </a:pPr>
            <a:r>
              <a:rPr sz="1300" dirty="0"/>
              <a:t>Benefits of Load Shape Analysis:</a:t>
            </a:r>
          </a:p>
          <a:p>
            <a:pPr>
              <a:defRPr sz="1300" b="0">
                <a:solidFill>
                  <a:srgbClr val="003366"/>
                </a:solidFill>
              </a:defRPr>
            </a:pPr>
            <a:endParaRPr sz="1300" dirty="0"/>
          </a:p>
          <a:p>
            <a:pPr>
              <a:defRPr sz="1300" b="0">
                <a:solidFill>
                  <a:srgbClr val="003366"/>
                </a:solidFill>
              </a:defRPr>
            </a:pPr>
            <a:r>
              <a:rPr sz="1300" dirty="0"/>
              <a:t>✓ Builds trust through transparency</a:t>
            </a:r>
          </a:p>
          <a:p>
            <a:pPr>
              <a:defRPr sz="1300" b="0">
                <a:solidFill>
                  <a:srgbClr val="003366"/>
                </a:solidFill>
              </a:defRPr>
            </a:pPr>
            <a:r>
              <a:rPr sz="1300" dirty="0"/>
              <a:t>✓ Aligns on project value</a:t>
            </a:r>
          </a:p>
          <a:p>
            <a:pPr>
              <a:defRPr sz="1300" b="0">
                <a:solidFill>
                  <a:srgbClr val="003366"/>
                </a:solidFill>
              </a:defRPr>
            </a:pPr>
            <a:r>
              <a:rPr sz="1300" dirty="0"/>
              <a:t>✓ Identifies optimal measures</a:t>
            </a:r>
          </a:p>
          <a:p>
            <a:pPr>
              <a:defRPr sz="1300" b="0">
                <a:solidFill>
                  <a:srgbClr val="003366"/>
                </a:solidFill>
              </a:defRPr>
            </a:pPr>
            <a:r>
              <a:rPr sz="1300" dirty="0"/>
              <a:t>✓ Supports time-varying settlements</a:t>
            </a:r>
          </a:p>
          <a:p>
            <a:pPr>
              <a:defRPr sz="1300" b="0">
                <a:solidFill>
                  <a:srgbClr val="003366"/>
                </a:solidFill>
              </a:defRPr>
            </a:pPr>
            <a:r>
              <a:rPr sz="1300" dirty="0"/>
              <a:t>✓ Ena</a:t>
            </a:r>
            <a:r>
              <a:rPr lang="en-US" sz="1300" dirty="0"/>
              <a:t>b</a:t>
            </a:r>
            <a:r>
              <a:rPr sz="1300" dirty="0"/>
              <a:t>les carbon accounting</a:t>
            </a:r>
          </a:p>
          <a:p>
            <a:pPr>
              <a:defRPr sz="1300" b="0">
                <a:solidFill>
                  <a:srgbClr val="003366"/>
                </a:solidFill>
              </a:defRPr>
            </a:pPr>
            <a:r>
              <a:rPr sz="1300" dirty="0"/>
              <a:t>✓ Critical for d</a:t>
            </a:r>
            <a:r>
              <a:rPr lang="en-US" sz="1300" dirty="0"/>
              <a:t>e</a:t>
            </a:r>
            <a:r>
              <a:rPr sz="1300" dirty="0"/>
              <a:t>mand response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C311D517-FD7A-583C-D25C-B03928E7800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99714" y="113506"/>
            <a:ext cx="914400" cy="9144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F4DF179-DACE-9685-AEC8-9F08CB45D6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200"/>
              <a:t>CO</a:t>
            </a:r>
            <a:r>
              <a:rPr lang="en-US" sz="4200" baseline="-25000"/>
              <a:t>2</a:t>
            </a:r>
            <a:r>
              <a:rPr lang="en-US" sz="4200"/>
              <a:t> Emissions Calculations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E6A849-F0B4-65B9-7A45-8D5E427946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>
            <a:normAutofit/>
          </a:bodyPr>
          <a:lstStyle/>
          <a:p>
            <a:r>
              <a:rPr lang="en-US" sz="2400" dirty="0"/>
              <a:t>Carbon dioxide emissions equivalents of the energy savings from a project can be calculated using standard conversion factors. </a:t>
            </a:r>
          </a:p>
          <a:p>
            <a:r>
              <a:rPr lang="en-US" sz="2400" dirty="0"/>
              <a:t>The conversion factor will vary depending on the resource type—electricity, gas, or renewable energy—and may vary based on time of day and other factors as well.</a:t>
            </a:r>
          </a:p>
          <a:p>
            <a:r>
              <a:rPr lang="en-US" sz="2400" dirty="0"/>
              <a:t>More real time carbon attribution is now available. 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4CF582BA-DBA8-7C0D-DA69-DF9EAEDAA11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314114" y="89019"/>
            <a:ext cx="914400" cy="914400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005D8245-DB2D-F4D0-0137-8A841256EBE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228514" y="89019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27200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10493ED2-A23F-62A8-2C64-9E4F47C54B56}"/>
              </a:ext>
            </a:extLst>
          </p:cNvPr>
          <p:cNvSpPr/>
          <p:nvPr/>
        </p:nvSpPr>
        <p:spPr>
          <a:xfrm>
            <a:off x="0" y="3557762"/>
            <a:ext cx="12192000" cy="330023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8" name="Picture 4" descr="WRI/WBCSD Corporate Value Chain (Scope 3) Accounting and Reporting Standard">
            <a:extLst>
              <a:ext uri="{FF2B5EF4-FFF2-40B4-BE49-F238E27FC236}">
                <a16:creationId xmlns:a16="http://schemas.microsoft.com/office/drawing/2014/main" id="{18C8597B-1534-29B2-41C1-A52CD0009F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7228" y="357362"/>
            <a:ext cx="9977544" cy="6400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0C67EF6B-D28F-E926-AF50-0ABD2B96DC4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314114" y="89019"/>
            <a:ext cx="914400" cy="914400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5E443B61-3936-EA75-C9C3-4E3FC734B71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228514" y="89019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67928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4D950B-C711-745B-E7F2-F250E28385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Sustainability Reporting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414F4B1-424F-6C77-5D4A-7ED6F85AD4C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anchor="b"/>
          <a:lstStyle/>
          <a:p>
            <a:pPr algn="ctr"/>
            <a:r>
              <a:rPr lang="en-US"/>
              <a:t>U.S. DOE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0D1DD9DC-32C1-9711-D678-DD39D3F8E41B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1989931" y="2918619"/>
            <a:ext cx="2857500" cy="2857500"/>
          </a:xfrm>
          <a:prstGeom prst="rect">
            <a:avLst/>
          </a:prstGeom>
        </p:spPr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390C6FE-30A2-0A17-CC48-95167060302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 anchor="b"/>
          <a:lstStyle/>
          <a:p>
            <a:pPr algn="ctr"/>
            <a:r>
              <a:rPr lang="en-US"/>
              <a:t>U.S. EPA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2C52BEB8-A2EE-481B-8989-BF6D0BEE4504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4"/>
          <a:stretch>
            <a:fillRect/>
          </a:stretch>
        </p:blipFill>
        <p:spPr>
          <a:xfrm>
            <a:off x="7335044" y="2918619"/>
            <a:ext cx="2857500" cy="2857500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0A2D1DDB-C2E2-4ABB-F155-CAEE68EDDAE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314114" y="89019"/>
            <a:ext cx="914400" cy="914400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F1F2A425-8559-15EC-BEFF-201FE6693B9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228514" y="89019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13709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2B3228-3AAF-5310-A3D1-2ABA1601FC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889E7E-B73D-6238-5610-411F64D330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Compliance Reporting ($$)</a:t>
            </a:r>
            <a:br>
              <a:rPr lang="en-US" dirty="0"/>
            </a:br>
            <a:r>
              <a:rPr lang="en-US" sz="3600" dirty="0"/>
              <a:t>Building Performance Standards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1384E16-FA16-D267-28F5-800B7A17FF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anchor="b"/>
          <a:lstStyle/>
          <a:p>
            <a:pPr algn="ctr"/>
            <a:r>
              <a:rPr lang="en-US" dirty="0"/>
              <a:t>U.S. DOE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624C85C-90CF-C4DC-8931-94DEDC8AFFE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 anchor="b"/>
          <a:lstStyle/>
          <a:p>
            <a:pPr algn="ctr"/>
            <a:r>
              <a:rPr lang="en-US" dirty="0"/>
              <a:t>States/Cities</a:t>
            </a: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F51DD2B4-28E7-75D8-2EDA-58B7B439617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314114" y="89019"/>
            <a:ext cx="914400" cy="914400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548A6EA5-0603-ABFC-B357-E4370E7546B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228514" y="89019"/>
            <a:ext cx="914400" cy="914400"/>
          </a:xfrm>
          <a:prstGeom prst="rect">
            <a:avLst/>
          </a:prstGeom>
        </p:spPr>
      </p:pic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2F76B50-2275-3475-8EE9-90C34A18DC3D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C0187F13-5CD4-B779-4FA8-03EC5741E855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801251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796AA2-C651-6110-2B77-CF9333F36243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1268760" y="1515331"/>
            <a:ext cx="9654481" cy="3827338"/>
          </a:xfrm>
        </p:spPr>
        <p:txBody>
          <a:bodyPr anchor="ctr">
            <a:noAutofit/>
          </a:bodyPr>
          <a:lstStyle/>
          <a:p>
            <a:pPr algn="ctr"/>
            <a:r>
              <a:rPr lang="en-US" sz="3400" b="1">
                <a:cs typeface="Semplicita Pro"/>
              </a:rPr>
              <a:t>The best laid schemes o’ Mice an’ Men</a:t>
            </a:r>
          </a:p>
          <a:p>
            <a:pPr algn="ctr"/>
            <a:r>
              <a:rPr lang="en-US" sz="3400" b="1">
                <a:cs typeface="Semplicita Pro"/>
              </a:rPr>
              <a:t>Gang aft agley </a:t>
            </a:r>
            <a:r>
              <a:rPr lang="en-US" sz="3400" b="1">
                <a:cs typeface="Semplicita Pro Light"/>
              </a:rPr>
              <a:t>[</a:t>
            </a:r>
            <a:r>
              <a:rPr lang="en-US" sz="3400" i="1">
                <a:cs typeface="Semplicita Pro Light"/>
              </a:rPr>
              <a:t>often go awry</a:t>
            </a:r>
            <a:r>
              <a:rPr lang="en-US" sz="3400" b="1">
                <a:cs typeface="Semplicita Pro Light"/>
              </a:rPr>
              <a:t>]</a:t>
            </a:r>
          </a:p>
          <a:p>
            <a:pPr algn="ctr"/>
            <a:endParaRPr lang="en-US" sz="3600"/>
          </a:p>
          <a:p>
            <a:pPr algn="ctr"/>
            <a:r>
              <a:rPr lang="en-US" sz="2400">
                <a:cs typeface="Semplicita Pro"/>
              </a:rPr>
              <a:t>—Robert Burns, “To a Mouse” (1785)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25213431-D7C4-9DEB-218B-B380EE6D65C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314114" y="89019"/>
            <a:ext cx="914400" cy="914400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38861B88-C80D-7244-C0F8-22AFB694A12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99714" y="89019"/>
            <a:ext cx="914400" cy="914400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6B2455B1-34A7-3EF0-2AA8-B7FE77D575E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485314" y="89019"/>
            <a:ext cx="914400" cy="914400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66166062-649B-2487-75E7-E2E777D8D56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228514" y="89019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61716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0A523D-13E6-C1E6-A628-4DB8787C1A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17530"/>
            <a:ext cx="10515600" cy="1325563"/>
          </a:xfrm>
        </p:spPr>
        <p:txBody>
          <a:bodyPr>
            <a:normAutofit/>
          </a:bodyPr>
          <a:lstStyle/>
          <a:p>
            <a:r>
              <a:rPr lang="en-US" sz="3600" i="1"/>
              <a:t>The best laid plans of mice and men 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796AA2-C651-6110-2B77-CF9333F362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78030"/>
            <a:ext cx="10515600" cy="4351338"/>
          </a:xfrm>
        </p:spPr>
        <p:txBody>
          <a:bodyPr>
            <a:normAutofit/>
          </a:bodyPr>
          <a:lstStyle/>
          <a:p>
            <a:r>
              <a:rPr lang="en-US" sz="2400" b="1"/>
              <a:t>Murphy’s Law</a:t>
            </a:r>
            <a:r>
              <a:rPr lang="en-US" sz="2400"/>
              <a:t>: “Anything that can go wrong will go wrong.”</a:t>
            </a:r>
          </a:p>
          <a:p>
            <a:pPr marL="0" indent="0">
              <a:lnSpc>
                <a:spcPct val="100000"/>
              </a:lnSpc>
              <a:spcBef>
                <a:spcPts val="1600"/>
              </a:spcBef>
              <a:buNone/>
            </a:pPr>
            <a:r>
              <a:rPr lang="en-US" sz="2400"/>
              <a:t>It is essential that a process exists for documenting any deviations from the plan </a:t>
            </a:r>
            <a:r>
              <a:rPr lang="en-US" sz="2400" b="1"/>
              <a:t>as well as all stakeholders’ agreement </a:t>
            </a:r>
            <a:r>
              <a:rPr lang="en-US" sz="2400"/>
              <a:t>to the changes.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B8188F4E-29DB-6AA2-BF3C-59A72B8EDEA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314114" y="89019"/>
            <a:ext cx="914400" cy="914400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BB6F7288-D079-86B2-D1AB-56C2B4F6999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228514" y="89019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46300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3EAD3C-320D-EE34-B211-74EF7350EF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800"/>
              <a:t>Typical Contents of an M&amp;V Report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CD8931-0942-A9D3-ACF9-2A4AD63238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/>
              <a:t>For this reason, M&amp;V reports should include …</a:t>
            </a:r>
          </a:p>
          <a:p>
            <a:pPr marL="1143000" lvl="1" indent="-457200"/>
            <a:r>
              <a:rPr lang="en-US"/>
              <a:t>Descriptions of all static factors that have changed</a:t>
            </a:r>
          </a:p>
          <a:p>
            <a:pPr marL="1143000" lvl="1" indent="-457200"/>
            <a:r>
              <a:rPr lang="en-US"/>
              <a:t>Transparent explanations of how non-routine adjustment values have been determined</a:t>
            </a:r>
          </a:p>
          <a:p>
            <a:pPr marL="457200" indent="-457200"/>
            <a:r>
              <a:rPr lang="en-US" sz="2400"/>
              <a:t>Additionally, a report’s </a:t>
            </a:r>
            <a:r>
              <a:rPr lang="en-US" sz="2400" i="1"/>
              <a:t>raison d’être</a:t>
            </a:r>
            <a:r>
              <a:rPr lang="en-US" sz="2400"/>
              <a:t> is to provide ...</a:t>
            </a:r>
          </a:p>
          <a:p>
            <a:pPr marL="1143000" lvl="1" indent="-457200"/>
            <a:r>
              <a:rPr lang="en-US"/>
              <a:t>Details about the calculations used to arrive at the reported savings values, with reference to valuation methods outlined in the plan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D763AD46-43BA-7034-D7E9-132439253D6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314114" y="89019"/>
            <a:ext cx="914400" cy="914400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4C28CC87-5A28-8CB8-5972-92CBF4051F6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228514" y="89019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04161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A8DBA9E1-66DC-D082-8FAD-9F4A8253EB0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336695" y="89019"/>
            <a:ext cx="914400" cy="9144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E8934C6-CE11-0191-3D25-7E539903C2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/>
              <a:t>Utility Program Considerations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72511C-0CC9-0B9A-4DD1-FBD577D9F7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spcBef>
                <a:spcPts val="1600"/>
              </a:spcBef>
              <a:buNone/>
            </a:pPr>
            <a:r>
              <a:rPr lang="en-US" sz="2400"/>
              <a:t>Utility program reporting can occur at the end of a program cycle, a program year, or project implementation. This process typically consists of two main components:  </a:t>
            </a:r>
          </a:p>
          <a:p>
            <a:pPr lvl="1">
              <a:lnSpc>
                <a:spcPct val="100000"/>
              </a:lnSpc>
              <a:spcBef>
                <a:spcPts val="1600"/>
              </a:spcBef>
            </a:pPr>
            <a:r>
              <a:rPr lang="en-US"/>
              <a:t>A descriptive report outlining relevant customer information, project information, and M&amp;V methodology</a:t>
            </a:r>
          </a:p>
          <a:p>
            <a:pPr lvl="1">
              <a:lnSpc>
                <a:spcPct val="100000"/>
              </a:lnSpc>
              <a:spcBef>
                <a:spcPts val="1600"/>
              </a:spcBef>
            </a:pPr>
            <a:r>
              <a:rPr lang="en-US"/>
              <a:t>A calculation file containing all relevant raw data, data transformations or corrections, calculations, and explanations</a:t>
            </a: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393311A4-64B1-108E-01EE-CEE3652848B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228514" y="89019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64544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9A4DE5-3D22-1F3A-975B-E71151133F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Key Takeaways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5E4337-ECC2-7EF4-9444-FF9FDFB85E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/>
              <a:t>The report is the primary deliverable of most M&amp;V activities.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/>
              <a:t>An M&amp;V report has two basic objectives: to justify reported savings values and address any non-routine adjustments.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/>
              <a:t>CMVPs must increasingly tailor their reports to multiple audiences, including ESG and Carbon emissions reporting </a:t>
            </a:r>
          </a:p>
        </p:txBody>
      </p:sp>
    </p:spTree>
    <p:extLst>
      <p:ext uri="{BB962C8B-B14F-4D97-AF65-F5344CB8AC3E}">
        <p14:creationId xmlns:p14="http://schemas.microsoft.com/office/powerpoint/2010/main" val="13044728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0110F7-42FA-225E-03D3-1D2301C285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dirty="0"/>
              <a:t>Module 9: Reporting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5E3200-F7F2-E82A-02AF-26E45868B5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Why should the M&amp;V plan clearly specify the expected format and content of the final report?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What constitutes a ‘successful settlement’ in M&amp;V reporting, and how is this outcome negotiated among stakeholders?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Describe methods to transparently present uncertainty and non-routine adjustments in a final M&amp;V report.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87852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240815-BB4E-77B5-162F-C557827765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9A3CF1-B5FC-F053-A20D-57C09A6A40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3886200"/>
          </a:xfrm>
        </p:spPr>
        <p:txBody>
          <a:bodyPr numCol="2" spcCol="457200">
            <a:norm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000"/>
              <a:t>M&amp;V is either/both </a:t>
            </a:r>
            <a:r>
              <a:rPr lang="en-US" sz="2000">
                <a:solidFill>
                  <a:schemeClr val="bg2">
                    <a:lumMod val="50000"/>
                  </a:schemeClr>
                </a:solidFill>
              </a:rPr>
              <a:t>performance verification </a:t>
            </a:r>
            <a:r>
              <a:rPr lang="en-US" sz="2000"/>
              <a:t>and </a:t>
            </a:r>
            <a:r>
              <a:rPr lang="en-US" sz="2000">
                <a:solidFill>
                  <a:srgbClr val="00B050"/>
                </a:solidFill>
              </a:rPr>
              <a:t>savings determination.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000"/>
              <a:t>The goal of M&amp;V is a successful settlement.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000"/>
              <a:t>Savings determination relies on the counterfactual method.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000"/>
              <a:t>The counterfactual method relies on a model of the baseline.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000"/>
              <a:t>Context matters. Who will review the results? What do they require?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000"/>
              <a:t>There are many judgments a CMVP needs to make.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000"/>
              <a:t>There is always uncertainty. Knowing how much can be useful.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000"/>
              <a:t>The role of the CMVP is to build and guide a team over the many hurdles to arrive at successful settlement.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D8E4535-99CB-D5C4-8486-878BB82AFBEC}"/>
              </a:ext>
            </a:extLst>
          </p:cNvPr>
          <p:cNvSpPr txBox="1"/>
          <p:nvPr/>
        </p:nvSpPr>
        <p:spPr>
          <a:xfrm>
            <a:off x="8617169" y="5939109"/>
            <a:ext cx="273663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2400" i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Good luck!</a:t>
            </a:r>
          </a:p>
        </p:txBody>
      </p:sp>
    </p:spTree>
    <p:extLst>
      <p:ext uri="{BB962C8B-B14F-4D97-AF65-F5344CB8AC3E}">
        <p14:creationId xmlns:p14="http://schemas.microsoft.com/office/powerpoint/2010/main" val="32403245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A32C70-F981-99ED-B93C-E9986870F5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AA5D0688-5C84-C7C0-ACFE-2DB40C97A4D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3700848"/>
            <a:ext cx="10515600" cy="6008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94629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Office 2007 - 2010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Workbooks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Workbooks">
      <a:majorFont>
        <a:latin typeface="Segoe UI Light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rkbooks" id="{97888F8D-FCE6-4A54-972D-8F39DFCC3DF7}" vid="{B9283D6F-5C70-4FF0-A54C-00C549D04FED}"/>
    </a:ext>
  </a:extLst>
</a:theme>
</file>

<file path=ppt/theme/theme3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4.xml><?xml version="1.0" encoding="utf-8"?>
<a:theme xmlns:a="http://schemas.openxmlformats.org/drawingml/2006/main" name="1_Workbooks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Workbooks">
      <a:majorFont>
        <a:latin typeface="Segoe UI Light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rkbooks" id="{97888F8D-FCE6-4A54-972D-8F39DFCC3DF7}" vid="{B9283D6F-5C70-4FF0-A54C-00C549D04FED}"/>
    </a:ext>
  </a:extLst>
</a:theme>
</file>

<file path=ppt/theme/theme5.xml><?xml version="1.0" encoding="utf-8"?>
<a:theme xmlns:a="http://schemas.openxmlformats.org/drawingml/2006/main" name="Office Theme">
  <a:themeElements>
    <a:clrScheme name="DiamondGrid">
      <a:dk1>
        <a:srgbClr val="2D2E2D"/>
      </a:dk1>
      <a:lt1>
        <a:sysClr val="window" lastClr="FFFFFF"/>
      </a:lt1>
      <a:dk2>
        <a:srgbClr val="000000"/>
      </a:dk2>
      <a:lt2>
        <a:srgbClr val="EAEAEA"/>
      </a:lt2>
      <a:accent1>
        <a:srgbClr val="D15A3E"/>
      </a:accent1>
      <a:accent2>
        <a:srgbClr val="B2B2B2"/>
      </a:accent2>
      <a:accent3>
        <a:srgbClr val="4F91A1"/>
      </a:accent3>
      <a:accent4>
        <a:srgbClr val="F0BA34"/>
      </a:accent4>
      <a:accent5>
        <a:srgbClr val="AEB733"/>
      </a:accent5>
      <a:accent6>
        <a:srgbClr val="926397"/>
      </a:accent6>
      <a:hlink>
        <a:srgbClr val="4F91A1"/>
      </a:hlink>
      <a:folHlink>
        <a:srgbClr val="808080"/>
      </a:folHlink>
    </a:clrScheme>
    <a:fontScheme name="Arial">
      <a:majorFont>
        <a:latin typeface="Aria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57000"/>
                <a:satMod val="101000"/>
              </a:schemeClr>
            </a:gs>
            <a:gs pos="50000">
              <a:schemeClr val="phClr">
                <a:lumMod val="137000"/>
                <a:satMod val="103000"/>
              </a:schemeClr>
            </a:gs>
            <a:gs pos="100000">
              <a:schemeClr val="phClr">
                <a:lumMod val="11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18000"/>
              </a:schemeClr>
            </a:gs>
            <a:gs pos="50000">
              <a:schemeClr val="phClr">
                <a:satMod val="89000"/>
                <a:lumMod val="91000"/>
              </a:schemeClr>
            </a:gs>
            <a:gs pos="100000">
              <a:schemeClr val="phClr">
                <a:lumMod val="6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atMod val="100000"/>
                <a:shade val="0"/>
              </a:schemeClr>
            </a:gs>
            <a:gs pos="0">
              <a:scrgbClr r="0" g="0" b="0"/>
            </a:gs>
            <a:gs pos="100000">
              <a:schemeClr val="phClr">
                <a:shade val="100000"/>
                <a:sat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Office Theme">
  <a:themeElements>
    <a:clrScheme name="DiamondGrid">
      <a:dk1>
        <a:srgbClr val="2D2E2D"/>
      </a:dk1>
      <a:lt1>
        <a:sysClr val="window" lastClr="FFFFFF"/>
      </a:lt1>
      <a:dk2>
        <a:srgbClr val="000000"/>
      </a:dk2>
      <a:lt2>
        <a:srgbClr val="EAEAEA"/>
      </a:lt2>
      <a:accent1>
        <a:srgbClr val="D15A3E"/>
      </a:accent1>
      <a:accent2>
        <a:srgbClr val="B2B2B2"/>
      </a:accent2>
      <a:accent3>
        <a:srgbClr val="4F91A1"/>
      </a:accent3>
      <a:accent4>
        <a:srgbClr val="F0BA34"/>
      </a:accent4>
      <a:accent5>
        <a:srgbClr val="AEB733"/>
      </a:accent5>
      <a:accent6>
        <a:srgbClr val="926397"/>
      </a:accent6>
      <a:hlink>
        <a:srgbClr val="4F91A1"/>
      </a:hlink>
      <a:folHlink>
        <a:srgbClr val="808080"/>
      </a:folHlink>
    </a:clrScheme>
    <a:fontScheme name="Arial">
      <a:majorFont>
        <a:latin typeface="Aria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57000"/>
                <a:satMod val="101000"/>
              </a:schemeClr>
            </a:gs>
            <a:gs pos="50000">
              <a:schemeClr val="phClr">
                <a:lumMod val="137000"/>
                <a:satMod val="103000"/>
              </a:schemeClr>
            </a:gs>
            <a:gs pos="100000">
              <a:schemeClr val="phClr">
                <a:lumMod val="11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18000"/>
              </a:schemeClr>
            </a:gs>
            <a:gs pos="50000">
              <a:schemeClr val="phClr">
                <a:satMod val="89000"/>
                <a:lumMod val="91000"/>
              </a:schemeClr>
            </a:gs>
            <a:gs pos="100000">
              <a:schemeClr val="phClr">
                <a:lumMod val="6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atMod val="100000"/>
                <a:shade val="0"/>
              </a:schemeClr>
            </a:gs>
            <a:gs pos="0">
              <a:scrgbClr r="0" g="0" b="0"/>
            </a:gs>
            <a:gs pos="100000">
              <a:schemeClr val="phClr">
                <a:shade val="100000"/>
                <a:sat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0a3e92f2-5613-46e7-b45d-3aef96e77e3b" xsi:nil="true"/>
    <lcf76f155ced4ddcb4097134ff3c332f xmlns="eede6f60-fd02-4aa8-96b3-c6d8596d5a0b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68908EB78113947A2551702793187F6" ma:contentTypeVersion="20" ma:contentTypeDescription="Create a new document." ma:contentTypeScope="" ma:versionID="8fa1d89827d6287d4aa55d021510eae1">
  <xsd:schema xmlns:xsd="http://www.w3.org/2001/XMLSchema" xmlns:xs="http://www.w3.org/2001/XMLSchema" xmlns:p="http://schemas.microsoft.com/office/2006/metadata/properties" xmlns:ns2="eede6f60-fd02-4aa8-96b3-c6d8596d5a0b" xmlns:ns3="0a3e92f2-5613-46e7-b45d-3aef96e77e3b" targetNamespace="http://schemas.microsoft.com/office/2006/metadata/properties" ma:root="true" ma:fieldsID="f205a015fb39f47bd8f6727bb7547130" ns2:_="" ns3:_="">
    <xsd:import namespace="eede6f60-fd02-4aa8-96b3-c6d8596d5a0b"/>
    <xsd:import namespace="0a3e92f2-5613-46e7-b45d-3aef96e77e3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LengthInSeconds" minOccurs="0"/>
                <xsd:element ref="ns3:TaxCatchAll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3:SharedWithUsers" minOccurs="0"/>
                <xsd:element ref="ns3:SharedWithDetails" minOccurs="0"/>
                <xsd:element ref="ns2:MediaServiceLocation" minOccurs="0"/>
                <xsd:element ref="ns2:MediaServiceObjectDetectorVersions" minOccurs="0"/>
                <xsd:element ref="ns2:MediaServiceSearchProperties" minOccurs="0"/>
                <xsd:element ref="ns2:MediaServiceBillingMetadata" minOccurs="0"/>
                <xsd:element ref="ns2:lcf76f155ced4ddcb4097134ff3c332f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ede6f60-fd02-4aa8-96b3-c6d8596d5a0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3" nillable="true" ma:displayName="MediaLengthInSeconds" ma:hidden="true" ma:internalName="MediaLengthInSeconds" ma:readOnly="true">
      <xsd:simpleType>
        <xsd:restriction base="dms:Unknown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20" nillable="true" ma:displayName="Location" ma:internalName="MediaServiceLocation" ma:readOnly="true">
      <xsd:simpleType>
        <xsd:restriction base="dms:Text"/>
      </xsd:simpleType>
    </xsd:element>
    <xsd:element name="MediaServiceObjectDetectorVersions" ma:index="2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3" nillable="true" ma:displayName="MediaServiceBillingMetadata" ma:hidden="true" ma:internalName="MediaServiceBillingMetadata" ma:readOnly="true">
      <xsd:simpleType>
        <xsd:restriction base="dms:Note"/>
      </xsd:simpleType>
    </xsd:element>
    <xsd:element name="lcf76f155ced4ddcb4097134ff3c332f" ma:index="25" nillable="true" ma:taxonomy="true" ma:internalName="lcf76f155ced4ddcb4097134ff3c332f" ma:taxonomyFieldName="MediaServiceImageTags" ma:displayName="Image Tags" ma:readOnly="false" ma:fieldId="{5cf76f15-5ced-4ddc-b409-7134ff3c332f}" ma:taxonomyMulti="true" ma:sspId="1cda971e-2c5b-4836-b7b3-048297a31dd6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a3e92f2-5613-46e7-b45d-3aef96e77e3b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71b9f90b-3c36-435b-ab9f-2f962144757d}" ma:internalName="TaxCatchAll" ma:showField="CatchAllData" ma:web="0a3e92f2-5613-46e7-b45d-3aef96e77e3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D8BF64DB-D942-4A20-80F1-FB121BB9C912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66F8726B-B980-4ED5-9F11-E65DB1718071}">
  <ds:schemaRefs>
    <ds:schemaRef ds:uri="http://purl.org/dc/terms/"/>
    <ds:schemaRef ds:uri="http://purl.org/dc/dcmitype/"/>
    <ds:schemaRef ds:uri="http://schemas.microsoft.com/office/2006/documentManagement/types"/>
    <ds:schemaRef ds:uri="0a3e92f2-5613-46e7-b45d-3aef96e77e3b"/>
    <ds:schemaRef ds:uri="http://purl.org/dc/elements/1.1/"/>
    <ds:schemaRef ds:uri="eede6f60-fd02-4aa8-96b3-c6d8596d5a0b"/>
    <ds:schemaRef ds:uri="http://www.w3.org/XML/1998/namespace"/>
    <ds:schemaRef ds:uri="http://schemas.microsoft.com/office/infopath/2007/PartnerControls"/>
    <ds:schemaRef ds:uri="http://schemas.openxmlformats.org/package/2006/metadata/core-properties"/>
    <ds:schemaRef ds:uri="http://schemas.microsoft.com/office/2006/metadata/properties"/>
  </ds:schemaRefs>
</ds:datastoreItem>
</file>

<file path=customXml/itemProps3.xml><?xml version="1.0" encoding="utf-8"?>
<ds:datastoreItem xmlns:ds="http://schemas.openxmlformats.org/officeDocument/2006/customXml" ds:itemID="{2C6EBD41-0FC5-4995-BD04-3D7C1037938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ede6f60-fd02-4aa8-96b3-c6d8596d5a0b"/>
    <ds:schemaRef ds:uri="0a3e92f2-5613-46e7-b45d-3aef96e77e3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28879</TotalTime>
  <Words>1483</Words>
  <Application>Microsoft Macintosh PowerPoint</Application>
  <PresentationFormat>Widescreen</PresentationFormat>
  <Paragraphs>215</Paragraphs>
  <Slides>25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25</vt:i4>
      </vt:variant>
    </vt:vector>
  </HeadingPairs>
  <TitlesOfParts>
    <vt:vector size="38" baseType="lpstr">
      <vt:lpstr>Aptos</vt:lpstr>
      <vt:lpstr>Segoe UI Light</vt:lpstr>
      <vt:lpstr>Calibri Light</vt:lpstr>
      <vt:lpstr>Semplicita Pro</vt:lpstr>
      <vt:lpstr>Segoe UI Semibold</vt:lpstr>
      <vt:lpstr>Semplicita Pro Light</vt:lpstr>
      <vt:lpstr>Arial</vt:lpstr>
      <vt:lpstr>Aptos Display</vt:lpstr>
      <vt:lpstr>Verdana</vt:lpstr>
      <vt:lpstr>Office Theme</vt:lpstr>
      <vt:lpstr>Workbooks</vt:lpstr>
      <vt:lpstr>Custom Design</vt:lpstr>
      <vt:lpstr>1_Workbooks</vt:lpstr>
      <vt:lpstr>MODULE 9 Reporting</vt:lpstr>
      <vt:lpstr>Learning Objectives</vt:lpstr>
      <vt:lpstr>M&amp;V, Step by Step</vt:lpstr>
      <vt:lpstr>Planning and Reporting</vt:lpstr>
      <vt:lpstr>Valuation Methods</vt:lpstr>
      <vt:lpstr>Valuation Methods</vt:lpstr>
      <vt:lpstr>Valuation Methods</vt:lpstr>
      <vt:lpstr>How to choose which set to use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CO2 Emissions Calculations</vt:lpstr>
      <vt:lpstr>PowerPoint Presentation</vt:lpstr>
      <vt:lpstr>Sustainability Reporting</vt:lpstr>
      <vt:lpstr>Compliance Reporting ($$) Building Performance Standards</vt:lpstr>
      <vt:lpstr>PowerPoint Presentation</vt:lpstr>
      <vt:lpstr>The best laid plans of mice and men …</vt:lpstr>
      <vt:lpstr>Typical Contents of an M&amp;V Report</vt:lpstr>
      <vt:lpstr>Utility Program Considerations</vt:lpstr>
      <vt:lpstr>Key Takeaways</vt:lpstr>
      <vt:lpstr>Module 9: Reporting</vt:lpstr>
      <vt:lpstr>Conclusion</vt:lpstr>
      <vt:lpstr>PowerPoint Presentation</vt:lpstr>
    </vt:vector>
  </TitlesOfParts>
  <Manager/>
  <Company>Association of Energy Engineers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AEE Certified Training Template</dc:title>
  <dc:subject>Version 1.0 January 1, 2019</dc:subject>
  <dc:creator>Michael Hewson</dc:creator>
  <cp:keywords/>
  <dc:description/>
  <cp:lastModifiedBy>Steve Kromer</cp:lastModifiedBy>
  <cp:revision>69</cp:revision>
  <cp:lastPrinted>2023-09-28T19:47:32Z</cp:lastPrinted>
  <dcterms:created xsi:type="dcterms:W3CDTF">2018-12-23T18:03:31Z</dcterms:created>
  <dcterms:modified xsi:type="dcterms:W3CDTF">2026-03-25T19:55:49Z</dcterms:modified>
  <cp:category>Certified Training Material</cp:category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0x010100F68908EB78113947A2551702793187F6</vt:lpwstr>
  </property>
  <property fmtid="{D5CDD505-2E9C-101B-9397-08002B2CF9AE}" pid="3" name="MediaServiceImageTags">
    <vt:lpwstr/>
  </property>
  <property fmtid="{D5CDD505-2E9C-101B-9397-08002B2CF9AE}" pid="4" name="Order">
    <vt:r8>622900</vt:r8>
  </property>
  <property fmtid="{D5CDD505-2E9C-101B-9397-08002B2CF9AE}" pid="5" name="xd_Signature">
    <vt:bool>false</vt:bool>
  </property>
  <property fmtid="{D5CDD505-2E9C-101B-9397-08002B2CF9AE}" pid="6" name="xd_ProgID">
    <vt:lpwstr/>
  </property>
  <property fmtid="{D5CDD505-2E9C-101B-9397-08002B2CF9AE}" pid="7" name="TriggerFlowInfo">
    <vt:lpwstr/>
  </property>
  <property fmtid="{D5CDD505-2E9C-101B-9397-08002B2CF9AE}" pid="8" name="_SourceUrl">
    <vt:lpwstr/>
  </property>
  <property fmtid="{D5CDD505-2E9C-101B-9397-08002B2CF9AE}" pid="9" name="_SharedFileIndex">
    <vt:lpwstr/>
  </property>
  <property fmtid="{D5CDD505-2E9C-101B-9397-08002B2CF9AE}" pid="10" name="ComplianceAssetId">
    <vt:lpwstr/>
  </property>
  <property fmtid="{D5CDD505-2E9C-101B-9397-08002B2CF9AE}" pid="11" name="TemplateUrl">
    <vt:lpwstr/>
  </property>
  <property fmtid="{D5CDD505-2E9C-101B-9397-08002B2CF9AE}" pid="12" name="_ExtendedDescription">
    <vt:lpwstr/>
  </property>
</Properties>
</file>
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3.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82" r:id="rId4"/>
    <p:sldMasterId id="2147483759" r:id="rId5"/>
    <p:sldMasterId id="2147483791" r:id="rId6"/>
    <p:sldMasterId id="2147483772" r:id="rId7"/>
  </p:sldMasterIdLst>
  <p:notesMasterIdLst>
    <p:notesMasterId r:id="rId28"/>
  </p:notesMasterIdLst>
  <p:handoutMasterIdLst>
    <p:handoutMasterId r:id="rId29"/>
  </p:handoutMasterIdLst>
  <p:sldIdLst>
    <p:sldId id="337" r:id="rId8"/>
    <p:sldId id="340" r:id="rId9"/>
    <p:sldId id="493" r:id="rId10"/>
    <p:sldId id="364" r:id="rId11"/>
    <p:sldId id="351" r:id="rId12"/>
    <p:sldId id="348" r:id="rId13"/>
    <p:sldId id="2832" r:id="rId14"/>
    <p:sldId id="421" r:id="rId15"/>
    <p:sldId id="349" r:id="rId16"/>
    <p:sldId id="347" r:id="rId17"/>
    <p:sldId id="514" r:id="rId18"/>
    <p:sldId id="515" r:id="rId19"/>
    <p:sldId id="516" r:id="rId20"/>
    <p:sldId id="596" r:id="rId21"/>
    <p:sldId id="517" r:id="rId22"/>
    <p:sldId id="474" r:id="rId23"/>
    <p:sldId id="532" r:id="rId24"/>
    <p:sldId id="534" r:id="rId25"/>
    <p:sldId id="487" r:id="rId26"/>
    <p:sldId id="2763" r:id="rId27"/>
  </p:sldIdLst>
  <p:sldSz cx="12192000" cy="6858000"/>
  <p:notesSz cx="7315200" cy="9601200"/>
  <p:embeddedFontLst>
    <p:embeddedFont>
      <p:font typeface="Segoe UI Light" panose="020B0502040204020203" pitchFamily="34" charset="0"/>
      <p:regular r:id="rId30"/>
      <p:italic r:id="rId31"/>
    </p:embeddedFont>
    <p:embeddedFont>
      <p:font typeface="Segoe UI Semibold" panose="020B0702040204020203" pitchFamily="34" charset="0"/>
      <p:regular r:id="rId32"/>
      <p:bold r:id="rId33"/>
      <p:italic r:id="rId34"/>
      <p:boldItalic r:id="rId35"/>
    </p:embeddedFont>
    <p:embeddedFont>
      <p:font typeface="Verdana" panose="020B0604030504040204" pitchFamily="34" charset="0"/>
      <p:regular r:id="rId36"/>
      <p:bold r:id="rId37"/>
      <p:italic r:id="rId38"/>
      <p:boldItalic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7" id="{73A12A2E-CD5C-B64E-AC9F-8E8421464972}">
          <p14:sldIdLst>
            <p14:sldId id="337"/>
            <p14:sldId id="340"/>
            <p14:sldId id="493"/>
            <p14:sldId id="364"/>
            <p14:sldId id="351"/>
            <p14:sldId id="348"/>
            <p14:sldId id="2832"/>
            <p14:sldId id="421"/>
            <p14:sldId id="349"/>
            <p14:sldId id="347"/>
            <p14:sldId id="514"/>
            <p14:sldId id="515"/>
            <p14:sldId id="516"/>
            <p14:sldId id="596"/>
            <p14:sldId id="517"/>
            <p14:sldId id="474"/>
            <p14:sldId id="532"/>
            <p14:sldId id="534"/>
            <p14:sldId id="487"/>
            <p14:sldId id="2763"/>
          </p14:sldIdLst>
        </p14:section>
      </p14:sectionLst>
    </p:ex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0E661A-16D0-5403-552F-030E5600146C}" name="Steve Kromer" initials="SK" userId="S::steve@counterfactual-designs.com::3422a2b1-b5f1-46bb-a09f-17841b28c920" providerId="AD"/>
  <p188:author id="{F929B92B-5FBA-2421-6909-2730212124E6}" name="Chris Balbach" initials="CB" userId="Chris Balbach" providerId="None"/>
  <p188:author id="{42565433-F785-EC19-A8EF-41BF281547A8}" name="Erick Piller" initials="EP" userId="S::erick@counterfactual-designs.com::69ba48c4-f2f4-4312-a5bd-1ff860b9d88b" providerId="AD"/>
  <p188:author id="{817C43A2-646B-8A36-C16B-0D72086A9FB8}" name="Hassan Ali Younes" initials="HAY" userId="S::hassan@grfn.global::6ea118d4-3ea0-471c-921f-4ae10ac6ccc8" providerId="AD"/>
  <p188:author id="{CE599FF2-E437-F2DC-FA8A-1EA3C907C036}" name="Erick Piller" initials="EP" userId="Erick Piller" providerId="None"/>
  <p188:author id="{456971F8-98E7-7C77-B56E-D29A03818428}" name="Sam Day" initials="SD" userId="S::sam.day@clearesult.com::6df82dd2-643e-45b8-8786-7555ffc5823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EFB3"/>
    <a:srgbClr val="F05D5E"/>
    <a:srgbClr val="4A66AC"/>
    <a:srgbClr val="DC965A"/>
    <a:srgbClr val="609ED0"/>
    <a:srgbClr val="59A2AE"/>
    <a:srgbClr val="2C2A4A"/>
    <a:srgbClr val="DB2955"/>
    <a:srgbClr val="44455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636"/>
    <p:restoredTop sz="60137"/>
  </p:normalViewPr>
  <p:slideViewPr>
    <p:cSldViewPr snapToGrid="0">
      <p:cViewPr varScale="1">
        <p:scale>
          <a:sx n="41" d="100"/>
          <a:sy n="41" d="100"/>
        </p:scale>
        <p:origin x="1506" y="48"/>
      </p:cViewPr>
      <p:guideLst>
        <p:guide pos="3840"/>
        <p:guide orient="horz" pos="2160"/>
      </p:guideLst>
    </p:cSldViewPr>
  </p:slideViewPr>
  <p:notesTextViewPr>
    <p:cViewPr>
      <p:scale>
        <a:sx n="1" d="1"/>
        <a:sy n="1" d="1"/>
      </p:scale>
      <p:origin x="0" y="0"/>
    </p:cViewPr>
  </p:notesTextViewPr>
  <p:notesViewPr>
    <p:cSldViewPr snapToGrid="0">
      <p:cViewPr>
        <p:scale>
          <a:sx n="1" d="2"/>
          <a:sy n="1" d="2"/>
        </p:scale>
        <p:origin x="2898"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font" Target="fonts/font10.fntdata"/><Relationship Id="rId21" Type="http://schemas.openxmlformats.org/officeDocument/2006/relationships/slide" Target="slides/slide14.xml"/><Relationship Id="rId34" Type="http://schemas.openxmlformats.org/officeDocument/2006/relationships/font" Target="fonts/font5.fntdata"/><Relationship Id="rId42"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handoutMaster" Target="handoutMasters/handoutMaster1.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notesMaster" Target="notesMasters/notesMaster1.xml"/><Relationship Id="rId36" Type="http://schemas.openxmlformats.org/officeDocument/2006/relationships/font" Target="fonts/font7.fntdata"/><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font" Target="fonts/font2.fntdata"/><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tableStyles" Target="tableStyle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font" Target="fonts/font4.fntdata"/><Relationship Id="rId38" Type="http://schemas.openxmlformats.org/officeDocument/2006/relationships/font" Target="fonts/font9.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6D42F0-1C68-644A-9F9D-AAC8CDEA7C3C}" type="doc">
      <dgm:prSet loTypeId="urn:microsoft.com/office/officeart/2005/8/layout/hProcess11" loCatId="" qsTypeId="urn:microsoft.com/office/officeart/2005/8/quickstyle/simple1" qsCatId="simple" csTypeId="urn:microsoft.com/office/officeart/2005/8/colors/accent1_2" csCatId="accent1" phldr="1"/>
      <dgm:spPr/>
      <dgm:t>
        <a:bodyPr/>
        <a:lstStyle/>
        <a:p>
          <a:endParaRPr lang="en-US"/>
        </a:p>
      </dgm:t>
    </dgm:pt>
    <dgm:pt modelId="{E2745D70-426B-FA4B-B6C7-0E64DA3D399A}">
      <dgm:prSet custT="1"/>
      <dgm:spPr/>
      <dgm:t>
        <a:bodyPr/>
        <a:lstStyle/>
        <a:p>
          <a:r>
            <a:rPr lang="en-US" sz="1500" b="0" i="0">
              <a:latin typeface="Verdana" panose="020B0604030504040204" pitchFamily="34" charset="0"/>
            </a:rPr>
            <a:t>Plan</a:t>
          </a:r>
        </a:p>
      </dgm:t>
    </dgm:pt>
    <dgm:pt modelId="{2437E627-3560-A542-AD3D-E79D88F9BEAA}" type="parTrans" cxnId="{60EA15D4-0687-A741-8727-DA5C094468A1}">
      <dgm:prSet/>
      <dgm:spPr/>
      <dgm:t>
        <a:bodyPr/>
        <a:lstStyle/>
        <a:p>
          <a:endParaRPr lang="en-US">
            <a:latin typeface="Semplicita Pro" panose="02000000000000000000" pitchFamily="2" charset="77"/>
          </a:endParaRPr>
        </a:p>
      </dgm:t>
    </dgm:pt>
    <dgm:pt modelId="{6D58AEAD-2732-BA48-B08C-F1FC26DBE76D}" type="sibTrans" cxnId="{60EA15D4-0687-A741-8727-DA5C094468A1}">
      <dgm:prSet/>
      <dgm:spPr/>
      <dgm:t>
        <a:bodyPr/>
        <a:lstStyle/>
        <a:p>
          <a:endParaRPr lang="en-US">
            <a:latin typeface="Semplicita Pro" panose="02000000000000000000" pitchFamily="2" charset="77"/>
          </a:endParaRPr>
        </a:p>
      </dgm:t>
    </dgm:pt>
    <dgm:pt modelId="{AA662399-51CF-AD42-9556-C1DCDE9C9C62}">
      <dgm:prSet custT="1"/>
      <dgm:spPr/>
      <dgm:t>
        <a:bodyPr/>
        <a:lstStyle/>
        <a:p>
          <a:r>
            <a:rPr lang="en-US" sz="1500" b="0" i="0">
              <a:latin typeface="Verdana" panose="020B0604030504040204" pitchFamily="34" charset="0"/>
            </a:rPr>
            <a:t>Measure and collect data</a:t>
          </a:r>
        </a:p>
      </dgm:t>
    </dgm:pt>
    <dgm:pt modelId="{D5877486-D275-AC47-8C32-7080E0875FFF}" type="parTrans" cxnId="{336C4A7B-8F12-6540-AC71-44072245EFC4}">
      <dgm:prSet/>
      <dgm:spPr/>
      <dgm:t>
        <a:bodyPr/>
        <a:lstStyle/>
        <a:p>
          <a:endParaRPr lang="en-US">
            <a:latin typeface="Semplicita Pro" panose="02000000000000000000" pitchFamily="2" charset="77"/>
          </a:endParaRPr>
        </a:p>
      </dgm:t>
    </dgm:pt>
    <dgm:pt modelId="{C33289C0-1568-714D-B6F8-9D46E115EA00}" type="sibTrans" cxnId="{336C4A7B-8F12-6540-AC71-44072245EFC4}">
      <dgm:prSet/>
      <dgm:spPr/>
      <dgm:t>
        <a:bodyPr/>
        <a:lstStyle/>
        <a:p>
          <a:endParaRPr lang="en-US">
            <a:latin typeface="Semplicita Pro" panose="02000000000000000000" pitchFamily="2" charset="77"/>
          </a:endParaRPr>
        </a:p>
      </dgm:t>
    </dgm:pt>
    <dgm:pt modelId="{2BA9969F-9D4E-CB44-8F47-7D7420B186EB}">
      <dgm:prSet custT="1"/>
      <dgm:spPr/>
      <dgm:t>
        <a:bodyPr/>
        <a:lstStyle/>
        <a:p>
          <a:r>
            <a:rPr lang="en-US" sz="1500" b="0" i="0">
              <a:latin typeface="Verdana" panose="020B0604030504040204" pitchFamily="34" charset="0"/>
            </a:rPr>
            <a:t>Develop baseline model</a:t>
          </a:r>
        </a:p>
      </dgm:t>
    </dgm:pt>
    <dgm:pt modelId="{FA1EE3FB-F579-8849-BEAE-72AD4BC818BE}" type="parTrans" cxnId="{DEAE0FE7-0969-A94C-B711-C997A467E811}">
      <dgm:prSet/>
      <dgm:spPr/>
      <dgm:t>
        <a:bodyPr/>
        <a:lstStyle/>
        <a:p>
          <a:endParaRPr lang="en-US">
            <a:latin typeface="Semplicita Pro" panose="02000000000000000000" pitchFamily="2" charset="77"/>
          </a:endParaRPr>
        </a:p>
      </dgm:t>
    </dgm:pt>
    <dgm:pt modelId="{A67C3E2E-177C-B942-AC87-52A4B64EBFD5}" type="sibTrans" cxnId="{DEAE0FE7-0969-A94C-B711-C997A467E811}">
      <dgm:prSet/>
      <dgm:spPr/>
      <dgm:t>
        <a:bodyPr/>
        <a:lstStyle/>
        <a:p>
          <a:endParaRPr lang="en-US">
            <a:latin typeface="Semplicita Pro" panose="02000000000000000000" pitchFamily="2" charset="77"/>
          </a:endParaRPr>
        </a:p>
      </dgm:t>
    </dgm:pt>
    <dgm:pt modelId="{95BBFADB-2275-AC40-8B91-3CC09C9CC180}">
      <dgm:prSet custT="1"/>
      <dgm:spPr/>
      <dgm:t>
        <a:bodyPr/>
        <a:lstStyle/>
        <a:p>
          <a:r>
            <a:rPr lang="en-US" sz="1500" b="0" i="0">
              <a:latin typeface="Verdana" panose="020B0604030504040204" pitchFamily="34" charset="0"/>
            </a:rPr>
            <a:t>Measure and collect data</a:t>
          </a:r>
        </a:p>
      </dgm:t>
    </dgm:pt>
    <dgm:pt modelId="{966772C4-17F3-0B43-8A0F-4AC4C41F3959}" type="parTrans" cxnId="{22087668-84DD-6A42-8DEC-77DF9118625B}">
      <dgm:prSet/>
      <dgm:spPr/>
      <dgm:t>
        <a:bodyPr/>
        <a:lstStyle/>
        <a:p>
          <a:endParaRPr lang="en-US">
            <a:latin typeface="Semplicita Pro" panose="02000000000000000000" pitchFamily="2" charset="77"/>
          </a:endParaRPr>
        </a:p>
      </dgm:t>
    </dgm:pt>
    <dgm:pt modelId="{60DA2BBE-38E7-484C-8031-E4B70B799C0C}" type="sibTrans" cxnId="{22087668-84DD-6A42-8DEC-77DF9118625B}">
      <dgm:prSet/>
      <dgm:spPr/>
      <dgm:t>
        <a:bodyPr/>
        <a:lstStyle/>
        <a:p>
          <a:endParaRPr lang="en-US">
            <a:latin typeface="Semplicita Pro" panose="02000000000000000000" pitchFamily="2" charset="77"/>
          </a:endParaRPr>
        </a:p>
      </dgm:t>
    </dgm:pt>
    <dgm:pt modelId="{8FD49B5C-06C5-3C4A-AA23-418CB6F7FCF0}">
      <dgm:prSet custT="1"/>
      <dgm:spPr/>
      <dgm:t>
        <a:bodyPr/>
        <a:lstStyle/>
        <a:p>
          <a:r>
            <a:rPr lang="en-US" sz="1500" b="0" i="0">
              <a:latin typeface="Verdana" panose="020B0604030504040204" pitchFamily="34" charset="0"/>
            </a:rPr>
            <a:t>Report</a:t>
          </a:r>
        </a:p>
      </dgm:t>
    </dgm:pt>
    <dgm:pt modelId="{9283967F-8529-454A-8713-D38C61C258A3}" type="parTrans" cxnId="{038FACCB-0856-0F43-B61C-3DB8A6495A46}">
      <dgm:prSet/>
      <dgm:spPr/>
      <dgm:t>
        <a:bodyPr/>
        <a:lstStyle/>
        <a:p>
          <a:endParaRPr lang="en-US">
            <a:latin typeface="Semplicita Pro" panose="02000000000000000000" pitchFamily="2" charset="77"/>
          </a:endParaRPr>
        </a:p>
      </dgm:t>
    </dgm:pt>
    <dgm:pt modelId="{29A7714B-0DB3-314E-837A-30EE013D2BB4}" type="sibTrans" cxnId="{038FACCB-0856-0F43-B61C-3DB8A6495A46}">
      <dgm:prSet/>
      <dgm:spPr/>
      <dgm:t>
        <a:bodyPr/>
        <a:lstStyle/>
        <a:p>
          <a:endParaRPr lang="en-US">
            <a:latin typeface="Semplicita Pro" panose="02000000000000000000" pitchFamily="2" charset="77"/>
          </a:endParaRPr>
        </a:p>
      </dgm:t>
    </dgm:pt>
    <dgm:pt modelId="{359C6299-C5E6-4941-B0D8-3B7FC2F1DC9B}">
      <dgm:prSet custT="1"/>
      <dgm:spPr/>
      <dgm:t>
        <a:bodyPr/>
        <a:lstStyle/>
        <a:p>
          <a:r>
            <a:rPr lang="en-US" sz="1500" b="0" i="0">
              <a:latin typeface="Verdana" panose="020B0604030504040204" pitchFamily="34" charset="0"/>
            </a:rPr>
            <a:t>Adjust baseline model</a:t>
          </a:r>
        </a:p>
      </dgm:t>
    </dgm:pt>
    <dgm:pt modelId="{B35B887A-13AB-1343-B10A-7C9BC299DFCF}" type="parTrans" cxnId="{23916ABB-51EE-5940-AFC2-0D17BBB65672}">
      <dgm:prSet/>
      <dgm:spPr/>
      <dgm:t>
        <a:bodyPr/>
        <a:lstStyle/>
        <a:p>
          <a:endParaRPr lang="en-US"/>
        </a:p>
      </dgm:t>
    </dgm:pt>
    <dgm:pt modelId="{D2D586C4-B904-7B46-9FAF-D683C47F8D6C}" type="sibTrans" cxnId="{23916ABB-51EE-5940-AFC2-0D17BBB65672}">
      <dgm:prSet/>
      <dgm:spPr/>
      <dgm:t>
        <a:bodyPr/>
        <a:lstStyle/>
        <a:p>
          <a:endParaRPr lang="en-US"/>
        </a:p>
      </dgm:t>
    </dgm:pt>
    <dgm:pt modelId="{88BC120A-2807-A24D-B345-B2BD3B376A37}">
      <dgm:prSet custT="1"/>
      <dgm:spPr/>
      <dgm:t>
        <a:bodyPr/>
        <a:lstStyle/>
        <a:p>
          <a:r>
            <a:rPr lang="en-US" sz="1500" b="0" i="0">
              <a:latin typeface="Verdana" panose="020B0604030504040204" pitchFamily="34" charset="0"/>
            </a:rPr>
            <a:t>Installation of ECM</a:t>
          </a:r>
        </a:p>
      </dgm:t>
    </dgm:pt>
    <dgm:pt modelId="{534FB500-710C-6543-87C4-E03751AE162F}" type="sibTrans" cxnId="{39D8D5A4-2621-9B47-8071-CD97C9F50259}">
      <dgm:prSet/>
      <dgm:spPr/>
      <dgm:t>
        <a:bodyPr/>
        <a:lstStyle/>
        <a:p>
          <a:endParaRPr lang="en-US">
            <a:latin typeface="Semplicita Pro" panose="02000000000000000000" pitchFamily="2" charset="77"/>
          </a:endParaRPr>
        </a:p>
      </dgm:t>
    </dgm:pt>
    <dgm:pt modelId="{FA1151D5-41FA-2845-8DD1-20793DB0BBE8}" type="parTrans" cxnId="{39D8D5A4-2621-9B47-8071-CD97C9F50259}">
      <dgm:prSet/>
      <dgm:spPr/>
      <dgm:t>
        <a:bodyPr/>
        <a:lstStyle/>
        <a:p>
          <a:endParaRPr lang="en-US">
            <a:latin typeface="Semplicita Pro" panose="02000000000000000000" pitchFamily="2" charset="77"/>
          </a:endParaRPr>
        </a:p>
      </dgm:t>
    </dgm:pt>
    <dgm:pt modelId="{D06FD5FD-A93E-5C44-B1F9-443860DC44FB}" type="pres">
      <dgm:prSet presAssocID="{EE6D42F0-1C68-644A-9F9D-AAC8CDEA7C3C}" presName="Name0" presStyleCnt="0">
        <dgm:presLayoutVars>
          <dgm:dir/>
          <dgm:resizeHandles val="exact"/>
        </dgm:presLayoutVars>
      </dgm:prSet>
      <dgm:spPr/>
    </dgm:pt>
    <dgm:pt modelId="{69F2A90E-6373-DF42-A6CD-049758145B1B}" type="pres">
      <dgm:prSet presAssocID="{EE6D42F0-1C68-644A-9F9D-AAC8CDEA7C3C}" presName="arrow" presStyleLbl="bgShp" presStyleIdx="0" presStyleCnt="1"/>
      <dgm:spPr/>
    </dgm:pt>
    <dgm:pt modelId="{C35CAFBC-1FD5-AA40-8C23-02E504690762}" type="pres">
      <dgm:prSet presAssocID="{EE6D42F0-1C68-644A-9F9D-AAC8CDEA7C3C}" presName="points" presStyleCnt="0"/>
      <dgm:spPr/>
    </dgm:pt>
    <dgm:pt modelId="{CC4585A4-96D8-5B48-9D1F-B6EC1D008D37}" type="pres">
      <dgm:prSet presAssocID="{E2745D70-426B-FA4B-B6C7-0E64DA3D399A}" presName="compositeA" presStyleCnt="0"/>
      <dgm:spPr/>
    </dgm:pt>
    <dgm:pt modelId="{60D5F69F-8CA6-474F-892E-BB3B3A1F6DAE}" type="pres">
      <dgm:prSet presAssocID="{E2745D70-426B-FA4B-B6C7-0E64DA3D399A}" presName="textA" presStyleLbl="revTx" presStyleIdx="0" presStyleCnt="7">
        <dgm:presLayoutVars>
          <dgm:bulletEnabled val="1"/>
        </dgm:presLayoutVars>
      </dgm:prSet>
      <dgm:spPr/>
    </dgm:pt>
    <dgm:pt modelId="{614091D0-FF01-2A41-8FEC-3CA9BD3D8F71}" type="pres">
      <dgm:prSet presAssocID="{E2745D70-426B-FA4B-B6C7-0E64DA3D399A}" presName="circleA" presStyleLbl="node1" presStyleIdx="0" presStyleCnt="7"/>
      <dgm:spPr>
        <a:solidFill>
          <a:srgbClr val="F05D5E"/>
        </a:solidFill>
      </dgm:spPr>
    </dgm:pt>
    <dgm:pt modelId="{054F1A60-E084-504C-9B81-7864E6595D0F}" type="pres">
      <dgm:prSet presAssocID="{E2745D70-426B-FA4B-B6C7-0E64DA3D399A}" presName="spaceA" presStyleCnt="0"/>
      <dgm:spPr/>
    </dgm:pt>
    <dgm:pt modelId="{37D0B44D-BBAD-A64E-9197-01A30D831DF2}" type="pres">
      <dgm:prSet presAssocID="{6D58AEAD-2732-BA48-B08C-F1FC26DBE76D}" presName="space" presStyleCnt="0"/>
      <dgm:spPr/>
    </dgm:pt>
    <dgm:pt modelId="{BDE98568-3D84-934F-BAB9-7A0978B5ADB4}" type="pres">
      <dgm:prSet presAssocID="{AA662399-51CF-AD42-9556-C1DCDE9C9C62}" presName="compositeB" presStyleCnt="0"/>
      <dgm:spPr/>
    </dgm:pt>
    <dgm:pt modelId="{7D3991B5-B402-E045-A922-12ECE6931B21}" type="pres">
      <dgm:prSet presAssocID="{AA662399-51CF-AD42-9556-C1DCDE9C9C62}" presName="textB" presStyleLbl="revTx" presStyleIdx="1" presStyleCnt="7">
        <dgm:presLayoutVars>
          <dgm:bulletEnabled val="1"/>
        </dgm:presLayoutVars>
      </dgm:prSet>
      <dgm:spPr/>
    </dgm:pt>
    <dgm:pt modelId="{8697F6B8-AD2D-8C48-9ABD-336C1BBEBBD7}" type="pres">
      <dgm:prSet presAssocID="{AA662399-51CF-AD42-9556-C1DCDE9C9C62}" presName="circleB" presStyleLbl="node1" presStyleIdx="1" presStyleCnt="7"/>
      <dgm:spPr>
        <a:solidFill>
          <a:schemeClr val="accent1"/>
        </a:solidFill>
      </dgm:spPr>
    </dgm:pt>
    <dgm:pt modelId="{8C44613E-D9E7-AF48-9E5B-6BE5B7C6EA40}" type="pres">
      <dgm:prSet presAssocID="{AA662399-51CF-AD42-9556-C1DCDE9C9C62}" presName="spaceB" presStyleCnt="0"/>
      <dgm:spPr/>
    </dgm:pt>
    <dgm:pt modelId="{3DF2F14A-4221-C245-B9DD-DD1EFF146F1C}" type="pres">
      <dgm:prSet presAssocID="{C33289C0-1568-714D-B6F8-9D46E115EA00}" presName="space" presStyleCnt="0"/>
      <dgm:spPr/>
    </dgm:pt>
    <dgm:pt modelId="{0F90A73D-1656-8F47-A04D-69D3A3018053}" type="pres">
      <dgm:prSet presAssocID="{2BA9969F-9D4E-CB44-8F47-7D7420B186EB}" presName="compositeA" presStyleCnt="0"/>
      <dgm:spPr/>
    </dgm:pt>
    <dgm:pt modelId="{3BF9B44D-426A-BD44-B22C-D096155871BB}" type="pres">
      <dgm:prSet presAssocID="{2BA9969F-9D4E-CB44-8F47-7D7420B186EB}" presName="textA" presStyleLbl="revTx" presStyleIdx="2" presStyleCnt="7">
        <dgm:presLayoutVars>
          <dgm:bulletEnabled val="1"/>
        </dgm:presLayoutVars>
      </dgm:prSet>
      <dgm:spPr/>
    </dgm:pt>
    <dgm:pt modelId="{E8E86469-CAA0-6C48-AF04-F8E9680AC545}" type="pres">
      <dgm:prSet presAssocID="{2BA9969F-9D4E-CB44-8F47-7D7420B186EB}" presName="circleA" presStyleLbl="node1" presStyleIdx="2" presStyleCnt="7"/>
      <dgm:spPr>
        <a:solidFill>
          <a:schemeClr val="accent1"/>
        </a:solidFill>
      </dgm:spPr>
    </dgm:pt>
    <dgm:pt modelId="{E497D9B2-FF1D-6345-8B7A-C4BC074BEC52}" type="pres">
      <dgm:prSet presAssocID="{2BA9969F-9D4E-CB44-8F47-7D7420B186EB}" presName="spaceA" presStyleCnt="0"/>
      <dgm:spPr/>
    </dgm:pt>
    <dgm:pt modelId="{7AF4B02F-847D-2A46-9384-B82F86E98A59}" type="pres">
      <dgm:prSet presAssocID="{A67C3E2E-177C-B942-AC87-52A4B64EBFD5}" presName="space" presStyleCnt="0"/>
      <dgm:spPr/>
    </dgm:pt>
    <dgm:pt modelId="{3676BC99-4927-684C-853F-36C3CD8490AD}" type="pres">
      <dgm:prSet presAssocID="{88BC120A-2807-A24D-B345-B2BD3B376A37}" presName="compositeB" presStyleCnt="0"/>
      <dgm:spPr/>
    </dgm:pt>
    <dgm:pt modelId="{30E55ED1-452E-8E4E-8E1B-0704E1F6B3C5}" type="pres">
      <dgm:prSet presAssocID="{88BC120A-2807-A24D-B345-B2BD3B376A37}" presName="textB" presStyleLbl="revTx" presStyleIdx="3" presStyleCnt="7">
        <dgm:presLayoutVars>
          <dgm:bulletEnabled val="1"/>
        </dgm:presLayoutVars>
      </dgm:prSet>
      <dgm:spPr/>
    </dgm:pt>
    <dgm:pt modelId="{9AF72B61-47BD-0C41-93DF-1D3EFB97D40E}" type="pres">
      <dgm:prSet presAssocID="{88BC120A-2807-A24D-B345-B2BD3B376A37}" presName="circleB" presStyleLbl="node1" presStyleIdx="3" presStyleCnt="7"/>
      <dgm:spPr>
        <a:solidFill>
          <a:schemeClr val="bg1"/>
        </a:solidFill>
      </dgm:spPr>
    </dgm:pt>
    <dgm:pt modelId="{532E94B6-A895-E242-BFDA-13826CBFF567}" type="pres">
      <dgm:prSet presAssocID="{88BC120A-2807-A24D-B345-B2BD3B376A37}" presName="spaceB" presStyleCnt="0"/>
      <dgm:spPr/>
    </dgm:pt>
    <dgm:pt modelId="{BAEC0EC1-12A7-8441-AA08-B9DBAAECEA13}" type="pres">
      <dgm:prSet presAssocID="{534FB500-710C-6543-87C4-E03751AE162F}" presName="space" presStyleCnt="0"/>
      <dgm:spPr/>
    </dgm:pt>
    <dgm:pt modelId="{2F2E9EDC-0DE6-274A-9D27-20A47DED08B8}" type="pres">
      <dgm:prSet presAssocID="{95BBFADB-2275-AC40-8B91-3CC09C9CC180}" presName="compositeA" presStyleCnt="0"/>
      <dgm:spPr/>
    </dgm:pt>
    <dgm:pt modelId="{5A6A5F06-52E7-BB4C-B757-930F8572F5BA}" type="pres">
      <dgm:prSet presAssocID="{95BBFADB-2275-AC40-8B91-3CC09C9CC180}" presName="textA" presStyleLbl="revTx" presStyleIdx="4" presStyleCnt="7">
        <dgm:presLayoutVars>
          <dgm:bulletEnabled val="1"/>
        </dgm:presLayoutVars>
      </dgm:prSet>
      <dgm:spPr/>
    </dgm:pt>
    <dgm:pt modelId="{D42E69B9-3A96-B64F-A243-EF914D98A5D9}" type="pres">
      <dgm:prSet presAssocID="{95BBFADB-2275-AC40-8B91-3CC09C9CC180}" presName="circleA" presStyleLbl="node1" presStyleIdx="4" presStyleCnt="7"/>
      <dgm:spPr>
        <a:solidFill>
          <a:schemeClr val="accent1"/>
        </a:solidFill>
      </dgm:spPr>
    </dgm:pt>
    <dgm:pt modelId="{9B004BB5-BDA2-124F-86EF-42BB60176E78}" type="pres">
      <dgm:prSet presAssocID="{95BBFADB-2275-AC40-8B91-3CC09C9CC180}" presName="spaceA" presStyleCnt="0"/>
      <dgm:spPr/>
    </dgm:pt>
    <dgm:pt modelId="{3E10F75E-0B66-7E4B-B938-A2DD47D24581}" type="pres">
      <dgm:prSet presAssocID="{60DA2BBE-38E7-484C-8031-E4B70B799C0C}" presName="space" presStyleCnt="0"/>
      <dgm:spPr/>
    </dgm:pt>
    <dgm:pt modelId="{F81988D2-CF31-0748-B9DF-EFC3CD922F00}" type="pres">
      <dgm:prSet presAssocID="{359C6299-C5E6-4941-B0D8-3B7FC2F1DC9B}" presName="compositeB" presStyleCnt="0"/>
      <dgm:spPr/>
    </dgm:pt>
    <dgm:pt modelId="{B183C049-EFBE-7242-973D-6D857830733B}" type="pres">
      <dgm:prSet presAssocID="{359C6299-C5E6-4941-B0D8-3B7FC2F1DC9B}" presName="textB" presStyleLbl="revTx" presStyleIdx="5" presStyleCnt="7">
        <dgm:presLayoutVars>
          <dgm:bulletEnabled val="1"/>
        </dgm:presLayoutVars>
      </dgm:prSet>
      <dgm:spPr/>
    </dgm:pt>
    <dgm:pt modelId="{647E0C18-FD54-0649-A6F9-1C49098F32E2}" type="pres">
      <dgm:prSet presAssocID="{359C6299-C5E6-4941-B0D8-3B7FC2F1DC9B}" presName="circleB" presStyleLbl="node1" presStyleIdx="5" presStyleCnt="7"/>
      <dgm:spPr>
        <a:solidFill>
          <a:schemeClr val="accent1"/>
        </a:solidFill>
      </dgm:spPr>
    </dgm:pt>
    <dgm:pt modelId="{651A20BE-D03E-D448-98EB-668B9A6CA7F0}" type="pres">
      <dgm:prSet presAssocID="{359C6299-C5E6-4941-B0D8-3B7FC2F1DC9B}" presName="spaceB" presStyleCnt="0"/>
      <dgm:spPr/>
    </dgm:pt>
    <dgm:pt modelId="{CD7A8938-8B26-E945-AD75-32638EE4E906}" type="pres">
      <dgm:prSet presAssocID="{D2D586C4-B904-7B46-9FAF-D683C47F8D6C}" presName="space" presStyleCnt="0"/>
      <dgm:spPr/>
    </dgm:pt>
    <dgm:pt modelId="{B9A58F17-0FB5-7B40-A2D9-3937BA4A4AFC}" type="pres">
      <dgm:prSet presAssocID="{8FD49B5C-06C5-3C4A-AA23-418CB6F7FCF0}" presName="compositeA" presStyleCnt="0"/>
      <dgm:spPr/>
    </dgm:pt>
    <dgm:pt modelId="{25E66557-3491-1C49-999C-B9E27F1145DD}" type="pres">
      <dgm:prSet presAssocID="{8FD49B5C-06C5-3C4A-AA23-418CB6F7FCF0}" presName="textA" presStyleLbl="revTx" presStyleIdx="6" presStyleCnt="7">
        <dgm:presLayoutVars>
          <dgm:bulletEnabled val="1"/>
        </dgm:presLayoutVars>
      </dgm:prSet>
      <dgm:spPr/>
    </dgm:pt>
    <dgm:pt modelId="{9E03863F-C95F-7E48-9F4E-6C417F127C30}" type="pres">
      <dgm:prSet presAssocID="{8FD49B5C-06C5-3C4A-AA23-418CB6F7FCF0}" presName="circleA" presStyleLbl="node1" presStyleIdx="6" presStyleCnt="7"/>
      <dgm:spPr/>
    </dgm:pt>
    <dgm:pt modelId="{3D2684BA-DBD8-AA40-9475-4287E894D942}" type="pres">
      <dgm:prSet presAssocID="{8FD49B5C-06C5-3C4A-AA23-418CB6F7FCF0}" presName="spaceA" presStyleCnt="0"/>
      <dgm:spPr/>
    </dgm:pt>
  </dgm:ptLst>
  <dgm:cxnLst>
    <dgm:cxn modelId="{358C8F26-E9BB-9A43-8565-796F1C8319E6}" type="presOf" srcId="{359C6299-C5E6-4941-B0D8-3B7FC2F1DC9B}" destId="{B183C049-EFBE-7242-973D-6D857830733B}" srcOrd="0" destOrd="0" presId="urn:microsoft.com/office/officeart/2005/8/layout/hProcess11"/>
    <dgm:cxn modelId="{A9E2352C-CFC2-BC43-9E0A-C8439B1F7419}" type="presOf" srcId="{EE6D42F0-1C68-644A-9F9D-AAC8CDEA7C3C}" destId="{D06FD5FD-A93E-5C44-B1F9-443860DC44FB}" srcOrd="0" destOrd="0" presId="urn:microsoft.com/office/officeart/2005/8/layout/hProcess11"/>
    <dgm:cxn modelId="{904D2738-0D03-0141-8908-9AD961AA2275}" type="presOf" srcId="{8FD49B5C-06C5-3C4A-AA23-418CB6F7FCF0}" destId="{25E66557-3491-1C49-999C-B9E27F1145DD}" srcOrd="0" destOrd="0" presId="urn:microsoft.com/office/officeart/2005/8/layout/hProcess11"/>
    <dgm:cxn modelId="{607D7244-37A1-2B40-BF43-A0417A71AC31}" type="presOf" srcId="{2BA9969F-9D4E-CB44-8F47-7D7420B186EB}" destId="{3BF9B44D-426A-BD44-B22C-D096155871BB}" srcOrd="0" destOrd="0" presId="urn:microsoft.com/office/officeart/2005/8/layout/hProcess11"/>
    <dgm:cxn modelId="{22087668-84DD-6A42-8DEC-77DF9118625B}" srcId="{EE6D42F0-1C68-644A-9F9D-AAC8CDEA7C3C}" destId="{95BBFADB-2275-AC40-8B91-3CC09C9CC180}" srcOrd="4" destOrd="0" parTransId="{966772C4-17F3-0B43-8A0F-4AC4C41F3959}" sibTransId="{60DA2BBE-38E7-484C-8031-E4B70B799C0C}"/>
    <dgm:cxn modelId="{336C4A7B-8F12-6540-AC71-44072245EFC4}" srcId="{EE6D42F0-1C68-644A-9F9D-AAC8CDEA7C3C}" destId="{AA662399-51CF-AD42-9556-C1DCDE9C9C62}" srcOrd="1" destOrd="0" parTransId="{D5877486-D275-AC47-8C32-7080E0875FFF}" sibTransId="{C33289C0-1568-714D-B6F8-9D46E115EA00}"/>
    <dgm:cxn modelId="{DA081B7E-7B19-424F-81F6-AA7D51F15098}" type="presOf" srcId="{95BBFADB-2275-AC40-8B91-3CC09C9CC180}" destId="{5A6A5F06-52E7-BB4C-B757-930F8572F5BA}" srcOrd="0" destOrd="0" presId="urn:microsoft.com/office/officeart/2005/8/layout/hProcess11"/>
    <dgm:cxn modelId="{D536A684-E000-8D4F-BA27-7978EF771510}" type="presOf" srcId="{E2745D70-426B-FA4B-B6C7-0E64DA3D399A}" destId="{60D5F69F-8CA6-474F-892E-BB3B3A1F6DAE}" srcOrd="0" destOrd="0" presId="urn:microsoft.com/office/officeart/2005/8/layout/hProcess11"/>
    <dgm:cxn modelId="{C947B29B-97FE-0844-8705-FD5CABEA87AD}" type="presOf" srcId="{AA662399-51CF-AD42-9556-C1DCDE9C9C62}" destId="{7D3991B5-B402-E045-A922-12ECE6931B21}" srcOrd="0" destOrd="0" presId="urn:microsoft.com/office/officeart/2005/8/layout/hProcess11"/>
    <dgm:cxn modelId="{39D8D5A4-2621-9B47-8071-CD97C9F50259}" srcId="{EE6D42F0-1C68-644A-9F9D-AAC8CDEA7C3C}" destId="{88BC120A-2807-A24D-B345-B2BD3B376A37}" srcOrd="3" destOrd="0" parTransId="{FA1151D5-41FA-2845-8DD1-20793DB0BBE8}" sibTransId="{534FB500-710C-6543-87C4-E03751AE162F}"/>
    <dgm:cxn modelId="{23916ABB-51EE-5940-AFC2-0D17BBB65672}" srcId="{EE6D42F0-1C68-644A-9F9D-AAC8CDEA7C3C}" destId="{359C6299-C5E6-4941-B0D8-3B7FC2F1DC9B}" srcOrd="5" destOrd="0" parTransId="{B35B887A-13AB-1343-B10A-7C9BC299DFCF}" sibTransId="{D2D586C4-B904-7B46-9FAF-D683C47F8D6C}"/>
    <dgm:cxn modelId="{038FACCB-0856-0F43-B61C-3DB8A6495A46}" srcId="{EE6D42F0-1C68-644A-9F9D-AAC8CDEA7C3C}" destId="{8FD49B5C-06C5-3C4A-AA23-418CB6F7FCF0}" srcOrd="6" destOrd="0" parTransId="{9283967F-8529-454A-8713-D38C61C258A3}" sibTransId="{29A7714B-0DB3-314E-837A-30EE013D2BB4}"/>
    <dgm:cxn modelId="{60EA15D4-0687-A741-8727-DA5C094468A1}" srcId="{EE6D42F0-1C68-644A-9F9D-AAC8CDEA7C3C}" destId="{E2745D70-426B-FA4B-B6C7-0E64DA3D399A}" srcOrd="0" destOrd="0" parTransId="{2437E627-3560-A542-AD3D-E79D88F9BEAA}" sibTransId="{6D58AEAD-2732-BA48-B08C-F1FC26DBE76D}"/>
    <dgm:cxn modelId="{ED8F30E6-F388-0A49-808F-D9FA47B12324}" type="presOf" srcId="{88BC120A-2807-A24D-B345-B2BD3B376A37}" destId="{30E55ED1-452E-8E4E-8E1B-0704E1F6B3C5}" srcOrd="0" destOrd="0" presId="urn:microsoft.com/office/officeart/2005/8/layout/hProcess11"/>
    <dgm:cxn modelId="{DEAE0FE7-0969-A94C-B711-C997A467E811}" srcId="{EE6D42F0-1C68-644A-9F9D-AAC8CDEA7C3C}" destId="{2BA9969F-9D4E-CB44-8F47-7D7420B186EB}" srcOrd="2" destOrd="0" parTransId="{FA1EE3FB-F579-8849-BEAE-72AD4BC818BE}" sibTransId="{A67C3E2E-177C-B942-AC87-52A4B64EBFD5}"/>
    <dgm:cxn modelId="{894AED3C-5AF4-504E-9974-755261D871BF}" type="presParOf" srcId="{D06FD5FD-A93E-5C44-B1F9-443860DC44FB}" destId="{69F2A90E-6373-DF42-A6CD-049758145B1B}" srcOrd="0" destOrd="0" presId="urn:microsoft.com/office/officeart/2005/8/layout/hProcess11"/>
    <dgm:cxn modelId="{18C13995-09DC-FE47-A094-E23DB145F231}" type="presParOf" srcId="{D06FD5FD-A93E-5C44-B1F9-443860DC44FB}" destId="{C35CAFBC-1FD5-AA40-8C23-02E504690762}" srcOrd="1" destOrd="0" presId="urn:microsoft.com/office/officeart/2005/8/layout/hProcess11"/>
    <dgm:cxn modelId="{2FA5E395-3172-474E-A2CB-FC77D82D81FB}" type="presParOf" srcId="{C35CAFBC-1FD5-AA40-8C23-02E504690762}" destId="{CC4585A4-96D8-5B48-9D1F-B6EC1D008D37}" srcOrd="0" destOrd="0" presId="urn:microsoft.com/office/officeart/2005/8/layout/hProcess11"/>
    <dgm:cxn modelId="{93E58E97-539E-3542-A1A1-1EBCE38AFAA9}" type="presParOf" srcId="{CC4585A4-96D8-5B48-9D1F-B6EC1D008D37}" destId="{60D5F69F-8CA6-474F-892E-BB3B3A1F6DAE}" srcOrd="0" destOrd="0" presId="urn:microsoft.com/office/officeart/2005/8/layout/hProcess11"/>
    <dgm:cxn modelId="{AEF9BF5B-D1AF-C047-AD53-DB929A0A5613}" type="presParOf" srcId="{CC4585A4-96D8-5B48-9D1F-B6EC1D008D37}" destId="{614091D0-FF01-2A41-8FEC-3CA9BD3D8F71}" srcOrd="1" destOrd="0" presId="urn:microsoft.com/office/officeart/2005/8/layout/hProcess11"/>
    <dgm:cxn modelId="{1A07BB43-6653-7641-87B9-8D950F161EAB}" type="presParOf" srcId="{CC4585A4-96D8-5B48-9D1F-B6EC1D008D37}" destId="{054F1A60-E084-504C-9B81-7864E6595D0F}" srcOrd="2" destOrd="0" presId="urn:microsoft.com/office/officeart/2005/8/layout/hProcess11"/>
    <dgm:cxn modelId="{D89FAE18-9CB2-5F4A-9063-CF6398AFA76F}" type="presParOf" srcId="{C35CAFBC-1FD5-AA40-8C23-02E504690762}" destId="{37D0B44D-BBAD-A64E-9197-01A30D831DF2}" srcOrd="1" destOrd="0" presId="urn:microsoft.com/office/officeart/2005/8/layout/hProcess11"/>
    <dgm:cxn modelId="{81DAFA7B-331A-0441-B6BC-7AADD0A96C7E}" type="presParOf" srcId="{C35CAFBC-1FD5-AA40-8C23-02E504690762}" destId="{BDE98568-3D84-934F-BAB9-7A0978B5ADB4}" srcOrd="2" destOrd="0" presId="urn:microsoft.com/office/officeart/2005/8/layout/hProcess11"/>
    <dgm:cxn modelId="{D3F6369C-5F6A-AE45-9724-C9094AF20D84}" type="presParOf" srcId="{BDE98568-3D84-934F-BAB9-7A0978B5ADB4}" destId="{7D3991B5-B402-E045-A922-12ECE6931B21}" srcOrd="0" destOrd="0" presId="urn:microsoft.com/office/officeart/2005/8/layout/hProcess11"/>
    <dgm:cxn modelId="{91D26C41-B630-B941-9D0E-4AB1B32A4AFF}" type="presParOf" srcId="{BDE98568-3D84-934F-BAB9-7A0978B5ADB4}" destId="{8697F6B8-AD2D-8C48-9ABD-336C1BBEBBD7}" srcOrd="1" destOrd="0" presId="urn:microsoft.com/office/officeart/2005/8/layout/hProcess11"/>
    <dgm:cxn modelId="{ECE1E109-EDA0-5E45-8B96-C581A0DCE125}" type="presParOf" srcId="{BDE98568-3D84-934F-BAB9-7A0978B5ADB4}" destId="{8C44613E-D9E7-AF48-9E5B-6BE5B7C6EA40}" srcOrd="2" destOrd="0" presId="urn:microsoft.com/office/officeart/2005/8/layout/hProcess11"/>
    <dgm:cxn modelId="{7548256F-9397-094C-A571-5F64724997ED}" type="presParOf" srcId="{C35CAFBC-1FD5-AA40-8C23-02E504690762}" destId="{3DF2F14A-4221-C245-B9DD-DD1EFF146F1C}" srcOrd="3" destOrd="0" presId="urn:microsoft.com/office/officeart/2005/8/layout/hProcess11"/>
    <dgm:cxn modelId="{2B7B5649-6686-9946-AC17-8F320DBAD661}" type="presParOf" srcId="{C35CAFBC-1FD5-AA40-8C23-02E504690762}" destId="{0F90A73D-1656-8F47-A04D-69D3A3018053}" srcOrd="4" destOrd="0" presId="urn:microsoft.com/office/officeart/2005/8/layout/hProcess11"/>
    <dgm:cxn modelId="{542082DD-C53D-3841-B7D2-3ABAB1AD528B}" type="presParOf" srcId="{0F90A73D-1656-8F47-A04D-69D3A3018053}" destId="{3BF9B44D-426A-BD44-B22C-D096155871BB}" srcOrd="0" destOrd="0" presId="urn:microsoft.com/office/officeart/2005/8/layout/hProcess11"/>
    <dgm:cxn modelId="{D650B354-FF5B-A24B-8754-3CA3868D9E08}" type="presParOf" srcId="{0F90A73D-1656-8F47-A04D-69D3A3018053}" destId="{E8E86469-CAA0-6C48-AF04-F8E9680AC545}" srcOrd="1" destOrd="0" presId="urn:microsoft.com/office/officeart/2005/8/layout/hProcess11"/>
    <dgm:cxn modelId="{00F1288C-A4E8-F047-A586-1A2E4513B869}" type="presParOf" srcId="{0F90A73D-1656-8F47-A04D-69D3A3018053}" destId="{E497D9B2-FF1D-6345-8B7A-C4BC074BEC52}" srcOrd="2" destOrd="0" presId="urn:microsoft.com/office/officeart/2005/8/layout/hProcess11"/>
    <dgm:cxn modelId="{D8D0B340-C207-3B4D-9162-38F455AE9DFB}" type="presParOf" srcId="{C35CAFBC-1FD5-AA40-8C23-02E504690762}" destId="{7AF4B02F-847D-2A46-9384-B82F86E98A59}" srcOrd="5" destOrd="0" presId="urn:microsoft.com/office/officeart/2005/8/layout/hProcess11"/>
    <dgm:cxn modelId="{DF6307A2-AF5A-CD44-920D-33F1795A0E48}" type="presParOf" srcId="{C35CAFBC-1FD5-AA40-8C23-02E504690762}" destId="{3676BC99-4927-684C-853F-36C3CD8490AD}" srcOrd="6" destOrd="0" presId="urn:microsoft.com/office/officeart/2005/8/layout/hProcess11"/>
    <dgm:cxn modelId="{66DCB9F9-1D5D-814F-91C2-18DE2B462D22}" type="presParOf" srcId="{3676BC99-4927-684C-853F-36C3CD8490AD}" destId="{30E55ED1-452E-8E4E-8E1B-0704E1F6B3C5}" srcOrd="0" destOrd="0" presId="urn:microsoft.com/office/officeart/2005/8/layout/hProcess11"/>
    <dgm:cxn modelId="{1D99A6E4-F4D3-0746-9EFB-6844809EA963}" type="presParOf" srcId="{3676BC99-4927-684C-853F-36C3CD8490AD}" destId="{9AF72B61-47BD-0C41-93DF-1D3EFB97D40E}" srcOrd="1" destOrd="0" presId="urn:microsoft.com/office/officeart/2005/8/layout/hProcess11"/>
    <dgm:cxn modelId="{F6F2B072-E253-A14C-B2A6-38659B7F3FCD}" type="presParOf" srcId="{3676BC99-4927-684C-853F-36C3CD8490AD}" destId="{532E94B6-A895-E242-BFDA-13826CBFF567}" srcOrd="2" destOrd="0" presId="urn:microsoft.com/office/officeart/2005/8/layout/hProcess11"/>
    <dgm:cxn modelId="{48FACE55-B994-9B4E-AB64-F5FE54D41EC5}" type="presParOf" srcId="{C35CAFBC-1FD5-AA40-8C23-02E504690762}" destId="{BAEC0EC1-12A7-8441-AA08-B9DBAAECEA13}" srcOrd="7" destOrd="0" presId="urn:microsoft.com/office/officeart/2005/8/layout/hProcess11"/>
    <dgm:cxn modelId="{DFE96C61-F818-9041-90B7-9079478C023D}" type="presParOf" srcId="{C35CAFBC-1FD5-AA40-8C23-02E504690762}" destId="{2F2E9EDC-0DE6-274A-9D27-20A47DED08B8}" srcOrd="8" destOrd="0" presId="urn:microsoft.com/office/officeart/2005/8/layout/hProcess11"/>
    <dgm:cxn modelId="{BC7D216D-1F69-8246-9FC1-76CB7DC83CE0}" type="presParOf" srcId="{2F2E9EDC-0DE6-274A-9D27-20A47DED08B8}" destId="{5A6A5F06-52E7-BB4C-B757-930F8572F5BA}" srcOrd="0" destOrd="0" presId="urn:microsoft.com/office/officeart/2005/8/layout/hProcess11"/>
    <dgm:cxn modelId="{AF670325-CC4D-084C-BD20-04740C5E9D8C}" type="presParOf" srcId="{2F2E9EDC-0DE6-274A-9D27-20A47DED08B8}" destId="{D42E69B9-3A96-B64F-A243-EF914D98A5D9}" srcOrd="1" destOrd="0" presId="urn:microsoft.com/office/officeart/2005/8/layout/hProcess11"/>
    <dgm:cxn modelId="{E8EF9539-1660-8440-A7A7-110C69F6CE5D}" type="presParOf" srcId="{2F2E9EDC-0DE6-274A-9D27-20A47DED08B8}" destId="{9B004BB5-BDA2-124F-86EF-42BB60176E78}" srcOrd="2" destOrd="0" presId="urn:microsoft.com/office/officeart/2005/8/layout/hProcess11"/>
    <dgm:cxn modelId="{15E538D1-B318-9345-8507-2AC2137D0EA4}" type="presParOf" srcId="{C35CAFBC-1FD5-AA40-8C23-02E504690762}" destId="{3E10F75E-0B66-7E4B-B938-A2DD47D24581}" srcOrd="9" destOrd="0" presId="urn:microsoft.com/office/officeart/2005/8/layout/hProcess11"/>
    <dgm:cxn modelId="{DE7ED6DD-B521-B542-833A-044D166B1234}" type="presParOf" srcId="{C35CAFBC-1FD5-AA40-8C23-02E504690762}" destId="{F81988D2-CF31-0748-B9DF-EFC3CD922F00}" srcOrd="10" destOrd="0" presId="urn:microsoft.com/office/officeart/2005/8/layout/hProcess11"/>
    <dgm:cxn modelId="{6E2D18D1-2294-134D-9CBA-460208D4F21E}" type="presParOf" srcId="{F81988D2-CF31-0748-B9DF-EFC3CD922F00}" destId="{B183C049-EFBE-7242-973D-6D857830733B}" srcOrd="0" destOrd="0" presId="urn:microsoft.com/office/officeart/2005/8/layout/hProcess11"/>
    <dgm:cxn modelId="{0017D639-067A-FF4C-B23F-EA49AC3FE4C4}" type="presParOf" srcId="{F81988D2-CF31-0748-B9DF-EFC3CD922F00}" destId="{647E0C18-FD54-0649-A6F9-1C49098F32E2}" srcOrd="1" destOrd="0" presId="urn:microsoft.com/office/officeart/2005/8/layout/hProcess11"/>
    <dgm:cxn modelId="{C7F7C361-7275-C24E-AE8B-CD9BE7E81C19}" type="presParOf" srcId="{F81988D2-CF31-0748-B9DF-EFC3CD922F00}" destId="{651A20BE-D03E-D448-98EB-668B9A6CA7F0}" srcOrd="2" destOrd="0" presId="urn:microsoft.com/office/officeart/2005/8/layout/hProcess11"/>
    <dgm:cxn modelId="{43F0BA66-6C3F-AE44-9A37-DBE127A52BD7}" type="presParOf" srcId="{C35CAFBC-1FD5-AA40-8C23-02E504690762}" destId="{CD7A8938-8B26-E945-AD75-32638EE4E906}" srcOrd="11" destOrd="0" presId="urn:microsoft.com/office/officeart/2005/8/layout/hProcess11"/>
    <dgm:cxn modelId="{C44627E2-CC89-CC48-902F-D97CD3358621}" type="presParOf" srcId="{C35CAFBC-1FD5-AA40-8C23-02E504690762}" destId="{B9A58F17-0FB5-7B40-A2D9-3937BA4A4AFC}" srcOrd="12" destOrd="0" presId="urn:microsoft.com/office/officeart/2005/8/layout/hProcess11"/>
    <dgm:cxn modelId="{1A780BC9-4A86-0547-B11A-CDED332BB0A6}" type="presParOf" srcId="{B9A58F17-0FB5-7B40-A2D9-3937BA4A4AFC}" destId="{25E66557-3491-1C49-999C-B9E27F1145DD}" srcOrd="0" destOrd="0" presId="urn:microsoft.com/office/officeart/2005/8/layout/hProcess11"/>
    <dgm:cxn modelId="{84700321-0DD5-3B44-B086-F7C1311C3BC5}" type="presParOf" srcId="{B9A58F17-0FB5-7B40-A2D9-3937BA4A4AFC}" destId="{9E03863F-C95F-7E48-9F4E-6C417F127C30}" srcOrd="1" destOrd="0" presId="urn:microsoft.com/office/officeart/2005/8/layout/hProcess11"/>
    <dgm:cxn modelId="{A945A103-4994-F84F-908B-598711B03D6A}" type="presParOf" srcId="{B9A58F17-0FB5-7B40-A2D9-3937BA4A4AFC}" destId="{3D2684BA-DBD8-AA40-9475-4287E894D942}"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F2A90E-6373-DF42-A6CD-049758145B1B}">
      <dsp:nvSpPr>
        <dsp:cNvPr id="0" name=""/>
        <dsp:cNvSpPr/>
      </dsp:nvSpPr>
      <dsp:spPr>
        <a:xfrm>
          <a:off x="0" y="1305401"/>
          <a:ext cx="10515600" cy="1740535"/>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D5F69F-8CA6-474F-892E-BB3B3A1F6DAE}">
      <dsp:nvSpPr>
        <dsp:cNvPr id="0" name=""/>
        <dsp:cNvSpPr/>
      </dsp:nvSpPr>
      <dsp:spPr>
        <a:xfrm>
          <a:off x="808" y="0"/>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Plan</a:t>
          </a:r>
        </a:p>
      </dsp:txBody>
      <dsp:txXfrm>
        <a:off x="808" y="0"/>
        <a:ext cx="1296222" cy="1740535"/>
      </dsp:txXfrm>
    </dsp:sp>
    <dsp:sp modelId="{614091D0-FF01-2A41-8FEC-3CA9BD3D8F71}">
      <dsp:nvSpPr>
        <dsp:cNvPr id="0" name=""/>
        <dsp:cNvSpPr/>
      </dsp:nvSpPr>
      <dsp:spPr>
        <a:xfrm>
          <a:off x="431352" y="1958102"/>
          <a:ext cx="435133" cy="435133"/>
        </a:xfrm>
        <a:prstGeom prst="ellipse">
          <a:avLst/>
        </a:prstGeom>
        <a:solidFill>
          <a:srgbClr val="F05D5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3991B5-B402-E045-A922-12ECE6931B21}">
      <dsp:nvSpPr>
        <dsp:cNvPr id="0" name=""/>
        <dsp:cNvSpPr/>
      </dsp:nvSpPr>
      <dsp:spPr>
        <a:xfrm>
          <a:off x="1361842" y="2610802"/>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Measure and collect data</a:t>
          </a:r>
        </a:p>
      </dsp:txBody>
      <dsp:txXfrm>
        <a:off x="1361842" y="2610802"/>
        <a:ext cx="1296222" cy="1740535"/>
      </dsp:txXfrm>
    </dsp:sp>
    <dsp:sp modelId="{8697F6B8-AD2D-8C48-9ABD-336C1BBEBBD7}">
      <dsp:nvSpPr>
        <dsp:cNvPr id="0" name=""/>
        <dsp:cNvSpPr/>
      </dsp:nvSpPr>
      <dsp:spPr>
        <a:xfrm>
          <a:off x="1792386" y="1958102"/>
          <a:ext cx="435133" cy="435133"/>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F9B44D-426A-BD44-B22C-D096155871BB}">
      <dsp:nvSpPr>
        <dsp:cNvPr id="0" name=""/>
        <dsp:cNvSpPr/>
      </dsp:nvSpPr>
      <dsp:spPr>
        <a:xfrm>
          <a:off x="2722875" y="0"/>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Develop baseline model</a:t>
          </a:r>
        </a:p>
      </dsp:txBody>
      <dsp:txXfrm>
        <a:off x="2722875" y="0"/>
        <a:ext cx="1296222" cy="1740535"/>
      </dsp:txXfrm>
    </dsp:sp>
    <dsp:sp modelId="{E8E86469-CAA0-6C48-AF04-F8E9680AC545}">
      <dsp:nvSpPr>
        <dsp:cNvPr id="0" name=""/>
        <dsp:cNvSpPr/>
      </dsp:nvSpPr>
      <dsp:spPr>
        <a:xfrm>
          <a:off x="3153419" y="1958102"/>
          <a:ext cx="435133" cy="435133"/>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E55ED1-452E-8E4E-8E1B-0704E1F6B3C5}">
      <dsp:nvSpPr>
        <dsp:cNvPr id="0" name=""/>
        <dsp:cNvSpPr/>
      </dsp:nvSpPr>
      <dsp:spPr>
        <a:xfrm>
          <a:off x="4083908" y="2610802"/>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Installation of ECM</a:t>
          </a:r>
        </a:p>
      </dsp:txBody>
      <dsp:txXfrm>
        <a:off x="4083908" y="2610802"/>
        <a:ext cx="1296222" cy="1740535"/>
      </dsp:txXfrm>
    </dsp:sp>
    <dsp:sp modelId="{9AF72B61-47BD-0C41-93DF-1D3EFB97D40E}">
      <dsp:nvSpPr>
        <dsp:cNvPr id="0" name=""/>
        <dsp:cNvSpPr/>
      </dsp:nvSpPr>
      <dsp:spPr>
        <a:xfrm>
          <a:off x="4514453" y="1958102"/>
          <a:ext cx="435133" cy="435133"/>
        </a:xfrm>
        <a:prstGeom prst="ellipse">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6A5F06-52E7-BB4C-B757-930F8572F5BA}">
      <dsp:nvSpPr>
        <dsp:cNvPr id="0" name=""/>
        <dsp:cNvSpPr/>
      </dsp:nvSpPr>
      <dsp:spPr>
        <a:xfrm>
          <a:off x="5444942" y="0"/>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Measure and collect data</a:t>
          </a:r>
        </a:p>
      </dsp:txBody>
      <dsp:txXfrm>
        <a:off x="5444942" y="0"/>
        <a:ext cx="1296222" cy="1740535"/>
      </dsp:txXfrm>
    </dsp:sp>
    <dsp:sp modelId="{D42E69B9-3A96-B64F-A243-EF914D98A5D9}">
      <dsp:nvSpPr>
        <dsp:cNvPr id="0" name=""/>
        <dsp:cNvSpPr/>
      </dsp:nvSpPr>
      <dsp:spPr>
        <a:xfrm>
          <a:off x="5875486" y="1958102"/>
          <a:ext cx="435133" cy="435133"/>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83C049-EFBE-7242-973D-6D857830733B}">
      <dsp:nvSpPr>
        <dsp:cNvPr id="0" name=""/>
        <dsp:cNvSpPr/>
      </dsp:nvSpPr>
      <dsp:spPr>
        <a:xfrm>
          <a:off x="6805975" y="2610802"/>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Adjust baseline model</a:t>
          </a:r>
        </a:p>
      </dsp:txBody>
      <dsp:txXfrm>
        <a:off x="6805975" y="2610802"/>
        <a:ext cx="1296222" cy="1740535"/>
      </dsp:txXfrm>
    </dsp:sp>
    <dsp:sp modelId="{647E0C18-FD54-0649-A6F9-1C49098F32E2}">
      <dsp:nvSpPr>
        <dsp:cNvPr id="0" name=""/>
        <dsp:cNvSpPr/>
      </dsp:nvSpPr>
      <dsp:spPr>
        <a:xfrm>
          <a:off x="7236519" y="1958102"/>
          <a:ext cx="435133" cy="435133"/>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E66557-3491-1C49-999C-B9E27F1145DD}">
      <dsp:nvSpPr>
        <dsp:cNvPr id="0" name=""/>
        <dsp:cNvSpPr/>
      </dsp:nvSpPr>
      <dsp:spPr>
        <a:xfrm>
          <a:off x="8167009" y="0"/>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Report</a:t>
          </a:r>
        </a:p>
      </dsp:txBody>
      <dsp:txXfrm>
        <a:off x="8167009" y="0"/>
        <a:ext cx="1296222" cy="1740535"/>
      </dsp:txXfrm>
    </dsp:sp>
    <dsp:sp modelId="{9E03863F-C95F-7E48-9F4E-6C417F127C30}">
      <dsp:nvSpPr>
        <dsp:cNvPr id="0" name=""/>
        <dsp:cNvSpPr/>
      </dsp:nvSpPr>
      <dsp:spPr>
        <a:xfrm>
          <a:off x="8597553" y="1958102"/>
          <a:ext cx="435133" cy="43513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4AC3932-3886-AF3B-4577-2492C2720727}"/>
              </a:ext>
            </a:extLst>
          </p:cNvPr>
          <p:cNvSpPr>
            <a:spLocks noGrp="1"/>
          </p:cNvSpPr>
          <p:nvPr>
            <p:ph type="ftr" sz="quarter" idx="2"/>
          </p:nvPr>
        </p:nvSpPr>
        <p:spPr>
          <a:xfrm>
            <a:off x="628000" y="9120188"/>
            <a:ext cx="2542238" cy="481012"/>
          </a:xfrm>
          <a:prstGeom prst="rect">
            <a:avLst/>
          </a:prstGeom>
        </p:spPr>
        <p:txBody>
          <a:bodyPr vert="horz" lIns="91440" tIns="45720" rIns="91440" bIns="45720" rtlCol="0" anchor="ctr"/>
          <a:lstStyle>
            <a:lvl1pPr algn="l">
              <a:defRPr sz="1200"/>
            </a:lvl1pPr>
          </a:lstStyle>
          <a:p>
            <a:r>
              <a:rPr lang="en-US" dirty="0">
                <a:latin typeface="Verdana" panose="020B0604030504040204" pitchFamily="34" charset="0"/>
                <a:ea typeface="Verdana" panose="020B0604030504040204" pitchFamily="34" charset="0"/>
              </a:rPr>
              <a:t>CMVP_v2.0_G_v1.1</a:t>
            </a:r>
          </a:p>
        </p:txBody>
      </p:sp>
      <p:sp>
        <p:nvSpPr>
          <p:cNvPr id="3" name="Slide Number Placeholder 2">
            <a:extLst>
              <a:ext uri="{FF2B5EF4-FFF2-40B4-BE49-F238E27FC236}">
                <a16:creationId xmlns:a16="http://schemas.microsoft.com/office/drawing/2014/main" id="{7099AACF-F874-6EBB-6E79-2DC0B8D9F232}"/>
              </a:ext>
            </a:extLst>
          </p:cNvPr>
          <p:cNvSpPr>
            <a:spLocks noGrp="1"/>
          </p:cNvSpPr>
          <p:nvPr>
            <p:ph type="sldNum" sz="quarter" idx="3"/>
          </p:nvPr>
        </p:nvSpPr>
        <p:spPr>
          <a:xfrm>
            <a:off x="4143375" y="9120188"/>
            <a:ext cx="2542238" cy="481012"/>
          </a:xfrm>
          <a:prstGeom prst="rect">
            <a:avLst/>
          </a:prstGeom>
        </p:spPr>
        <p:txBody>
          <a:bodyPr vert="horz" lIns="91440" tIns="45720" rIns="91440" bIns="45720" rtlCol="0" anchor="ctr"/>
          <a:lstStyle>
            <a:lvl1pPr algn="r">
              <a:defRPr sz="1200"/>
            </a:lvl1pPr>
          </a:lstStyle>
          <a:p>
            <a:fld id="{6A0A43C9-0FE5-4E47-A9B5-EF746693113D}" type="slidenum">
              <a:rPr lang="en-US" smtClean="0">
                <a:latin typeface="Verdana" panose="020B0604030504040204" pitchFamily="34" charset="0"/>
                <a:ea typeface="Verdana" panose="020B0604030504040204" pitchFamily="34" charset="0"/>
              </a:rPr>
              <a:t>‹#›</a:t>
            </a:fld>
            <a:endParaRPr lang="en-US">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b="0" i="0">
                <a:latin typeface="Verdana" panose="020B0604030504040204" pitchFamily="34" charset="0"/>
              </a:defRPr>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b="0" i="0">
                <a:latin typeface="Verdana" panose="020B0604030504040204" pitchFamily="34" charset="0"/>
              </a:defRPr>
            </a:lvl1pPr>
          </a:lstStyle>
          <a:p>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8"/>
            <a:ext cx="5852160" cy="3240405"/>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b="0" i="0">
                <a:latin typeface="Verdana" panose="020B0604030504040204" pitchFamily="34" charset="0"/>
              </a:defRPr>
            </a:lvl1pPr>
          </a:lstStyle>
          <a:p>
            <a:r>
              <a:rPr lang="en-US"/>
              <a:t>CMVP_v2022.07</a:t>
            </a:r>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b="0" i="0">
                <a:latin typeface="Verdana" panose="020B0604030504040204" pitchFamily="34" charset="0"/>
              </a:defRPr>
            </a:lvl1pPr>
          </a:lstStyle>
          <a:p>
            <a:fld id="{82869989-EB00-4EE7-BCB5-25BDC5BB29F8}" type="slidenum">
              <a:rPr lang="en-US" smtClean="0"/>
              <a:pPr/>
              <a:t>‹#›</a:t>
            </a:fld>
            <a:endParaRPr lang="en-US"/>
          </a:p>
        </p:txBody>
      </p:sp>
      <p:pic>
        <p:nvPicPr>
          <p:cNvPr id="8" name="Picture 7" descr="A picture containing clipart&#10;&#10;Description automatically generated">
            <a:extLst>
              <a:ext uri="{FF2B5EF4-FFF2-40B4-BE49-F238E27FC236}">
                <a16:creationId xmlns:a16="http://schemas.microsoft.com/office/drawing/2014/main" id="{282D8A7A-2763-924E-9D2B-562D2FA8E6F8}"/>
              </a:ext>
            </a:extLst>
          </p:cNvPr>
          <p:cNvPicPr>
            <a:picLocks noChangeAspect="1"/>
          </p:cNvPicPr>
          <p:nvPr/>
        </p:nvPicPr>
        <p:blipFill>
          <a:blip r:embed="rId2"/>
          <a:stretch>
            <a:fillRect/>
          </a:stretch>
        </p:blipFill>
        <p:spPr>
          <a:xfrm>
            <a:off x="3011961" y="8838448"/>
            <a:ext cx="1291278" cy="562051"/>
          </a:xfrm>
          <a:prstGeom prst="rect">
            <a:avLst/>
          </a:prstGeom>
        </p:spPr>
      </p:pic>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b="0" i="0" kern="1200">
        <a:solidFill>
          <a:schemeClr val="tx1"/>
        </a:solidFill>
        <a:latin typeface="Verdana" panose="020B0604030504040204" pitchFamily="34" charset="0"/>
        <a:ea typeface="+mn-ea"/>
        <a:cs typeface="+mn-cs"/>
      </a:defRPr>
    </a:lvl1pPr>
    <a:lvl2pPr marL="457200" algn="l" defTabSz="914400" rtl="0" eaLnBrk="1" latinLnBrk="0" hangingPunct="1">
      <a:defRPr sz="1200" b="0" i="0" kern="1200">
        <a:solidFill>
          <a:schemeClr val="tx1"/>
        </a:solidFill>
        <a:latin typeface="Verdana" panose="020B0604030504040204" pitchFamily="34" charset="0"/>
        <a:ea typeface="+mn-ea"/>
        <a:cs typeface="+mn-cs"/>
      </a:defRPr>
    </a:lvl2pPr>
    <a:lvl3pPr marL="914400" algn="l" defTabSz="914400" rtl="0" eaLnBrk="1" latinLnBrk="0" hangingPunct="1">
      <a:defRPr sz="1200" b="0" i="0" kern="1200">
        <a:solidFill>
          <a:schemeClr val="tx1"/>
        </a:solidFill>
        <a:latin typeface="Verdana" panose="020B0604030504040204" pitchFamily="34" charset="0"/>
        <a:ea typeface="+mn-ea"/>
        <a:cs typeface="+mn-cs"/>
      </a:defRPr>
    </a:lvl3pPr>
    <a:lvl4pPr marL="1371600" algn="l" defTabSz="914400" rtl="0" eaLnBrk="1" latinLnBrk="0" hangingPunct="1">
      <a:defRPr sz="1200" b="0" i="0" kern="1200">
        <a:solidFill>
          <a:schemeClr val="tx1"/>
        </a:solidFill>
        <a:latin typeface="Verdana" panose="020B0604030504040204" pitchFamily="34" charset="0"/>
        <a:ea typeface="+mn-ea"/>
        <a:cs typeface="+mn-cs"/>
      </a:defRPr>
    </a:lvl4pPr>
    <a:lvl5pPr marL="1828800" algn="l" defTabSz="914400" rtl="0" eaLnBrk="1" latinLnBrk="0" hangingPunct="1">
      <a:defRPr sz="1200" b="0" i="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Clarify that planning takes place both before and after the site visit. A site visit is required to learn about the wiring configuration and opportunities for metering.</a:t>
            </a:r>
          </a:p>
        </p:txBody>
      </p:sp>
      <p:sp>
        <p:nvSpPr>
          <p:cNvPr id="4" name="Slide Number Placeholder 3"/>
          <p:cNvSpPr>
            <a:spLocks noGrp="1"/>
          </p:cNvSpPr>
          <p:nvPr>
            <p:ph type="sldNum" sz="quarter" idx="5"/>
          </p:nvPr>
        </p:nvSpPr>
        <p:spPr/>
        <p:txBody>
          <a:bodyPr/>
          <a:lstStyle/>
          <a:p>
            <a:fld id="{82869989-EB00-4EE7-BCB5-25BDC5BB29F8}" type="slidenum">
              <a:rPr lang="en-US" smtClean="0"/>
              <a:t>3</a:t>
            </a:fld>
            <a:endParaRPr lang="en-US"/>
          </a:p>
        </p:txBody>
      </p:sp>
      <p:sp>
        <p:nvSpPr>
          <p:cNvPr id="5" name="Footer Placeholder 4">
            <a:extLst>
              <a:ext uri="{FF2B5EF4-FFF2-40B4-BE49-F238E27FC236}">
                <a16:creationId xmlns:a16="http://schemas.microsoft.com/office/drawing/2014/main" id="{ED6893B2-7942-B39C-4AE8-C2CB4E027566}"/>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1592822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t>5</a:t>
            </a:fld>
            <a:endParaRPr lang="en-US"/>
          </a:p>
        </p:txBody>
      </p:sp>
      <p:sp>
        <p:nvSpPr>
          <p:cNvPr id="5" name="Footer Placeholder 4">
            <a:extLst>
              <a:ext uri="{FF2B5EF4-FFF2-40B4-BE49-F238E27FC236}">
                <a16:creationId xmlns:a16="http://schemas.microsoft.com/office/drawing/2014/main" id="{1AE5337F-8C0D-2A7A-071C-3EB989433F40}"/>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2308696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This sample plan uses Options A and B.</a:t>
            </a:r>
          </a:p>
          <a:p>
            <a:endParaRPr lang="en-US"/>
          </a:p>
          <a:p>
            <a:r>
              <a:rPr lang="en-US"/>
              <a:t>Have Hannah S. create a spreadsheet to accompany this example. OR another example. </a:t>
            </a:r>
          </a:p>
          <a:p>
            <a:r>
              <a:rPr lang="en-US"/>
              <a:t>Basic math</a:t>
            </a:r>
          </a:p>
          <a:p>
            <a:r>
              <a:rPr lang="en-US"/>
              <a:t>Sampling calculations</a:t>
            </a:r>
          </a:p>
        </p:txBody>
      </p:sp>
      <p:sp>
        <p:nvSpPr>
          <p:cNvPr id="4" name="Slide Number Placeholder 3"/>
          <p:cNvSpPr>
            <a:spLocks noGrp="1"/>
          </p:cNvSpPr>
          <p:nvPr>
            <p:ph type="sldNum" sz="quarter" idx="5"/>
          </p:nvPr>
        </p:nvSpPr>
        <p:spPr/>
        <p:txBody>
          <a:bodyPr/>
          <a:lstStyle/>
          <a:p>
            <a:fld id="{82869989-EB00-4EE7-BCB5-25BDC5BB29F8}" type="slidenum">
              <a:rPr lang="en-US" smtClean="0"/>
              <a:t>8</a:t>
            </a:fld>
            <a:endParaRPr lang="en-US"/>
          </a:p>
        </p:txBody>
      </p:sp>
      <p:sp>
        <p:nvSpPr>
          <p:cNvPr id="5" name="Footer Placeholder 4">
            <a:extLst>
              <a:ext uri="{FF2B5EF4-FFF2-40B4-BE49-F238E27FC236}">
                <a16:creationId xmlns:a16="http://schemas.microsoft.com/office/drawing/2014/main" id="{CB094D9F-4DBD-BA77-B1BB-E53C557C6211}"/>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2109176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pPr/>
              <a:t>14</a:t>
            </a:fld>
            <a:endParaRPr lang="en-US"/>
          </a:p>
        </p:txBody>
      </p:sp>
      <p:sp>
        <p:nvSpPr>
          <p:cNvPr id="5" name="Footer Placeholder 4">
            <a:extLst>
              <a:ext uri="{FF2B5EF4-FFF2-40B4-BE49-F238E27FC236}">
                <a16:creationId xmlns:a16="http://schemas.microsoft.com/office/drawing/2014/main" id="{6AACE74E-009D-8ABB-B085-F3C03D3D22A9}"/>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1673058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pPr/>
              <a:t>15</a:t>
            </a:fld>
            <a:endParaRPr lang="en-US"/>
          </a:p>
        </p:txBody>
      </p:sp>
      <p:sp>
        <p:nvSpPr>
          <p:cNvPr id="5" name="Footer Placeholder 4">
            <a:extLst>
              <a:ext uri="{FF2B5EF4-FFF2-40B4-BE49-F238E27FC236}">
                <a16:creationId xmlns:a16="http://schemas.microsoft.com/office/drawing/2014/main" id="{6AACE74E-009D-8ABB-B085-F3C03D3D22A9}"/>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4238719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FCFE-E3AC-5A49-AB52-7B585736DA5C}"/>
              </a:ext>
            </a:extLst>
          </p:cNvPr>
          <p:cNvSpPr>
            <a:spLocks noGrp="1"/>
          </p:cNvSpPr>
          <p:nvPr>
            <p:ph type="ctrTitle"/>
          </p:nvPr>
        </p:nvSpPr>
        <p:spPr>
          <a:xfrm>
            <a:off x="1524000" y="1122363"/>
            <a:ext cx="9144000" cy="2387600"/>
          </a:xfrm>
        </p:spPr>
        <p:txBody>
          <a:bodyPr anchor="b"/>
          <a:lstStyle>
            <a:lvl1pPr algn="ctr">
              <a:defRPr sz="6000" b="1" i="0">
                <a:latin typeface="Verdana" panose="020B060403050404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5697D152-A22F-464C-9C1C-D6E70F476F81}"/>
              </a:ext>
            </a:extLst>
          </p:cNvPr>
          <p:cNvSpPr>
            <a:spLocks noGrp="1"/>
          </p:cNvSpPr>
          <p:nvPr>
            <p:ph type="subTitle" idx="1"/>
          </p:nvPr>
        </p:nvSpPr>
        <p:spPr>
          <a:xfrm>
            <a:off x="1524000" y="3602038"/>
            <a:ext cx="9144000" cy="1655762"/>
          </a:xfrm>
        </p:spPr>
        <p:txBody>
          <a:bodyPr/>
          <a:lstStyle>
            <a:lvl1pPr marL="0" indent="0" algn="ctr">
              <a:buNone/>
              <a:defRPr sz="2400" b="0" i="0">
                <a:latin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64763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6187-F6B8-AC44-9D7A-A7C736DA5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595E6-CE14-8942-9616-1BDD6E23686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7216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9F4859F1-D5C7-EC48-BAD7-2B16180A04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241153"/>
            <a:ext cx="12192000" cy="1616847"/>
          </a:xfrm>
          <a:prstGeom prst="rect">
            <a:avLst/>
          </a:prstGeom>
        </p:spPr>
      </p:pic>
      <p:sp>
        <p:nvSpPr>
          <p:cNvPr id="2" name="Title 1">
            <a:extLst>
              <a:ext uri="{FF2B5EF4-FFF2-40B4-BE49-F238E27FC236}">
                <a16:creationId xmlns:a16="http://schemas.microsoft.com/office/drawing/2014/main" id="{59F6F62F-6086-F647-B44F-19908D7E21F7}"/>
              </a:ext>
            </a:extLst>
          </p:cNvPr>
          <p:cNvSpPr>
            <a:spLocks noGrp="1"/>
          </p:cNvSpPr>
          <p:nvPr>
            <p:ph type="title"/>
          </p:nvPr>
        </p:nvSpPr>
        <p:spPr>
          <a:xfrm>
            <a:off x="831850" y="576263"/>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C8EEF1-B00A-A645-A6F4-005FCEF7A515}"/>
              </a:ext>
            </a:extLst>
          </p:cNvPr>
          <p:cNvSpPr>
            <a:spLocks noGrp="1"/>
          </p:cNvSpPr>
          <p:nvPr>
            <p:ph type="body" idx="1"/>
          </p:nvPr>
        </p:nvSpPr>
        <p:spPr>
          <a:xfrm>
            <a:off x="831850" y="3455988"/>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58" name="Straight Connector 57">
            <a:extLst>
              <a:ext uri="{FF2B5EF4-FFF2-40B4-BE49-F238E27FC236}">
                <a16:creationId xmlns:a16="http://schemas.microsoft.com/office/drawing/2014/main" id="{985FC28C-C508-BD4C-8B9A-740C8339A1AA}"/>
              </a:ext>
            </a:extLst>
          </p:cNvPr>
          <p:cNvCxnSpPr>
            <a:cxnSpLocks/>
          </p:cNvCxnSpPr>
          <p:nvPr userDrawn="1"/>
        </p:nvCxnSpPr>
        <p:spPr>
          <a:xfrm>
            <a:off x="958362" y="4160700"/>
            <a:ext cx="10287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0709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76D-77D7-1A45-91D1-8AFE41729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03B8F-EF2D-A146-8C3E-22846C450B9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46874-1196-5246-9CB9-C6D4A51F3B4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4221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B00-05FE-0842-A0E8-9645A44F91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C8197-8236-F04B-B69A-98FED6B50FF1}"/>
              </a:ext>
            </a:extLst>
          </p:cNvPr>
          <p:cNvSpPr>
            <a:spLocks noGrp="1"/>
          </p:cNvSpPr>
          <p:nvPr>
            <p:ph type="body" idx="1"/>
          </p:nvPr>
        </p:nvSpPr>
        <p:spPr>
          <a:xfrm>
            <a:off x="839788" y="1681163"/>
            <a:ext cx="5157787" cy="823912"/>
          </a:xfrm>
        </p:spPr>
        <p:txBody>
          <a:bodyPr anchor="b"/>
          <a:lstStyle>
            <a:lvl1pPr marL="0" indent="0">
              <a:buNone/>
              <a:defRPr sz="2400" b="1" i="0">
                <a:latin typeface="Verdan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053F859-F5F2-784C-8AC4-C56A71A1AC8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32B1-DF26-154B-AA2F-44BD59F17863}"/>
              </a:ext>
            </a:extLst>
          </p:cNvPr>
          <p:cNvSpPr>
            <a:spLocks noGrp="1"/>
          </p:cNvSpPr>
          <p:nvPr>
            <p:ph type="body" sz="quarter" idx="3"/>
          </p:nvPr>
        </p:nvSpPr>
        <p:spPr>
          <a:xfrm>
            <a:off x="6172200" y="1681163"/>
            <a:ext cx="5183188" cy="823912"/>
          </a:xfrm>
        </p:spPr>
        <p:txBody>
          <a:bodyPr anchor="b"/>
          <a:lstStyle>
            <a:lvl1pPr marL="0" indent="0">
              <a:buNone/>
              <a:defRPr sz="2400" b="1" i="0">
                <a:latin typeface="Verdan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42E3E7-6451-0747-8809-DDE98E6B763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256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3DF3-AC55-584C-B99A-A52890ABC8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3377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5895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Fully-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3132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F94C-12C0-C24C-8F1B-DD7926C4D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066F4-7466-E245-A5E5-E8ED23FCB4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78C06-B8C0-724A-882F-4C5FFDAFC5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cxnSp>
        <p:nvCxnSpPr>
          <p:cNvPr id="60" name="Straight Connector 59">
            <a:extLst>
              <a:ext uri="{FF2B5EF4-FFF2-40B4-BE49-F238E27FC236}">
                <a16:creationId xmlns:a16="http://schemas.microsoft.com/office/drawing/2014/main" id="{0772AB1D-AD15-EE40-B988-EBE8174638B8}"/>
              </a:ext>
            </a:extLst>
          </p:cNvPr>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9722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78D0-6ECA-8648-A088-37877487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02544-BA53-FD4E-8F5C-C6F86755C1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DE78FC-C2BF-174C-BEB1-388D3807FE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4002691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027250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FCFE-E3AC-5A49-AB52-7B585736DA5C}"/>
              </a:ext>
            </a:extLst>
          </p:cNvPr>
          <p:cNvSpPr>
            <a:spLocks noGrp="1"/>
          </p:cNvSpPr>
          <p:nvPr>
            <p:ph type="ctrTitle"/>
          </p:nvPr>
        </p:nvSpPr>
        <p:spPr>
          <a:xfrm>
            <a:off x="1524000" y="1122363"/>
            <a:ext cx="9144000" cy="2387600"/>
          </a:xfrm>
        </p:spPr>
        <p:txBody>
          <a:bodyPr anchor="b"/>
          <a:lstStyle>
            <a:lvl1pPr algn="ctr">
              <a:defRPr sz="6000" b="1" i="0">
                <a:latin typeface="+mj-lt"/>
              </a:defRPr>
            </a:lvl1pPr>
          </a:lstStyle>
          <a:p>
            <a:r>
              <a:rPr lang="en-US"/>
              <a:t>Click to edit Master title style</a:t>
            </a:r>
          </a:p>
        </p:txBody>
      </p:sp>
      <p:sp>
        <p:nvSpPr>
          <p:cNvPr id="3" name="Subtitle 2">
            <a:extLst>
              <a:ext uri="{FF2B5EF4-FFF2-40B4-BE49-F238E27FC236}">
                <a16:creationId xmlns:a16="http://schemas.microsoft.com/office/drawing/2014/main" id="{5697D152-A22F-464C-9C1C-D6E70F476F81}"/>
              </a:ext>
            </a:extLst>
          </p:cNvPr>
          <p:cNvSpPr>
            <a:spLocks noGrp="1"/>
          </p:cNvSpPr>
          <p:nvPr>
            <p:ph type="subTitle" idx="1"/>
          </p:nvPr>
        </p:nvSpPr>
        <p:spPr>
          <a:xfrm>
            <a:off x="1524000" y="3602038"/>
            <a:ext cx="9144000" cy="1655762"/>
          </a:xfrm>
        </p:spPr>
        <p:txBody>
          <a:bodyPr/>
          <a:lstStyle>
            <a:lvl1pPr marL="0" indent="0" algn="ctr">
              <a:buNone/>
              <a:defRPr sz="2400" b="0" i="0">
                <a:latin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9801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6187-F6B8-AC44-9D7A-A7C736DA5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595E6-CE14-8942-9616-1BDD6E236860}"/>
              </a:ext>
            </a:extLst>
          </p:cNvPr>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1783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06973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76D-77D7-1A45-91D1-8AFE41729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03B8F-EF2D-A146-8C3E-22846C450B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46874-1196-5246-9CB9-C6D4A51F3B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51984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B00-05FE-0842-A0E8-9645A44F91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C8197-8236-F04B-B69A-98FED6B50FF1}"/>
              </a:ext>
            </a:extLst>
          </p:cNvPr>
          <p:cNvSpPr>
            <a:spLocks noGrp="1"/>
          </p:cNvSpPr>
          <p:nvPr>
            <p:ph type="body" idx="1"/>
          </p:nvPr>
        </p:nvSpPr>
        <p:spPr>
          <a:xfrm>
            <a:off x="839788" y="1681163"/>
            <a:ext cx="5157787"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53F859-F5F2-784C-8AC4-C56A71A1AC8F}"/>
              </a:ext>
            </a:extLst>
          </p:cNvPr>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32B1-DF26-154B-AA2F-44BD59F17863}"/>
              </a:ext>
            </a:extLst>
          </p:cNvPr>
          <p:cNvSpPr>
            <a:spLocks noGrp="1"/>
          </p:cNvSpPr>
          <p:nvPr>
            <p:ph type="body" sz="quarter" idx="3"/>
          </p:nvPr>
        </p:nvSpPr>
        <p:spPr>
          <a:xfrm>
            <a:off x="6172200" y="1681163"/>
            <a:ext cx="5183188"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42E3E7-6451-0747-8809-DDE98E6B7635}"/>
              </a:ext>
            </a:extLst>
          </p:cNvPr>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6785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3DF3-AC55-584C-B99A-A52890ABC8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93746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4330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Fully-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7615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F94C-12C0-C24C-8F1B-DD7926C4D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066F4-7466-E245-A5E5-E8ED23FCB413}"/>
              </a:ext>
            </a:extLst>
          </p:cNvPr>
          <p:cNvSpPr>
            <a:spLocks noGrp="1"/>
          </p:cNvSpPr>
          <p:nvPr>
            <p:ph idx="1"/>
          </p:nvPr>
        </p:nvSpPr>
        <p:spPr>
          <a:xfrm>
            <a:off x="5183188" y="987425"/>
            <a:ext cx="6172200" cy="4873625"/>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78C06-B8C0-724A-882F-4C5FFDAFC5F3}"/>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a:extLst>
              <a:ext uri="{FF2B5EF4-FFF2-40B4-BE49-F238E27FC236}">
                <a16:creationId xmlns:a16="http://schemas.microsoft.com/office/drawing/2014/main" id="{0772AB1D-AD15-EE40-B988-EBE8174638B8}"/>
              </a:ext>
            </a:extLst>
          </p:cNvPr>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45575DB-02D9-E952-2213-315BDA88FD42}"/>
              </a:ext>
            </a:extLst>
          </p:cNvPr>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134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78D0-6ECA-8648-A088-37877487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02544-BA53-FD4E-8F5C-C6F86755C19D}"/>
              </a:ext>
            </a:extLst>
          </p:cNvPr>
          <p:cNvSpPr>
            <a:spLocks noGrp="1"/>
          </p:cNvSpPr>
          <p:nvPr>
            <p:ph type="pic" idx="1"/>
          </p:nvPr>
        </p:nvSpPr>
        <p:spPr>
          <a:xfrm>
            <a:off x="5183188" y="987425"/>
            <a:ext cx="6172200" cy="4873625"/>
          </a:xfrm>
        </p:spPr>
        <p:txBody>
          <a:bodyPr/>
          <a:lstStyle>
            <a:lvl1pPr marL="0" indent="0">
              <a:buNone/>
              <a:defRPr sz="3200">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4DE78FC-C2BF-174C-BEB1-388D3807FEC1}"/>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614527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pic>
        <p:nvPicPr>
          <p:cNvPr id="7" name="Picture 6" descr="A picture containing clipart&#10;&#10;Description automatically generated">
            <a:extLst>
              <a:ext uri="{FF2B5EF4-FFF2-40B4-BE49-F238E27FC236}">
                <a16:creationId xmlns:a16="http://schemas.microsoft.com/office/drawing/2014/main" id="{C49ED7A3-C649-6235-DF9D-F3B16E3C813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C9CE07EE-50FE-474D-0F8E-5F992A7404BA}"/>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44485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9655640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0B08F-9BA6-F36A-B0D9-029AA4C2262C}"/>
              </a:ext>
            </a:extLst>
          </p:cNvPr>
          <p:cNvSpPr>
            <a:spLocks noGrp="1"/>
          </p:cNvSpPr>
          <p:nvPr>
            <p:ph type="title"/>
          </p:nvPr>
        </p:nvSpPr>
        <p:spPr>
          <a:xfrm>
            <a:off x="838200" y="5284258"/>
            <a:ext cx="10515600" cy="1325563"/>
          </a:xfrm>
        </p:spPr>
        <p:txBody>
          <a:bodyPr/>
          <a:lstStyle>
            <a:lvl1pPr algn="ctr">
              <a:defRPr/>
            </a:lvl1pPr>
          </a:lstStyle>
          <a:p>
            <a:r>
              <a:rPr lang="en-US"/>
              <a:t>Click to edit Master title style</a:t>
            </a:r>
          </a:p>
        </p:txBody>
      </p:sp>
    </p:spTree>
    <p:extLst>
      <p:ext uri="{BB962C8B-B14F-4D97-AF65-F5344CB8AC3E}">
        <p14:creationId xmlns:p14="http://schemas.microsoft.com/office/powerpoint/2010/main" val="4159926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93B1B-427B-4952-82AE-60202DAD191C}"/>
              </a:ext>
            </a:extLst>
          </p:cNvPr>
          <p:cNvSpPr>
            <a:spLocks noGrp="1"/>
          </p:cNvSpPr>
          <p:nvPr>
            <p:ph type="ctrTitle"/>
          </p:nvPr>
        </p:nvSpPr>
        <p:spPr>
          <a:xfrm>
            <a:off x="958361" y="1573469"/>
            <a:ext cx="10286999" cy="2387600"/>
          </a:xfrm>
        </p:spPr>
        <p:txBody>
          <a:bodyPr anchor="b"/>
          <a:lstStyle>
            <a:lvl1pPr algn="l">
              <a:defRPr sz="6000"/>
            </a:lvl1pPr>
          </a:lstStyle>
          <a:p>
            <a:r>
              <a:rPr lang="en-US"/>
              <a:t>Click to edit Master title style</a:t>
            </a:r>
          </a:p>
        </p:txBody>
      </p:sp>
      <p:sp>
        <p:nvSpPr>
          <p:cNvPr id="3" name="Subtitle 2">
            <a:extLst>
              <a:ext uri="{FF2B5EF4-FFF2-40B4-BE49-F238E27FC236}">
                <a16:creationId xmlns:a16="http://schemas.microsoft.com/office/drawing/2014/main" id="{67303964-C8C6-AA7F-4B01-73CD18CA12C9}"/>
              </a:ext>
            </a:extLst>
          </p:cNvPr>
          <p:cNvSpPr>
            <a:spLocks noGrp="1"/>
          </p:cNvSpPr>
          <p:nvPr>
            <p:ph type="subTitle" idx="1"/>
          </p:nvPr>
        </p:nvSpPr>
        <p:spPr>
          <a:xfrm>
            <a:off x="958362" y="4360332"/>
            <a:ext cx="10286998"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descr="A screenshot of a computer&#10;&#10;Description automatically generated with medium confidence">
            <a:extLst>
              <a:ext uri="{FF2B5EF4-FFF2-40B4-BE49-F238E27FC236}">
                <a16:creationId xmlns:a16="http://schemas.microsoft.com/office/drawing/2014/main" id="{36028D5E-48DB-E431-5A76-631B89710B9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241153"/>
            <a:ext cx="12192000" cy="1616847"/>
          </a:xfrm>
          <a:prstGeom prst="rect">
            <a:avLst/>
          </a:prstGeom>
        </p:spPr>
      </p:pic>
      <p:cxnSp>
        <p:nvCxnSpPr>
          <p:cNvPr id="9" name="Straight Connector 8">
            <a:extLst>
              <a:ext uri="{FF2B5EF4-FFF2-40B4-BE49-F238E27FC236}">
                <a16:creationId xmlns:a16="http://schemas.microsoft.com/office/drawing/2014/main" id="{33D4D6E7-D4E4-72C3-4120-84A91FF37BD3}"/>
              </a:ext>
            </a:extLst>
          </p:cNvPr>
          <p:cNvCxnSpPr>
            <a:cxnSpLocks/>
          </p:cNvCxnSpPr>
          <p:nvPr userDrawn="1"/>
        </p:nvCxnSpPr>
        <p:spPr>
          <a:xfrm>
            <a:off x="958362"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6006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4872-5D78-0FCC-711A-523CD3A03A97}"/>
              </a:ext>
            </a:extLst>
          </p:cNvPr>
          <p:cNvSpPr>
            <a:spLocks noGrp="1"/>
          </p:cNvSpPr>
          <p:nvPr>
            <p:ph type="title"/>
          </p:nvPr>
        </p:nvSpPr>
        <p:spPr>
          <a:xfrm>
            <a:off x="838200" y="365126"/>
            <a:ext cx="10515600" cy="664422"/>
          </a:xfrm>
        </p:spPr>
        <p:txBody>
          <a:bodyPr/>
          <a:lstStyle/>
          <a:p>
            <a:r>
              <a:rPr lang="en-US"/>
              <a:t>Click to edit Master title style</a:t>
            </a:r>
          </a:p>
        </p:txBody>
      </p:sp>
      <p:pic>
        <p:nvPicPr>
          <p:cNvPr id="7" name="Picture 6" descr="A picture containing clipart&#10;&#10;Description automatically generated">
            <a:extLst>
              <a:ext uri="{FF2B5EF4-FFF2-40B4-BE49-F238E27FC236}">
                <a16:creationId xmlns:a16="http://schemas.microsoft.com/office/drawing/2014/main" id="{300D264E-B52D-083B-DDD1-A235CBA447BF}"/>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A76F52A1-6E6E-F21A-3811-A193D1D93F4C}"/>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ABEA586E-8A46-1697-3026-716DEAC586D5}"/>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5" name="Picture Placeholder 4">
            <a:extLst>
              <a:ext uri="{FF2B5EF4-FFF2-40B4-BE49-F238E27FC236}">
                <a16:creationId xmlns:a16="http://schemas.microsoft.com/office/drawing/2014/main" id="{52C8A555-1706-5637-0DCF-42D6F9346F99}"/>
              </a:ext>
            </a:extLst>
          </p:cNvPr>
          <p:cNvSpPr>
            <a:spLocks noGrp="1"/>
          </p:cNvSpPr>
          <p:nvPr>
            <p:ph type="pic" sz="quarter" idx="11"/>
          </p:nvPr>
        </p:nvSpPr>
        <p:spPr>
          <a:xfrm>
            <a:off x="834621" y="1028935"/>
            <a:ext cx="5259391" cy="2400065"/>
          </a:xfrm>
        </p:spPr>
        <p:txBody>
          <a:bodyPr/>
          <a:lstStyle/>
          <a:p>
            <a:endParaRPr lang="en-US"/>
          </a:p>
        </p:txBody>
      </p:sp>
      <p:sp>
        <p:nvSpPr>
          <p:cNvPr id="12" name="Picture Placeholder 4">
            <a:extLst>
              <a:ext uri="{FF2B5EF4-FFF2-40B4-BE49-F238E27FC236}">
                <a16:creationId xmlns:a16="http://schemas.microsoft.com/office/drawing/2014/main" id="{A15DAA1B-DA05-AF85-ED79-730185EDE2B1}"/>
              </a:ext>
            </a:extLst>
          </p:cNvPr>
          <p:cNvSpPr>
            <a:spLocks noGrp="1"/>
          </p:cNvSpPr>
          <p:nvPr>
            <p:ph type="pic" sz="quarter" idx="12"/>
          </p:nvPr>
        </p:nvSpPr>
        <p:spPr>
          <a:xfrm>
            <a:off x="834620" y="3429000"/>
            <a:ext cx="5259391" cy="2407939"/>
          </a:xfrm>
        </p:spPr>
        <p:txBody>
          <a:bodyPr/>
          <a:lstStyle/>
          <a:p>
            <a:endParaRPr lang="en-US"/>
          </a:p>
        </p:txBody>
      </p:sp>
      <p:sp>
        <p:nvSpPr>
          <p:cNvPr id="13" name="Picture Placeholder 4">
            <a:extLst>
              <a:ext uri="{FF2B5EF4-FFF2-40B4-BE49-F238E27FC236}">
                <a16:creationId xmlns:a16="http://schemas.microsoft.com/office/drawing/2014/main" id="{932A95C9-5605-F23D-2E6D-18A350D72D15}"/>
              </a:ext>
            </a:extLst>
          </p:cNvPr>
          <p:cNvSpPr>
            <a:spLocks noGrp="1"/>
          </p:cNvSpPr>
          <p:nvPr>
            <p:ph type="pic" sz="quarter" idx="13"/>
          </p:nvPr>
        </p:nvSpPr>
        <p:spPr>
          <a:xfrm>
            <a:off x="6094409" y="1029548"/>
            <a:ext cx="5259391" cy="2407939"/>
          </a:xfrm>
        </p:spPr>
        <p:txBody>
          <a:bodyPr/>
          <a:lstStyle/>
          <a:p>
            <a:endParaRPr lang="en-US"/>
          </a:p>
        </p:txBody>
      </p:sp>
      <p:sp>
        <p:nvSpPr>
          <p:cNvPr id="14" name="Picture Placeholder 4">
            <a:extLst>
              <a:ext uri="{FF2B5EF4-FFF2-40B4-BE49-F238E27FC236}">
                <a16:creationId xmlns:a16="http://schemas.microsoft.com/office/drawing/2014/main" id="{56FF05F1-D24D-C72C-AF1C-85FE33CA6D91}"/>
              </a:ext>
            </a:extLst>
          </p:cNvPr>
          <p:cNvSpPr>
            <a:spLocks noGrp="1"/>
          </p:cNvSpPr>
          <p:nvPr>
            <p:ph type="pic" sz="quarter" idx="14"/>
          </p:nvPr>
        </p:nvSpPr>
        <p:spPr>
          <a:xfrm>
            <a:off x="6094011" y="3429000"/>
            <a:ext cx="5259391" cy="2407939"/>
          </a:xfrm>
        </p:spPr>
        <p:txBody>
          <a:bodyPr/>
          <a:lstStyle/>
          <a:p>
            <a:endParaRPr lang="en-US"/>
          </a:p>
        </p:txBody>
      </p:sp>
    </p:spTree>
    <p:extLst>
      <p:ext uri="{BB962C8B-B14F-4D97-AF65-F5344CB8AC3E}">
        <p14:creationId xmlns:p14="http://schemas.microsoft.com/office/powerpoint/2010/main" val="2568165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Images-To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4872-5D78-0FCC-711A-523CD3A03A97}"/>
              </a:ext>
            </a:extLst>
          </p:cNvPr>
          <p:cNvSpPr>
            <a:spLocks noGrp="1"/>
          </p:cNvSpPr>
          <p:nvPr>
            <p:ph type="title"/>
          </p:nvPr>
        </p:nvSpPr>
        <p:spPr>
          <a:xfrm>
            <a:off x="838200" y="365125"/>
            <a:ext cx="10515600" cy="69813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B682A5C-B66D-F1CF-7B6F-D6B17B516AEB}"/>
              </a:ext>
            </a:extLst>
          </p:cNvPr>
          <p:cNvSpPr>
            <a:spLocks noGrp="1"/>
          </p:cNvSpPr>
          <p:nvPr>
            <p:ph idx="1"/>
          </p:nvPr>
        </p:nvSpPr>
        <p:spPr>
          <a:xfrm>
            <a:off x="838200" y="3572539"/>
            <a:ext cx="10515600" cy="2604423"/>
          </a:xfrm>
        </p:spPr>
        <p:txBody>
          <a:bodyPr tIns="228600"/>
          <a:lstStyle/>
          <a:p>
            <a:pPr lvl="0"/>
            <a:r>
              <a:rPr lang="en-US"/>
              <a:t>Click to edit Master text styles</a:t>
            </a:r>
          </a:p>
          <a:p>
            <a:pPr lvl="1"/>
            <a:r>
              <a:rPr lang="en-US"/>
              <a:t>Second level</a:t>
            </a:r>
          </a:p>
        </p:txBody>
      </p:sp>
      <p:pic>
        <p:nvPicPr>
          <p:cNvPr id="7" name="Picture 6" descr="A picture containing clipart&#10;&#10;Description automatically generated">
            <a:extLst>
              <a:ext uri="{FF2B5EF4-FFF2-40B4-BE49-F238E27FC236}">
                <a16:creationId xmlns:a16="http://schemas.microsoft.com/office/drawing/2014/main" id="{300D264E-B52D-083B-DDD1-A235CBA447BF}"/>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A76F52A1-6E6E-F21A-3811-A193D1D93F4C}"/>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ABEA586E-8A46-1697-3026-716DEAC586D5}"/>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5" name="Picture Placeholder 4">
            <a:extLst>
              <a:ext uri="{FF2B5EF4-FFF2-40B4-BE49-F238E27FC236}">
                <a16:creationId xmlns:a16="http://schemas.microsoft.com/office/drawing/2014/main" id="{C8D6E386-D8BA-D64A-058C-0CBA3881C59B}"/>
              </a:ext>
            </a:extLst>
          </p:cNvPr>
          <p:cNvSpPr>
            <a:spLocks noGrp="1"/>
          </p:cNvSpPr>
          <p:nvPr>
            <p:ph type="pic" sz="quarter" idx="11"/>
          </p:nvPr>
        </p:nvSpPr>
        <p:spPr>
          <a:xfrm>
            <a:off x="838200" y="1063256"/>
            <a:ext cx="5257800" cy="2508619"/>
          </a:xfrm>
        </p:spPr>
        <p:txBody>
          <a:bodyPr/>
          <a:lstStyle/>
          <a:p>
            <a:endParaRPr lang="en-US"/>
          </a:p>
        </p:txBody>
      </p:sp>
      <p:sp>
        <p:nvSpPr>
          <p:cNvPr id="9" name="Picture Placeholder 4">
            <a:extLst>
              <a:ext uri="{FF2B5EF4-FFF2-40B4-BE49-F238E27FC236}">
                <a16:creationId xmlns:a16="http://schemas.microsoft.com/office/drawing/2014/main" id="{0ED7FFD3-1A10-2363-6DD7-943533E03150}"/>
              </a:ext>
            </a:extLst>
          </p:cNvPr>
          <p:cNvSpPr>
            <a:spLocks noGrp="1"/>
          </p:cNvSpPr>
          <p:nvPr>
            <p:ph type="pic" sz="quarter" idx="12"/>
          </p:nvPr>
        </p:nvSpPr>
        <p:spPr>
          <a:xfrm>
            <a:off x="6096000" y="1068019"/>
            <a:ext cx="5257800" cy="2499093"/>
          </a:xfrm>
        </p:spPr>
        <p:txBody>
          <a:bodyPr/>
          <a:lstStyle/>
          <a:p>
            <a:endParaRPr lang="en-US"/>
          </a:p>
        </p:txBody>
      </p:sp>
    </p:spTree>
    <p:extLst>
      <p:ext uri="{BB962C8B-B14F-4D97-AF65-F5344CB8AC3E}">
        <p14:creationId xmlns:p14="http://schemas.microsoft.com/office/powerpoint/2010/main" val="507366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Heavy Swoop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4872-5D78-0FCC-711A-523CD3A03A97}"/>
              </a:ext>
            </a:extLst>
          </p:cNvPr>
          <p:cNvSpPr>
            <a:spLocks noGrp="1"/>
          </p:cNvSpPr>
          <p:nvPr>
            <p:ph type="title"/>
          </p:nvPr>
        </p:nvSpPr>
        <p:spPr>
          <a:xfrm>
            <a:off x="838200" y="365125"/>
            <a:ext cx="891805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B682A5C-B66D-F1CF-7B6F-D6B17B516AEB}"/>
              </a:ext>
            </a:extLst>
          </p:cNvPr>
          <p:cNvSpPr>
            <a:spLocks noGrp="1"/>
          </p:cNvSpPr>
          <p:nvPr>
            <p:ph idx="1"/>
          </p:nvPr>
        </p:nvSpPr>
        <p:spPr>
          <a:xfrm>
            <a:off x="838200" y="1825625"/>
            <a:ext cx="8918050" cy="4351338"/>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descr="A picture containing clipart&#10;&#10;Description automatically generated">
            <a:extLst>
              <a:ext uri="{FF2B5EF4-FFF2-40B4-BE49-F238E27FC236}">
                <a16:creationId xmlns:a16="http://schemas.microsoft.com/office/drawing/2014/main" id="{300D264E-B52D-083B-DDD1-A235CBA447BF}"/>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A76F52A1-6E6E-F21A-3811-A193D1D93F4C}"/>
              </a:ext>
            </a:extLst>
          </p:cNvPr>
          <p:cNvCxnSpPr>
            <a:cxnSpLocks/>
          </p:cNvCxnSpPr>
          <p:nvPr userDrawn="1"/>
        </p:nvCxnSpPr>
        <p:spPr>
          <a:xfrm>
            <a:off x="2232991" y="6488726"/>
            <a:ext cx="752325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pic>
        <p:nvPicPr>
          <p:cNvPr id="16" name="Picture 15" descr="A picture containing text&#10;&#10;Description automatically generated">
            <a:extLst>
              <a:ext uri="{FF2B5EF4-FFF2-40B4-BE49-F238E27FC236}">
                <a16:creationId xmlns:a16="http://schemas.microsoft.com/office/drawing/2014/main" id="{160E74C2-3127-E8CF-4918-164FEC8F7D4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7681544" y="2347548"/>
            <a:ext cx="6858000" cy="2156088"/>
          </a:xfrm>
          <a:prstGeom prst="rect">
            <a:avLst/>
          </a:prstGeom>
        </p:spPr>
      </p:pic>
      <p:sp>
        <p:nvSpPr>
          <p:cNvPr id="14" name="Picture Placeholder 13">
            <a:extLst>
              <a:ext uri="{FF2B5EF4-FFF2-40B4-BE49-F238E27FC236}">
                <a16:creationId xmlns:a16="http://schemas.microsoft.com/office/drawing/2014/main" id="{86AA31C8-0E72-B9CC-4EDD-96355D3017D2}"/>
              </a:ext>
            </a:extLst>
          </p:cNvPr>
          <p:cNvSpPr>
            <a:spLocks noGrp="1"/>
          </p:cNvSpPr>
          <p:nvPr>
            <p:ph type="pic" sz="quarter" idx="10"/>
          </p:nvPr>
        </p:nvSpPr>
        <p:spPr>
          <a:xfrm>
            <a:off x="10090206" y="1611"/>
            <a:ext cx="2098380" cy="6852981"/>
          </a:xfrm>
          <a:custGeom>
            <a:avLst/>
            <a:gdLst>
              <a:gd name="connsiteX0" fmla="*/ 56634 w 1503235"/>
              <a:gd name="connsiteY0" fmla="*/ 0 h 6852981"/>
              <a:gd name="connsiteX1" fmla="*/ 1503235 w 1503235"/>
              <a:gd name="connsiteY1" fmla="*/ 0 h 6852981"/>
              <a:gd name="connsiteX2" fmla="*/ 1503235 w 1503235"/>
              <a:gd name="connsiteY2" fmla="*/ 6852981 h 6852981"/>
              <a:gd name="connsiteX3" fmla="*/ 645860 w 1503235"/>
              <a:gd name="connsiteY3" fmla="*/ 6850473 h 6852981"/>
              <a:gd name="connsiteX4" fmla="*/ 58942 w 1503235"/>
              <a:gd name="connsiteY4" fmla="*/ 3178158 h 6852981"/>
              <a:gd name="connsiteX5" fmla="*/ 56634 w 1503235"/>
              <a:gd name="connsiteY5" fmla="*/ 0 h 6852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3235" h="6852981">
                <a:moveTo>
                  <a:pt x="56634" y="0"/>
                </a:moveTo>
                <a:lnTo>
                  <a:pt x="1503235" y="0"/>
                </a:lnTo>
                <a:lnTo>
                  <a:pt x="1503235" y="6852981"/>
                </a:lnTo>
                <a:lnTo>
                  <a:pt x="645860" y="6850473"/>
                </a:lnTo>
                <a:cubicBezTo>
                  <a:pt x="389952" y="5820167"/>
                  <a:pt x="162339" y="4584273"/>
                  <a:pt x="58942" y="3178158"/>
                </a:cubicBezTo>
                <a:cubicBezTo>
                  <a:pt x="-27949" y="1997097"/>
                  <a:pt x="-10190" y="927359"/>
                  <a:pt x="56634" y="0"/>
                </a:cubicBezTo>
                <a:close/>
              </a:path>
            </a:pathLst>
          </a:custGeom>
        </p:spPr>
        <p:txBody>
          <a:bodyPr wrap="square">
            <a:noAutofit/>
          </a:bodyPr>
          <a:lstStyle/>
          <a:p>
            <a:endParaRPr lang="en-US"/>
          </a:p>
        </p:txBody>
      </p:sp>
      <p:sp>
        <p:nvSpPr>
          <p:cNvPr id="9" name="Text Placeholder 5">
            <a:extLst>
              <a:ext uri="{FF2B5EF4-FFF2-40B4-BE49-F238E27FC236}">
                <a16:creationId xmlns:a16="http://schemas.microsoft.com/office/drawing/2014/main" id="{116CF9A6-C7BC-B26A-AF92-4B1D03410300}"/>
              </a:ext>
            </a:extLst>
          </p:cNvPr>
          <p:cNvSpPr>
            <a:spLocks noGrp="1"/>
          </p:cNvSpPr>
          <p:nvPr>
            <p:ph type="body" sz="quarter" idx="11"/>
          </p:nvPr>
        </p:nvSpPr>
        <p:spPr>
          <a:xfrm>
            <a:off x="2233613" y="6181725"/>
            <a:ext cx="752263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796088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8CC704-EDAD-4714-1BCE-6A9024D6E2C0}"/>
              </a:ext>
            </a:extLst>
          </p:cNvPr>
          <p:cNvSpPr>
            <a:spLocks noGrp="1"/>
          </p:cNvSpPr>
          <p:nvPr>
            <p:ph sz="half" idx="1"/>
          </p:nvPr>
        </p:nvSpPr>
        <p:spPr>
          <a:xfrm>
            <a:off x="838200" y="1690689"/>
            <a:ext cx="5181600" cy="4373228"/>
          </a:xfrm>
        </p:spPr>
        <p:txBody>
          <a:bodyPr>
            <a:normAutofit/>
          </a:bodyPr>
          <a:lstStyle>
            <a:lvl1pPr marL="0" indent="0">
              <a:buNone/>
              <a:defRPr sz="18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3D63D1-B6F8-0EC2-FC6F-011DFCF5B1E2}"/>
              </a:ext>
            </a:extLst>
          </p:cNvPr>
          <p:cNvSpPr>
            <a:spLocks noGrp="1"/>
          </p:cNvSpPr>
          <p:nvPr>
            <p:ph sz="half" idx="2"/>
          </p:nvPr>
        </p:nvSpPr>
        <p:spPr>
          <a:xfrm>
            <a:off x="6172200" y="1690689"/>
            <a:ext cx="5181600" cy="4373228"/>
          </a:xfrm>
        </p:spPr>
        <p:txBody>
          <a:bodyPr>
            <a:normAutofit/>
          </a:bodyPr>
          <a:lstStyle>
            <a:lvl1pPr marL="0" indent="0">
              <a:buNone/>
              <a:defRPr sz="18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A picture containing clipart&#10;&#10;Description automatically generated">
            <a:extLst>
              <a:ext uri="{FF2B5EF4-FFF2-40B4-BE49-F238E27FC236}">
                <a16:creationId xmlns:a16="http://schemas.microsoft.com/office/drawing/2014/main" id="{609B6BFE-E691-89AD-4C91-86A211ED4C26}"/>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5" name="Title 1">
            <a:extLst>
              <a:ext uri="{FF2B5EF4-FFF2-40B4-BE49-F238E27FC236}">
                <a16:creationId xmlns:a16="http://schemas.microsoft.com/office/drawing/2014/main" id="{52DA9E68-AAA7-4FD1-4ACF-A9E2C052979F}"/>
              </a:ext>
            </a:extLst>
          </p:cNvPr>
          <p:cNvSpPr>
            <a:spLocks noGrp="1"/>
          </p:cNvSpPr>
          <p:nvPr>
            <p:ph type="title"/>
          </p:nvPr>
        </p:nvSpPr>
        <p:spPr>
          <a:xfrm>
            <a:off x="839788" y="365125"/>
            <a:ext cx="10515600" cy="1325563"/>
          </a:xfrm>
        </p:spPr>
        <p:txBody>
          <a:bodyPr/>
          <a:lstStyle/>
          <a:p>
            <a:r>
              <a:rPr lang="en-US"/>
              <a:t>Click to edit Master title style</a:t>
            </a:r>
          </a:p>
        </p:txBody>
      </p:sp>
      <p:cxnSp>
        <p:nvCxnSpPr>
          <p:cNvPr id="2" name="Straight Connector 1">
            <a:extLst>
              <a:ext uri="{FF2B5EF4-FFF2-40B4-BE49-F238E27FC236}">
                <a16:creationId xmlns:a16="http://schemas.microsoft.com/office/drawing/2014/main" id="{BF6F8C83-DA6C-9D74-DB7C-F33D17024F88}"/>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51C6D4C-DF41-8656-E66B-E27FA092EA74}"/>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507911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2CD7-2872-55FB-9A85-F5F5E3F7A1F6}"/>
              </a:ext>
            </a:extLst>
          </p:cNvPr>
          <p:cNvSpPr>
            <a:spLocks noGrp="1"/>
          </p:cNvSpPr>
          <p:nvPr>
            <p:ph type="title"/>
          </p:nvPr>
        </p:nvSpPr>
        <p:spPr>
          <a:xfrm>
            <a:off x="839788" y="365126"/>
            <a:ext cx="10515600" cy="1016974"/>
          </a:xfrm>
        </p:spPr>
        <p:txBody>
          <a:bodyPr>
            <a:normAutofit/>
          </a:bodyPr>
          <a:lstStyle>
            <a:lvl1pPr>
              <a:defRPr sz="3600"/>
            </a:lvl1pPr>
          </a:lstStyle>
          <a:p>
            <a:r>
              <a:rPr lang="en-US"/>
              <a:t>Click to edit Master title style</a:t>
            </a:r>
          </a:p>
        </p:txBody>
      </p:sp>
      <p:sp>
        <p:nvSpPr>
          <p:cNvPr id="3" name="Text Placeholder 2">
            <a:extLst>
              <a:ext uri="{FF2B5EF4-FFF2-40B4-BE49-F238E27FC236}">
                <a16:creationId xmlns:a16="http://schemas.microsoft.com/office/drawing/2014/main" id="{2E4EF065-F4A6-A9AF-220D-6B0AFF176C11}"/>
              </a:ext>
            </a:extLst>
          </p:cNvPr>
          <p:cNvSpPr>
            <a:spLocks noGrp="1"/>
          </p:cNvSpPr>
          <p:nvPr>
            <p:ph type="body" idx="1"/>
          </p:nvPr>
        </p:nvSpPr>
        <p:spPr>
          <a:xfrm>
            <a:off x="839788" y="1403797"/>
            <a:ext cx="5157787" cy="662070"/>
          </a:xfrm>
        </p:spPr>
        <p:txBody>
          <a:bodyPr anchor="b"/>
          <a:lstStyle>
            <a:lvl1pPr marL="0" indent="0">
              <a:buNone/>
              <a:defRPr sz="2400" b="0">
                <a:solidFill>
                  <a:srgbClr val="898989"/>
                </a:solidFill>
                <a:latin typeface="Segoe UI Semibold" panose="020B0702040204020203" pitchFamily="34" charset="0"/>
                <a:cs typeface="Segoe UI Semibold" panose="020B07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A04EFB-41BC-9218-6F89-AE3FB427B9AF}"/>
              </a:ext>
            </a:extLst>
          </p:cNvPr>
          <p:cNvSpPr>
            <a:spLocks noGrp="1"/>
          </p:cNvSpPr>
          <p:nvPr>
            <p:ph sz="half" idx="2"/>
          </p:nvPr>
        </p:nvSpPr>
        <p:spPr>
          <a:xfrm>
            <a:off x="839788" y="2065867"/>
            <a:ext cx="5157787" cy="384643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253455-7029-147A-61AB-25BA398DD8A2}"/>
              </a:ext>
            </a:extLst>
          </p:cNvPr>
          <p:cNvSpPr>
            <a:spLocks noGrp="1"/>
          </p:cNvSpPr>
          <p:nvPr>
            <p:ph type="body" sz="quarter" idx="3"/>
          </p:nvPr>
        </p:nvSpPr>
        <p:spPr>
          <a:xfrm>
            <a:off x="6172200" y="1403797"/>
            <a:ext cx="5183188" cy="662070"/>
          </a:xfrm>
        </p:spPr>
        <p:txBody>
          <a:bodyPr anchor="b"/>
          <a:lstStyle>
            <a:lvl1pPr marL="0" indent="0">
              <a:buNone/>
              <a:defRPr sz="2400" b="0" i="0">
                <a:solidFill>
                  <a:srgbClr val="898989"/>
                </a:solidFill>
                <a:latin typeface="Segoe UI Semibold" panose="020B0702040204020203" pitchFamily="34" charset="0"/>
                <a:cs typeface="Segoe UI Semibold" panose="020B07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D96CBB-5D01-3987-470C-1A7FCC38DBD4}"/>
              </a:ext>
            </a:extLst>
          </p:cNvPr>
          <p:cNvSpPr>
            <a:spLocks noGrp="1"/>
          </p:cNvSpPr>
          <p:nvPr>
            <p:ph sz="quarter" idx="4"/>
          </p:nvPr>
        </p:nvSpPr>
        <p:spPr>
          <a:xfrm>
            <a:off x="6172200" y="2087564"/>
            <a:ext cx="5183188" cy="3824733"/>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A picture containing clipart&#10;&#10;Description automatically generated">
            <a:extLst>
              <a:ext uri="{FF2B5EF4-FFF2-40B4-BE49-F238E27FC236}">
                <a16:creationId xmlns:a16="http://schemas.microsoft.com/office/drawing/2014/main" id="{DD0812C0-7373-E99F-5460-E09A85290A19}"/>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7" name="Straight Connector 6">
            <a:extLst>
              <a:ext uri="{FF2B5EF4-FFF2-40B4-BE49-F238E27FC236}">
                <a16:creationId xmlns:a16="http://schemas.microsoft.com/office/drawing/2014/main" id="{CD268754-B97E-FC72-F68A-60310D509A7E}"/>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8" name="Text Placeholder 5">
            <a:extLst>
              <a:ext uri="{FF2B5EF4-FFF2-40B4-BE49-F238E27FC236}">
                <a16:creationId xmlns:a16="http://schemas.microsoft.com/office/drawing/2014/main" id="{6BDA3658-DCCD-5826-B876-EFD9A557D850}"/>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840032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p:txBody>
          <a:bodyPr/>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3" name="Straight Connector 2">
            <a:extLst>
              <a:ext uri="{FF2B5EF4-FFF2-40B4-BE49-F238E27FC236}">
                <a16:creationId xmlns:a16="http://schemas.microsoft.com/office/drawing/2014/main" id="{EC78B7C8-8363-300B-388E-47F442A6CC14}"/>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Text Placeholder 5">
            <a:extLst>
              <a:ext uri="{FF2B5EF4-FFF2-40B4-BE49-F238E27FC236}">
                <a16:creationId xmlns:a16="http://schemas.microsoft.com/office/drawing/2014/main" id="{5F9140F1-3E50-ED16-0F6D-CF6A042F70FC}"/>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663818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Image-Text Columns">
    <p:spTree>
      <p:nvGrpSpPr>
        <p:cNvPr id="1" name=""/>
        <p:cNvGrpSpPr/>
        <p:nvPr/>
      </p:nvGrpSpPr>
      <p:grpSpPr>
        <a:xfrm>
          <a:off x="0" y="0"/>
          <a:ext cx="0" cy="0"/>
          <a:chOff x="0" y="0"/>
          <a:chExt cx="0" cy="0"/>
        </a:xfrm>
      </p:grpSpPr>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8200" y="1022460"/>
            <a:ext cx="3251662"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8199" y="3284647"/>
            <a:ext cx="3251661" cy="2419241"/>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a:p>
            <a:pPr lvl="1"/>
            <a:r>
              <a:rPr lang="en-US"/>
              <a:t>Second level</a:t>
            </a:r>
          </a:p>
          <a:p>
            <a:pPr lvl="2"/>
            <a:r>
              <a:rPr lang="en-US"/>
              <a:t>Third level</a:t>
            </a:r>
          </a:p>
        </p:txBody>
      </p:sp>
      <p:sp>
        <p:nvSpPr>
          <p:cNvPr id="15" name="Picture Placeholder 3">
            <a:extLst>
              <a:ext uri="{FF2B5EF4-FFF2-40B4-BE49-F238E27FC236}">
                <a16:creationId xmlns:a16="http://schemas.microsoft.com/office/drawing/2014/main" id="{C79C3993-1A7B-1600-3BFC-255655101819}"/>
              </a:ext>
            </a:extLst>
          </p:cNvPr>
          <p:cNvSpPr>
            <a:spLocks noGrp="1"/>
          </p:cNvSpPr>
          <p:nvPr>
            <p:ph type="pic" sz="quarter" idx="14"/>
          </p:nvPr>
        </p:nvSpPr>
        <p:spPr>
          <a:xfrm>
            <a:off x="8102138" y="1022460"/>
            <a:ext cx="3251662" cy="2262187"/>
          </a:xfrm>
        </p:spPr>
        <p:txBody>
          <a:bodyPr/>
          <a:lstStyle/>
          <a:p>
            <a:endParaRPr lang="en-US"/>
          </a:p>
        </p:txBody>
      </p:sp>
      <p:sp>
        <p:nvSpPr>
          <p:cNvPr id="16" name="Text Placeholder 9">
            <a:extLst>
              <a:ext uri="{FF2B5EF4-FFF2-40B4-BE49-F238E27FC236}">
                <a16:creationId xmlns:a16="http://schemas.microsoft.com/office/drawing/2014/main" id="{5B53C4B3-D449-5543-7867-C2372D3A0D6B}"/>
              </a:ext>
            </a:extLst>
          </p:cNvPr>
          <p:cNvSpPr>
            <a:spLocks noGrp="1"/>
          </p:cNvSpPr>
          <p:nvPr>
            <p:ph type="body" sz="quarter" idx="15"/>
          </p:nvPr>
        </p:nvSpPr>
        <p:spPr>
          <a:xfrm>
            <a:off x="8102137" y="3284647"/>
            <a:ext cx="3251661" cy="2419241"/>
          </a:xfrm>
        </p:spPr>
        <p:txBody>
          <a:bodyPr tIns="228600" bIns="45720">
            <a:normAutofit/>
          </a:bodyPr>
          <a:lstStyle>
            <a:lvl1pPr marL="0" indent="0">
              <a:buNone/>
              <a:defRPr sz="1600"/>
            </a:lvl1pPr>
            <a:lvl2pPr>
              <a:defRPr sz="1400"/>
            </a:lvl2pPr>
            <a:lvl3pPr>
              <a:defRPr sz="1400"/>
            </a:lvl3pPr>
          </a:lstStyle>
          <a:p>
            <a:pPr lvl="0"/>
            <a:r>
              <a:rPr lang="en-US"/>
              <a:t>Click to edit Master text styles</a:t>
            </a:r>
          </a:p>
          <a:p>
            <a:pPr lvl="1"/>
            <a:r>
              <a:rPr lang="en-US"/>
              <a:t>Second level</a:t>
            </a:r>
          </a:p>
          <a:p>
            <a:pPr lvl="2"/>
            <a:r>
              <a:rPr lang="en-US"/>
              <a:t>Third level</a:t>
            </a:r>
          </a:p>
        </p:txBody>
      </p:sp>
      <p:sp>
        <p:nvSpPr>
          <p:cNvPr id="17" name="Picture Placeholder 3">
            <a:extLst>
              <a:ext uri="{FF2B5EF4-FFF2-40B4-BE49-F238E27FC236}">
                <a16:creationId xmlns:a16="http://schemas.microsoft.com/office/drawing/2014/main" id="{F011ED4E-3C7D-C1FC-B6FB-1B2743BB9310}"/>
              </a:ext>
            </a:extLst>
          </p:cNvPr>
          <p:cNvSpPr>
            <a:spLocks noGrp="1"/>
          </p:cNvSpPr>
          <p:nvPr>
            <p:ph type="pic" sz="quarter" idx="16"/>
          </p:nvPr>
        </p:nvSpPr>
        <p:spPr>
          <a:xfrm>
            <a:off x="4470166" y="1022460"/>
            <a:ext cx="3251662" cy="2262187"/>
          </a:xfrm>
        </p:spPr>
        <p:txBody>
          <a:bodyPr/>
          <a:lstStyle/>
          <a:p>
            <a:endParaRPr lang="en-US"/>
          </a:p>
        </p:txBody>
      </p:sp>
      <p:sp>
        <p:nvSpPr>
          <p:cNvPr id="18" name="Text Placeholder 9">
            <a:extLst>
              <a:ext uri="{FF2B5EF4-FFF2-40B4-BE49-F238E27FC236}">
                <a16:creationId xmlns:a16="http://schemas.microsoft.com/office/drawing/2014/main" id="{620B54E1-F126-7688-986D-67DBA659B6A6}"/>
              </a:ext>
            </a:extLst>
          </p:cNvPr>
          <p:cNvSpPr>
            <a:spLocks noGrp="1"/>
          </p:cNvSpPr>
          <p:nvPr>
            <p:ph type="body" sz="quarter" idx="17"/>
          </p:nvPr>
        </p:nvSpPr>
        <p:spPr>
          <a:xfrm>
            <a:off x="4470165" y="3284647"/>
            <a:ext cx="3251661" cy="2419241"/>
          </a:xfrm>
        </p:spPr>
        <p:txBody>
          <a:bodyPr tIns="228600" bIns="45720">
            <a:normAutofit/>
          </a:bodyPr>
          <a:lstStyle>
            <a:lvl1pPr marL="0" indent="0">
              <a:buNone/>
              <a:defRPr sz="1600"/>
            </a:lvl1pPr>
            <a:lvl2pPr>
              <a:defRPr sz="1400"/>
            </a:lvl2pPr>
            <a:lvl3pPr>
              <a:defRPr sz="1400"/>
            </a:lvl3pPr>
          </a:lstStyle>
          <a:p>
            <a:pPr lvl="0"/>
            <a:r>
              <a:rPr lang="en-US"/>
              <a:t>Click to edit Master text styles</a:t>
            </a:r>
          </a:p>
          <a:p>
            <a:pPr lvl="1"/>
            <a:r>
              <a:rPr lang="en-US"/>
              <a:t>Second level</a:t>
            </a:r>
          </a:p>
          <a:p>
            <a:pPr lvl="2"/>
            <a:r>
              <a:rPr lang="en-US"/>
              <a:t>Third level</a:t>
            </a:r>
          </a:p>
        </p:txBody>
      </p:sp>
      <p:sp>
        <p:nvSpPr>
          <p:cNvPr id="3" name="Title 1">
            <a:extLst>
              <a:ext uri="{FF2B5EF4-FFF2-40B4-BE49-F238E27FC236}">
                <a16:creationId xmlns:a16="http://schemas.microsoft.com/office/drawing/2014/main" id="{08A4121E-B38A-CF28-38D0-313AEC7A599B}"/>
              </a:ext>
            </a:extLst>
          </p:cNvPr>
          <p:cNvSpPr>
            <a:spLocks noGrp="1"/>
          </p:cNvSpPr>
          <p:nvPr>
            <p:ph type="title"/>
          </p:nvPr>
        </p:nvSpPr>
        <p:spPr>
          <a:xfrm>
            <a:off x="838200" y="281883"/>
            <a:ext cx="10515600" cy="740577"/>
          </a:xfrm>
        </p:spPr>
        <p:txBody>
          <a:bodyPr wrap="square" bIns="182880">
            <a:normAutofit/>
          </a:bodyPr>
          <a:lstStyle>
            <a:lvl1pPr>
              <a:defRPr sz="3400"/>
            </a:lvl1pPr>
          </a:lstStyle>
          <a:p>
            <a:r>
              <a:rPr lang="en-US"/>
              <a:t>Click to edit Master title style</a:t>
            </a:r>
          </a:p>
        </p:txBody>
      </p:sp>
      <p:cxnSp>
        <p:nvCxnSpPr>
          <p:cNvPr id="2" name="Straight Connector 1">
            <a:extLst>
              <a:ext uri="{FF2B5EF4-FFF2-40B4-BE49-F238E27FC236}">
                <a16:creationId xmlns:a16="http://schemas.microsoft.com/office/drawing/2014/main" id="{932CE4B7-8E05-3FCE-DA71-6007B2B869D4}"/>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B70F523C-BCE7-529C-51A6-A6B9A8A06C06}"/>
              </a:ext>
            </a:extLst>
          </p:cNvPr>
          <p:cNvSpPr>
            <a:spLocks noGrp="1"/>
          </p:cNvSpPr>
          <p:nvPr>
            <p:ph type="body" sz="quarter" idx="18"/>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866968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Image-Captions">
    <p:spTree>
      <p:nvGrpSpPr>
        <p:cNvPr id="1" name=""/>
        <p:cNvGrpSpPr/>
        <p:nvPr/>
      </p:nvGrpSpPr>
      <p:grpSpPr>
        <a:xfrm>
          <a:off x="0" y="0"/>
          <a:ext cx="0" cy="0"/>
          <a:chOff x="0" y="0"/>
          <a:chExt cx="0" cy="0"/>
        </a:xfrm>
      </p:grpSpPr>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6611" y="1537847"/>
            <a:ext cx="3459155" cy="3456432"/>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6609" y="4994279"/>
            <a:ext cx="3459155" cy="640818"/>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p:txBody>
      </p:sp>
      <p:sp>
        <p:nvSpPr>
          <p:cNvPr id="3" name="Title 1">
            <a:extLst>
              <a:ext uri="{FF2B5EF4-FFF2-40B4-BE49-F238E27FC236}">
                <a16:creationId xmlns:a16="http://schemas.microsoft.com/office/drawing/2014/main" id="{08A4121E-B38A-CF28-38D0-313AEC7A599B}"/>
              </a:ext>
            </a:extLst>
          </p:cNvPr>
          <p:cNvSpPr>
            <a:spLocks noGrp="1"/>
          </p:cNvSpPr>
          <p:nvPr>
            <p:ph type="title"/>
          </p:nvPr>
        </p:nvSpPr>
        <p:spPr>
          <a:xfrm>
            <a:off x="838200" y="281883"/>
            <a:ext cx="10515600" cy="740577"/>
          </a:xfrm>
        </p:spPr>
        <p:txBody>
          <a:bodyPr wrap="square" bIns="182880">
            <a:normAutofit/>
          </a:bodyPr>
          <a:lstStyle>
            <a:lvl1pPr>
              <a:defRPr sz="3400"/>
            </a:lvl1pPr>
          </a:lstStyle>
          <a:p>
            <a:r>
              <a:rPr lang="en-US"/>
              <a:t>Click to edit Master title style</a:t>
            </a:r>
          </a:p>
        </p:txBody>
      </p:sp>
      <p:cxnSp>
        <p:nvCxnSpPr>
          <p:cNvPr id="2" name="Straight Connector 1">
            <a:extLst>
              <a:ext uri="{FF2B5EF4-FFF2-40B4-BE49-F238E27FC236}">
                <a16:creationId xmlns:a16="http://schemas.microsoft.com/office/drawing/2014/main" id="{932CE4B7-8E05-3FCE-DA71-6007B2B869D4}"/>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B70F523C-BCE7-529C-51A6-A6B9A8A06C06}"/>
              </a:ext>
            </a:extLst>
          </p:cNvPr>
          <p:cNvSpPr>
            <a:spLocks noGrp="1"/>
          </p:cNvSpPr>
          <p:nvPr>
            <p:ph type="body" sz="quarter" idx="18"/>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9" name="Picture Placeholder 3">
            <a:extLst>
              <a:ext uri="{FF2B5EF4-FFF2-40B4-BE49-F238E27FC236}">
                <a16:creationId xmlns:a16="http://schemas.microsoft.com/office/drawing/2014/main" id="{3FA4BA4A-A73F-3143-C1F1-47B555C36AD2}"/>
              </a:ext>
            </a:extLst>
          </p:cNvPr>
          <p:cNvSpPr>
            <a:spLocks noGrp="1"/>
          </p:cNvSpPr>
          <p:nvPr>
            <p:ph type="pic" sz="quarter" idx="19"/>
          </p:nvPr>
        </p:nvSpPr>
        <p:spPr>
          <a:xfrm>
            <a:off x="4365628" y="1537847"/>
            <a:ext cx="3459155" cy="3456432"/>
          </a:xfrm>
        </p:spPr>
        <p:txBody>
          <a:bodyPr/>
          <a:lstStyle/>
          <a:p>
            <a:endParaRPr lang="en-US"/>
          </a:p>
        </p:txBody>
      </p:sp>
      <p:sp>
        <p:nvSpPr>
          <p:cNvPr id="11" name="Picture Placeholder 3">
            <a:extLst>
              <a:ext uri="{FF2B5EF4-FFF2-40B4-BE49-F238E27FC236}">
                <a16:creationId xmlns:a16="http://schemas.microsoft.com/office/drawing/2014/main" id="{34841F7F-FA2F-E60F-9887-F584B637EB70}"/>
              </a:ext>
            </a:extLst>
          </p:cNvPr>
          <p:cNvSpPr>
            <a:spLocks noGrp="1"/>
          </p:cNvSpPr>
          <p:nvPr>
            <p:ph type="pic" sz="quarter" idx="20"/>
          </p:nvPr>
        </p:nvSpPr>
        <p:spPr>
          <a:xfrm>
            <a:off x="7894645" y="1537847"/>
            <a:ext cx="3459155" cy="3456432"/>
          </a:xfrm>
        </p:spPr>
        <p:txBody>
          <a:bodyPr/>
          <a:lstStyle/>
          <a:p>
            <a:endParaRPr lang="en-US"/>
          </a:p>
        </p:txBody>
      </p:sp>
      <p:sp>
        <p:nvSpPr>
          <p:cNvPr id="12" name="Text Placeholder 9">
            <a:extLst>
              <a:ext uri="{FF2B5EF4-FFF2-40B4-BE49-F238E27FC236}">
                <a16:creationId xmlns:a16="http://schemas.microsoft.com/office/drawing/2014/main" id="{FC94224B-95BE-84E5-884D-6A84F0D8B918}"/>
              </a:ext>
            </a:extLst>
          </p:cNvPr>
          <p:cNvSpPr>
            <a:spLocks noGrp="1"/>
          </p:cNvSpPr>
          <p:nvPr>
            <p:ph type="body" sz="quarter" idx="21"/>
          </p:nvPr>
        </p:nvSpPr>
        <p:spPr>
          <a:xfrm>
            <a:off x="4365628" y="4994279"/>
            <a:ext cx="3459155" cy="640818"/>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p:txBody>
      </p:sp>
      <p:sp>
        <p:nvSpPr>
          <p:cNvPr id="13" name="Text Placeholder 9">
            <a:extLst>
              <a:ext uri="{FF2B5EF4-FFF2-40B4-BE49-F238E27FC236}">
                <a16:creationId xmlns:a16="http://schemas.microsoft.com/office/drawing/2014/main" id="{19D8B6C2-A903-A23D-B848-7FF26692CD47}"/>
              </a:ext>
            </a:extLst>
          </p:cNvPr>
          <p:cNvSpPr>
            <a:spLocks noGrp="1"/>
          </p:cNvSpPr>
          <p:nvPr>
            <p:ph type="body" sz="quarter" idx="22"/>
          </p:nvPr>
        </p:nvSpPr>
        <p:spPr>
          <a:xfrm>
            <a:off x="7894645" y="4994279"/>
            <a:ext cx="3459155" cy="640818"/>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p:txBody>
      </p:sp>
    </p:spTree>
    <p:extLst>
      <p:ext uri="{BB962C8B-B14F-4D97-AF65-F5344CB8AC3E}">
        <p14:creationId xmlns:p14="http://schemas.microsoft.com/office/powerpoint/2010/main" val="1682876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Image-Text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a:xfrm>
            <a:off x="838200" y="281883"/>
            <a:ext cx="10515600" cy="740577"/>
          </a:xfrm>
        </p:spPr>
        <p:txBody>
          <a:bodyPr wrap="square" bIns="182880"/>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8200" y="1022460"/>
            <a:ext cx="4911436"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8200" y="3284647"/>
            <a:ext cx="4911436" cy="2419241"/>
          </a:xfrm>
        </p:spPr>
        <p:txBody>
          <a:bodyPr tIns="228600">
            <a:normAutofit/>
          </a:bodyPr>
          <a:lstStyle>
            <a:lvl1pPr marL="0" indent="0">
              <a:buNone/>
              <a:defRPr sz="1800"/>
            </a:lvl1pPr>
            <a:lvl2pPr marL="742950" indent="-285750">
              <a:buFont typeface="Arial" panose="020B0604020202020204" pitchFamily="34" charset="0"/>
              <a:buChar char="•"/>
              <a:defRPr sz="1600"/>
            </a:lvl2pPr>
            <a:lvl3pPr marL="1200150" indent="-285750">
              <a:buFont typeface="Arial" panose="020B0604020202020204" pitchFamily="34" charset="0"/>
              <a:buChar char="•"/>
              <a:defRPr sz="1600"/>
            </a:lvl3pPr>
          </a:lstStyle>
          <a:p>
            <a:pPr lvl="0"/>
            <a:r>
              <a:rPr lang="en-US"/>
              <a:t>Click to edit Master text styles</a:t>
            </a:r>
          </a:p>
          <a:p>
            <a:pPr lvl="1"/>
            <a:r>
              <a:rPr lang="en-US"/>
              <a:t>Second level</a:t>
            </a:r>
          </a:p>
          <a:p>
            <a:pPr lvl="2"/>
            <a:r>
              <a:rPr lang="en-US"/>
              <a:t>Third level</a:t>
            </a:r>
          </a:p>
        </p:txBody>
      </p:sp>
      <p:sp>
        <p:nvSpPr>
          <p:cNvPr id="15" name="Picture Placeholder 3">
            <a:extLst>
              <a:ext uri="{FF2B5EF4-FFF2-40B4-BE49-F238E27FC236}">
                <a16:creationId xmlns:a16="http://schemas.microsoft.com/office/drawing/2014/main" id="{C79C3993-1A7B-1600-3BFC-255655101819}"/>
              </a:ext>
            </a:extLst>
          </p:cNvPr>
          <p:cNvSpPr>
            <a:spLocks noGrp="1"/>
          </p:cNvSpPr>
          <p:nvPr>
            <p:ph type="pic" sz="quarter" idx="14"/>
          </p:nvPr>
        </p:nvSpPr>
        <p:spPr>
          <a:xfrm>
            <a:off x="6442364" y="1022460"/>
            <a:ext cx="4911436" cy="2262187"/>
          </a:xfrm>
        </p:spPr>
        <p:txBody>
          <a:bodyPr/>
          <a:lstStyle/>
          <a:p>
            <a:endParaRPr lang="en-US"/>
          </a:p>
        </p:txBody>
      </p:sp>
      <p:sp>
        <p:nvSpPr>
          <p:cNvPr id="16" name="Text Placeholder 9">
            <a:extLst>
              <a:ext uri="{FF2B5EF4-FFF2-40B4-BE49-F238E27FC236}">
                <a16:creationId xmlns:a16="http://schemas.microsoft.com/office/drawing/2014/main" id="{5B53C4B3-D449-5543-7867-C2372D3A0D6B}"/>
              </a:ext>
            </a:extLst>
          </p:cNvPr>
          <p:cNvSpPr>
            <a:spLocks noGrp="1"/>
          </p:cNvSpPr>
          <p:nvPr>
            <p:ph type="body" sz="quarter" idx="15"/>
          </p:nvPr>
        </p:nvSpPr>
        <p:spPr>
          <a:xfrm>
            <a:off x="6442361" y="3284647"/>
            <a:ext cx="4911437" cy="2419241"/>
          </a:xfrm>
        </p:spPr>
        <p:txBody>
          <a:bodyPr tIns="228600">
            <a:normAutofit/>
          </a:bodyPr>
          <a:lstStyle>
            <a:lvl1pPr marL="0" indent="0">
              <a:buNone/>
              <a:defRPr sz="1800"/>
            </a:lvl1pPr>
            <a:lvl2pPr>
              <a:defRPr sz="1600"/>
            </a:lvl2pPr>
            <a:lvl3pPr>
              <a:defRPr sz="1600"/>
            </a:lvl3pPr>
          </a:lstStyle>
          <a:p>
            <a:pPr lvl="0"/>
            <a:r>
              <a:rPr lang="en-US"/>
              <a:t>Click to edit Master text styles</a:t>
            </a:r>
          </a:p>
          <a:p>
            <a:pPr lvl="1"/>
            <a:r>
              <a:rPr lang="en-US"/>
              <a:t>Second level</a:t>
            </a:r>
          </a:p>
          <a:p>
            <a:pPr lvl="2"/>
            <a:r>
              <a:rPr lang="en-US"/>
              <a:t>Third level</a:t>
            </a:r>
          </a:p>
        </p:txBody>
      </p:sp>
      <p:cxnSp>
        <p:nvCxnSpPr>
          <p:cNvPr id="3" name="Straight Connector 2">
            <a:extLst>
              <a:ext uri="{FF2B5EF4-FFF2-40B4-BE49-F238E27FC236}">
                <a16:creationId xmlns:a16="http://schemas.microsoft.com/office/drawing/2014/main" id="{72687E30-A7A9-328E-5509-110085809C30}"/>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C8961F9F-8B61-6C21-9C24-7CF2D216A7FF}"/>
              </a:ext>
            </a:extLst>
          </p:cNvPr>
          <p:cNvSpPr>
            <a:spLocks noGrp="1"/>
          </p:cNvSpPr>
          <p:nvPr>
            <p:ph type="body" sz="quarter" idx="16"/>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864199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Column Alternativ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a:xfrm>
            <a:off x="838200" y="281883"/>
            <a:ext cx="10515600" cy="740577"/>
          </a:xfrm>
        </p:spPr>
        <p:txBody>
          <a:bodyPr wrap="square" bIns="182880"/>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8" name="Content Placeholder 7">
            <a:extLst>
              <a:ext uri="{FF2B5EF4-FFF2-40B4-BE49-F238E27FC236}">
                <a16:creationId xmlns:a16="http://schemas.microsoft.com/office/drawing/2014/main" id="{EFFBA75C-EE70-1C71-6D32-2BBC4A266795}"/>
              </a:ext>
            </a:extLst>
          </p:cNvPr>
          <p:cNvSpPr>
            <a:spLocks noGrp="1"/>
          </p:cNvSpPr>
          <p:nvPr>
            <p:ph sz="quarter" idx="17"/>
          </p:nvPr>
        </p:nvSpPr>
        <p:spPr>
          <a:xfrm>
            <a:off x="5749637" y="1022350"/>
            <a:ext cx="5604164" cy="4681538"/>
          </a:xfrm>
        </p:spPr>
        <p:txBody>
          <a:bodyPr lIns="228600"/>
          <a:lstStyle/>
          <a:p>
            <a:pPr lvl="0"/>
            <a:r>
              <a:rPr lang="en-US"/>
              <a:t>Click to edit Master text styles</a:t>
            </a:r>
          </a:p>
          <a:p>
            <a:pPr lvl="1"/>
            <a:r>
              <a:rPr lang="en-US"/>
              <a:t>Second level</a:t>
            </a:r>
          </a:p>
        </p:txBody>
      </p:sp>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8200" y="1022460"/>
            <a:ext cx="4911436"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8200" y="3284647"/>
            <a:ext cx="4911436" cy="2419241"/>
          </a:xfrm>
        </p:spPr>
        <p:txBody>
          <a:bodyPr tIns="228600">
            <a:normAutofit/>
          </a:bodyPr>
          <a:lstStyle>
            <a:lvl1pPr marL="0" indent="0">
              <a:buNone/>
              <a:defRPr sz="1800"/>
            </a:lvl1pPr>
            <a:lvl2pPr marL="742950" indent="-285750">
              <a:buFont typeface="Arial" panose="020B0604020202020204" pitchFamily="34" charset="0"/>
              <a:buChar char="•"/>
              <a:defRPr sz="1600"/>
            </a:lvl2pPr>
            <a:lvl3pPr marL="914400" indent="0">
              <a:buFont typeface="Arial" panose="020B0604020202020204" pitchFamily="34" charset="0"/>
              <a:buNone/>
              <a:defRPr sz="1600"/>
            </a:lvl3pPr>
          </a:lstStyle>
          <a:p>
            <a:pPr lvl="0"/>
            <a:r>
              <a:rPr lang="en-US"/>
              <a:t>Click to edit Master text styles</a:t>
            </a:r>
          </a:p>
          <a:p>
            <a:pPr lvl="1"/>
            <a:r>
              <a:rPr lang="en-US"/>
              <a:t>Second level</a:t>
            </a:r>
          </a:p>
        </p:txBody>
      </p:sp>
      <p:cxnSp>
        <p:nvCxnSpPr>
          <p:cNvPr id="3" name="Straight Connector 2">
            <a:extLst>
              <a:ext uri="{FF2B5EF4-FFF2-40B4-BE49-F238E27FC236}">
                <a16:creationId xmlns:a16="http://schemas.microsoft.com/office/drawing/2014/main" id="{72687E30-A7A9-328E-5509-110085809C30}"/>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C8961F9F-8B61-6C21-9C24-7CF2D216A7FF}"/>
              </a:ext>
            </a:extLst>
          </p:cNvPr>
          <p:cNvSpPr>
            <a:spLocks noGrp="1"/>
          </p:cNvSpPr>
          <p:nvPr>
            <p:ph type="body" sz="quarter" idx="16"/>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679499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Column Alternative (Inver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a:xfrm>
            <a:off x="838200" y="281883"/>
            <a:ext cx="10515600" cy="740577"/>
          </a:xfrm>
        </p:spPr>
        <p:txBody>
          <a:bodyPr wrap="square" bIns="182880"/>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8" name="Content Placeholder 7">
            <a:extLst>
              <a:ext uri="{FF2B5EF4-FFF2-40B4-BE49-F238E27FC236}">
                <a16:creationId xmlns:a16="http://schemas.microsoft.com/office/drawing/2014/main" id="{EFFBA75C-EE70-1C71-6D32-2BBC4A266795}"/>
              </a:ext>
            </a:extLst>
          </p:cNvPr>
          <p:cNvSpPr>
            <a:spLocks noGrp="1"/>
          </p:cNvSpPr>
          <p:nvPr>
            <p:ph sz="quarter" idx="17"/>
          </p:nvPr>
        </p:nvSpPr>
        <p:spPr>
          <a:xfrm>
            <a:off x="838200" y="1022350"/>
            <a:ext cx="5604164" cy="4681538"/>
          </a:xfrm>
        </p:spPr>
        <p:txBody>
          <a:bodyPr lIns="91440" rIns="228600"/>
          <a:lstStyle/>
          <a:p>
            <a:pPr lvl="0"/>
            <a:r>
              <a:rPr lang="en-US"/>
              <a:t>Click to edit Master text styles</a:t>
            </a:r>
          </a:p>
          <a:p>
            <a:pPr lvl="1"/>
            <a:r>
              <a:rPr lang="en-US"/>
              <a:t>Second level</a:t>
            </a:r>
          </a:p>
        </p:txBody>
      </p:sp>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6442364" y="1021737"/>
            <a:ext cx="4911436"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6442364" y="3311851"/>
            <a:ext cx="4911436" cy="2392038"/>
          </a:xfrm>
        </p:spPr>
        <p:txBody>
          <a:bodyPr tIns="228600">
            <a:normAutofit/>
          </a:bodyPr>
          <a:lstStyle>
            <a:lvl1pPr marL="0" indent="0">
              <a:buNone/>
              <a:defRPr sz="1800"/>
            </a:lvl1pPr>
            <a:lvl2pPr marL="742950" indent="-285750">
              <a:buFont typeface="Arial" panose="020B0604020202020204" pitchFamily="34" charset="0"/>
              <a:buChar char="•"/>
              <a:defRPr sz="1600"/>
            </a:lvl2pPr>
            <a:lvl3pPr marL="914400" indent="0">
              <a:buFont typeface="Arial" panose="020B0604020202020204" pitchFamily="34" charset="0"/>
              <a:buNone/>
              <a:defRPr sz="1600"/>
            </a:lvl3pPr>
          </a:lstStyle>
          <a:p>
            <a:pPr lvl="0"/>
            <a:r>
              <a:rPr lang="en-US"/>
              <a:t>Click to edit Master text styles</a:t>
            </a:r>
          </a:p>
          <a:p>
            <a:pPr lvl="1"/>
            <a:r>
              <a:rPr lang="en-US"/>
              <a:t>Second level</a:t>
            </a:r>
          </a:p>
        </p:txBody>
      </p:sp>
      <p:cxnSp>
        <p:nvCxnSpPr>
          <p:cNvPr id="3" name="Straight Connector 2">
            <a:extLst>
              <a:ext uri="{FF2B5EF4-FFF2-40B4-BE49-F238E27FC236}">
                <a16:creationId xmlns:a16="http://schemas.microsoft.com/office/drawing/2014/main" id="{72687E30-A7A9-328E-5509-110085809C30}"/>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C8961F9F-8B61-6C21-9C24-7CF2D216A7FF}"/>
              </a:ext>
            </a:extLst>
          </p:cNvPr>
          <p:cNvSpPr>
            <a:spLocks noGrp="1"/>
          </p:cNvSpPr>
          <p:nvPr>
            <p:ph type="body" sz="quarter" idx="16"/>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259645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ow Frame">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7E64B68C-19BD-94A4-BCA6-5C231578DBE6}"/>
              </a:ext>
            </a:extLst>
          </p:cNvPr>
          <p:cNvSpPr>
            <a:spLocks noGrp="1"/>
          </p:cNvSpPr>
          <p:nvPr>
            <p:ph type="pic" sz="quarter" idx="10"/>
          </p:nvPr>
        </p:nvSpPr>
        <p:spPr>
          <a:xfrm>
            <a:off x="0" y="-25928"/>
            <a:ext cx="12192000" cy="5339537"/>
          </a:xfrm>
          <a:custGeom>
            <a:avLst/>
            <a:gdLst>
              <a:gd name="connsiteX0" fmla="*/ 0 w 12192000"/>
              <a:gd name="connsiteY0" fmla="*/ 0 h 5339537"/>
              <a:gd name="connsiteX1" fmla="*/ 12192000 w 12192000"/>
              <a:gd name="connsiteY1" fmla="*/ 0 h 5339537"/>
              <a:gd name="connsiteX2" fmla="*/ 12192000 w 12192000"/>
              <a:gd name="connsiteY2" fmla="*/ 4286547 h 5339537"/>
              <a:gd name="connsiteX3" fmla="*/ 6541940 w 12192000"/>
              <a:gd name="connsiteY3" fmla="*/ 4290650 h 5339537"/>
              <a:gd name="connsiteX4" fmla="*/ 13378 w 12192000"/>
              <a:gd name="connsiteY4" fmla="*/ 5334060 h 5339537"/>
              <a:gd name="connsiteX5" fmla="*/ 13373 w 12192000"/>
              <a:gd name="connsiteY5" fmla="*/ 5335896 h 5339537"/>
              <a:gd name="connsiteX6" fmla="*/ 0 w 12192000"/>
              <a:gd name="connsiteY6" fmla="*/ 5339537 h 533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339537">
                <a:moveTo>
                  <a:pt x="0" y="0"/>
                </a:moveTo>
                <a:lnTo>
                  <a:pt x="12192000" y="0"/>
                </a:lnTo>
                <a:lnTo>
                  <a:pt x="12192000" y="4286547"/>
                </a:lnTo>
                <a:cubicBezTo>
                  <a:pt x="10543360" y="4167749"/>
                  <a:pt x="8641604" y="4136176"/>
                  <a:pt x="6541940" y="4290650"/>
                </a:cubicBezTo>
                <a:cubicBezTo>
                  <a:pt x="4042179" y="4474466"/>
                  <a:pt x="1845032" y="4879112"/>
                  <a:pt x="13378" y="5334060"/>
                </a:cubicBezTo>
                <a:lnTo>
                  <a:pt x="13373" y="5335896"/>
                </a:lnTo>
                <a:lnTo>
                  <a:pt x="0" y="5339537"/>
                </a:lnTo>
                <a:close/>
              </a:path>
            </a:pathLst>
          </a:custGeom>
          <a:pattFill prst="pct5">
            <a:fgClr>
              <a:schemeClr val="accent1"/>
            </a:fgClr>
            <a:bgClr>
              <a:schemeClr val="bg1"/>
            </a:bgClr>
          </a:pattFill>
        </p:spPr>
        <p:txBody>
          <a:bodyPr wrap="square">
            <a:noAutofit/>
          </a:bodyPr>
          <a:lstStyle/>
          <a:p>
            <a:endParaRPr lang="en-US"/>
          </a:p>
        </p:txBody>
      </p:sp>
      <p:pic>
        <p:nvPicPr>
          <p:cNvPr id="11" name="Picture 10" descr="A picture containing text&#10;&#10;Description automatically generated">
            <a:extLst>
              <a:ext uri="{FF2B5EF4-FFF2-40B4-BE49-F238E27FC236}">
                <a16:creationId xmlns:a16="http://schemas.microsoft.com/office/drawing/2014/main" id="{2D5A594F-EE9B-015D-CFCD-15DF4937DF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50" y="4147098"/>
            <a:ext cx="12306300" cy="2773451"/>
          </a:xfrm>
          <a:prstGeom prst="rect">
            <a:avLst/>
          </a:prstGeom>
        </p:spPr>
      </p:pic>
      <p:sp>
        <p:nvSpPr>
          <p:cNvPr id="6" name="Title 1">
            <a:extLst>
              <a:ext uri="{FF2B5EF4-FFF2-40B4-BE49-F238E27FC236}">
                <a16:creationId xmlns:a16="http://schemas.microsoft.com/office/drawing/2014/main" id="{8D648E24-F46E-01DE-04C1-967015ACA31E}"/>
              </a:ext>
            </a:extLst>
          </p:cNvPr>
          <p:cNvSpPr>
            <a:spLocks noGrp="1"/>
          </p:cNvSpPr>
          <p:nvPr>
            <p:ph type="title"/>
          </p:nvPr>
        </p:nvSpPr>
        <p:spPr>
          <a:xfrm>
            <a:off x="6096000" y="6010669"/>
            <a:ext cx="6096000" cy="847331"/>
          </a:xfrm>
        </p:spPr>
        <p:txBody>
          <a:bodyPr lIns="91440" tIns="91440" rIns="91440" bIns="91440" anchor="b"/>
          <a:lstStyle>
            <a:lvl1pPr algn="r">
              <a:defRPr/>
            </a:lvl1pPr>
          </a:lstStyle>
          <a:p>
            <a:r>
              <a:rPr lang="en-US"/>
              <a:t>Click to edit Master title style</a:t>
            </a:r>
          </a:p>
        </p:txBody>
      </p:sp>
    </p:spTree>
    <p:extLst>
      <p:ext uri="{BB962C8B-B14F-4D97-AF65-F5344CB8AC3E}">
        <p14:creationId xmlns:p14="http://schemas.microsoft.com/office/powerpoint/2010/main" val="3212462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plash">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563C9E9-3ED8-F67B-0E27-68B346248583}"/>
              </a:ext>
            </a:extLst>
          </p:cNvPr>
          <p:cNvSpPr>
            <a:spLocks noGrp="1"/>
          </p:cNvSpPr>
          <p:nvPr>
            <p:ph type="pic" sz="quarter" idx="10"/>
          </p:nvPr>
        </p:nvSpPr>
        <p:spPr>
          <a:xfrm>
            <a:off x="0" y="0"/>
            <a:ext cx="12192000" cy="6858000"/>
          </a:xfrm>
        </p:spPr>
        <p:txBody>
          <a:bodyPr/>
          <a:lstStyle/>
          <a:p>
            <a:endParaRPr lang="en-US"/>
          </a:p>
        </p:txBody>
      </p:sp>
    </p:spTree>
    <p:extLst>
      <p:ext uri="{BB962C8B-B14F-4D97-AF65-F5344CB8AC3E}">
        <p14:creationId xmlns:p14="http://schemas.microsoft.com/office/powerpoint/2010/main" val="2201168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50FD-1749-6B32-C4E2-45BA3F46BADE}"/>
              </a:ext>
            </a:extLst>
          </p:cNvPr>
          <p:cNvSpPr>
            <a:spLocks noGrp="1"/>
          </p:cNvSpPr>
          <p:nvPr>
            <p:ph type="title"/>
          </p:nvPr>
        </p:nvSpPr>
        <p:spPr>
          <a:xfrm>
            <a:off x="839788" y="640080"/>
            <a:ext cx="3932237" cy="1069975"/>
          </a:xfrm>
        </p:spPr>
        <p:txBody>
          <a:bodyPr anchor="t">
            <a:normAutofit/>
          </a:bodyPr>
          <a:lstStyle>
            <a:lvl1pPr>
              <a:defRPr sz="3000"/>
            </a:lvl1pPr>
          </a:lstStyle>
          <a:p>
            <a:r>
              <a:rPr lang="en-US"/>
              <a:t>Click to edit Master title style</a:t>
            </a:r>
          </a:p>
        </p:txBody>
      </p:sp>
      <p:sp>
        <p:nvSpPr>
          <p:cNvPr id="3" name="Content Placeholder 2">
            <a:extLst>
              <a:ext uri="{FF2B5EF4-FFF2-40B4-BE49-F238E27FC236}">
                <a16:creationId xmlns:a16="http://schemas.microsoft.com/office/drawing/2014/main" id="{D3734D65-B365-95EE-54FD-870A0D8A919E}"/>
              </a:ext>
            </a:extLst>
          </p:cNvPr>
          <p:cNvSpPr>
            <a:spLocks noGrp="1"/>
          </p:cNvSpPr>
          <p:nvPr>
            <p:ph idx="1"/>
          </p:nvPr>
        </p:nvSpPr>
        <p:spPr>
          <a:xfrm>
            <a:off x="5183188" y="640080"/>
            <a:ext cx="6172200" cy="4873625"/>
          </a:xfrm>
        </p:spPr>
        <p:txBody>
          <a:bodyPr>
            <a:normAutofit/>
          </a:bodyPr>
          <a:lstStyle>
            <a:lvl1pPr>
              <a:defRPr sz="18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B4B2F56-2B0D-0EF4-56CD-C05932CCA913}"/>
              </a:ext>
            </a:extLst>
          </p:cNvPr>
          <p:cNvSpPr>
            <a:spLocks noGrp="1"/>
          </p:cNvSpPr>
          <p:nvPr>
            <p:ph type="body" sz="half" idx="2"/>
          </p:nvPr>
        </p:nvSpPr>
        <p:spPr>
          <a:xfrm>
            <a:off x="839788" y="1735455"/>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BB5AD11E-7CA2-195A-3AED-D4EA18A7CBF0}"/>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28B7F537-9B65-DFA6-B015-6F940544605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26790AD-ED52-1F38-55AF-266155ED0CFF}"/>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014559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ED91-2D10-3C13-53AF-C0D31F583690}"/>
              </a:ext>
            </a:extLst>
          </p:cNvPr>
          <p:cNvSpPr>
            <a:spLocks noGrp="1"/>
          </p:cNvSpPr>
          <p:nvPr>
            <p:ph type="title"/>
          </p:nvPr>
        </p:nvSpPr>
        <p:spPr>
          <a:xfrm>
            <a:off x="838200" y="640080"/>
            <a:ext cx="4343400" cy="1069975"/>
          </a:xfrm>
        </p:spPr>
        <p:txBody>
          <a:bodyPr rIns="228600"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5181600" y="640080"/>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838200" y="1714553"/>
            <a:ext cx="4343400" cy="3811588"/>
          </a:xfrm>
        </p:spPr>
        <p:txBody>
          <a:bodyPr rIns="22860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318EBA64-C577-6D2A-2089-5D4B26D9FD27}"/>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74958A6-E09D-E372-1B47-93CBA0788A71}"/>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83680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Pictures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ED91-2D10-3C13-53AF-C0D31F583690}"/>
              </a:ext>
            </a:extLst>
          </p:cNvPr>
          <p:cNvSpPr>
            <a:spLocks noGrp="1"/>
          </p:cNvSpPr>
          <p:nvPr>
            <p:ph type="title"/>
          </p:nvPr>
        </p:nvSpPr>
        <p:spPr>
          <a:xfrm>
            <a:off x="838199" y="640080"/>
            <a:ext cx="5257799" cy="1069975"/>
          </a:xfrm>
        </p:spPr>
        <p:txBody>
          <a:bodyPr rIns="228600"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6096000" y="640081"/>
            <a:ext cx="5257800" cy="24231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838199" y="1714553"/>
            <a:ext cx="5257799" cy="3811588"/>
          </a:xfrm>
        </p:spPr>
        <p:txBody>
          <a:bodyPr rIns="22860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318EBA64-C577-6D2A-2089-5D4B26D9FD27}"/>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74958A6-E09D-E372-1B47-93CBA0788A71}"/>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7" name="Picture Placeholder 2">
            <a:extLst>
              <a:ext uri="{FF2B5EF4-FFF2-40B4-BE49-F238E27FC236}">
                <a16:creationId xmlns:a16="http://schemas.microsoft.com/office/drawing/2014/main" id="{E82FCC31-BC93-90AB-AF4D-96D2AAC1DC24}"/>
              </a:ext>
            </a:extLst>
          </p:cNvPr>
          <p:cNvSpPr>
            <a:spLocks noGrp="1"/>
          </p:cNvSpPr>
          <p:nvPr>
            <p:ph type="pic" idx="11"/>
          </p:nvPr>
        </p:nvSpPr>
        <p:spPr>
          <a:xfrm>
            <a:off x="6096000" y="3102981"/>
            <a:ext cx="5257800" cy="24231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Tree>
    <p:extLst>
      <p:ext uri="{BB962C8B-B14F-4D97-AF65-F5344CB8AC3E}">
        <p14:creationId xmlns:p14="http://schemas.microsoft.com/office/powerpoint/2010/main" val="2522863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with Caption (Inver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ED91-2D10-3C13-53AF-C0D31F583690}"/>
              </a:ext>
            </a:extLst>
          </p:cNvPr>
          <p:cNvSpPr>
            <a:spLocks noGrp="1"/>
          </p:cNvSpPr>
          <p:nvPr>
            <p:ph type="title"/>
          </p:nvPr>
        </p:nvSpPr>
        <p:spPr>
          <a:xfrm>
            <a:off x="7010400" y="640080"/>
            <a:ext cx="4343400" cy="1069975"/>
          </a:xfrm>
        </p:spPr>
        <p:txBody>
          <a:bodyPr lIns="228600" rIns="91440"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836614" y="640080"/>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7008814" y="1706086"/>
            <a:ext cx="4343400" cy="3811588"/>
          </a:xfrm>
        </p:spPr>
        <p:txBody>
          <a:bodyPr lIns="228600" rIns="9144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58CC310E-4748-C5E8-AE54-7AC1A2994018}"/>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8E1EF47C-843F-BE5E-8F02-5DE1A2AC11B2}"/>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589816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Alternative 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5181600" y="1710055"/>
            <a:ext cx="6172200" cy="38036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838200" y="1710056"/>
            <a:ext cx="4341812" cy="3811588"/>
          </a:xfrm>
        </p:spPr>
        <p:txBody>
          <a:bodyPr rIns="22860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242FA145-7884-663E-2FD6-F146DBF165AD}"/>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5E442B31-B535-5FE2-2BC5-880EDD26FEF6}"/>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7" name="Title Placeholder 1">
            <a:extLst>
              <a:ext uri="{FF2B5EF4-FFF2-40B4-BE49-F238E27FC236}">
                <a16:creationId xmlns:a16="http://schemas.microsoft.com/office/drawing/2014/main" id="{19A7D85F-FFE4-4A07-245F-FEBB3A5BB908}"/>
              </a:ext>
            </a:extLst>
          </p:cNvPr>
          <p:cNvSpPr>
            <a:spLocks noGrp="1"/>
          </p:cNvSpPr>
          <p:nvPr>
            <p:ph type="title"/>
          </p:nvPr>
        </p:nvSpPr>
        <p:spPr>
          <a:xfrm>
            <a:off x="838200" y="365125"/>
            <a:ext cx="10515600" cy="1325563"/>
          </a:xfrm>
          <a:prstGeom prst="rect">
            <a:avLst/>
          </a:prstGeom>
        </p:spPr>
        <p:txBody>
          <a:bodyPr vert="horz" lIns="91440" tIns="45720" rIns="91440" bIns="45720" rtlCol="0" anchor="t">
            <a:normAutofit/>
          </a:bodyPr>
          <a:lstStyle/>
          <a:p>
            <a:r>
              <a:rPr lang="en-US"/>
              <a:t>Click to edit Master title style</a:t>
            </a:r>
          </a:p>
        </p:txBody>
      </p:sp>
    </p:spTree>
    <p:extLst>
      <p:ext uri="{BB962C8B-B14F-4D97-AF65-F5344CB8AC3E}">
        <p14:creationId xmlns:p14="http://schemas.microsoft.com/office/powerpoint/2010/main" val="3259083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lternative Picture with Caption (Invers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838197" y="1717992"/>
            <a:ext cx="6172200" cy="38036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7011988" y="1710055"/>
            <a:ext cx="4341812" cy="3811588"/>
          </a:xfrm>
        </p:spPr>
        <p:txBody>
          <a:bodyPr lIns="228600" rIns="9144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0F8A5377-95D6-C530-0CF9-020320B808C6}"/>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87417A37-EF31-074D-6E80-67675A8F2A72}"/>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7" name="Title Placeholder 1">
            <a:extLst>
              <a:ext uri="{FF2B5EF4-FFF2-40B4-BE49-F238E27FC236}">
                <a16:creationId xmlns:a16="http://schemas.microsoft.com/office/drawing/2014/main" id="{1C5E523F-BEDA-B92E-177F-92952F4CFFF3}"/>
              </a:ext>
            </a:extLst>
          </p:cNvPr>
          <p:cNvSpPr>
            <a:spLocks noGrp="1"/>
          </p:cNvSpPr>
          <p:nvPr>
            <p:ph type="title"/>
          </p:nvPr>
        </p:nvSpPr>
        <p:spPr>
          <a:xfrm>
            <a:off x="838200" y="365125"/>
            <a:ext cx="10515600" cy="1325563"/>
          </a:xfrm>
          <a:prstGeom prst="rect">
            <a:avLst/>
          </a:prstGeom>
        </p:spPr>
        <p:txBody>
          <a:bodyPr vert="horz" lIns="91440" tIns="45720" rIns="91440" bIns="45720" rtlCol="0" anchor="t">
            <a:normAutofit/>
          </a:bodyPr>
          <a:lstStyle/>
          <a:p>
            <a:r>
              <a:rPr lang="en-US"/>
              <a:t>Click to edit Master title style</a:t>
            </a:r>
          </a:p>
        </p:txBody>
      </p:sp>
    </p:spTree>
    <p:extLst>
      <p:ext uri="{BB962C8B-B14F-4D97-AF65-F5344CB8AC3E}">
        <p14:creationId xmlns:p14="http://schemas.microsoft.com/office/powerpoint/2010/main" val="772575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userDrawn="1"/>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72330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6AAD5-8DD1-DC4F-C3FC-B95E383F0D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586E25A-25B7-0AFF-66E9-21B3682472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CAAA45-371A-B61B-294F-DE211B14540A}"/>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5" name="Footer Placeholder 4">
            <a:extLst>
              <a:ext uri="{FF2B5EF4-FFF2-40B4-BE49-F238E27FC236}">
                <a16:creationId xmlns:a16="http://schemas.microsoft.com/office/drawing/2014/main" id="{9EE6060D-87A1-4A21-509E-5852E923CF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29F6B3-1E80-9120-F2A6-44E6AB084BF5}"/>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27205110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E6A91-2D10-E1DA-4346-43F91908BE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2A29A5-815C-527E-B2DC-FBCE17A53B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C45CA9-C736-BD95-5532-BD7D05049A93}"/>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5" name="Footer Placeholder 4">
            <a:extLst>
              <a:ext uri="{FF2B5EF4-FFF2-40B4-BE49-F238E27FC236}">
                <a16:creationId xmlns:a16="http://schemas.microsoft.com/office/drawing/2014/main" id="{B1877436-BE64-99AD-D140-5F1C7774B8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0D367-A36F-C89F-E1D7-95115A871A4E}"/>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178919203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A8E33-CA27-88E2-9F92-AA12430C84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E62745-7C1E-6A02-04C2-6F1EC0E018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EA6416-DEA8-2A6F-135E-7445E4B9DC74}"/>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5" name="Footer Placeholder 4">
            <a:extLst>
              <a:ext uri="{FF2B5EF4-FFF2-40B4-BE49-F238E27FC236}">
                <a16:creationId xmlns:a16="http://schemas.microsoft.com/office/drawing/2014/main" id="{42BDD8BD-2D8A-B3BD-27B8-7ED8DCCA54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B333E4-C1AC-A5A6-A1DE-1C42CDBC5843}"/>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3655301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5BDE1-317E-29CD-73F7-74703C9F8D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3B4BE4-BBEF-2B13-8055-53D27E94F1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172DEF-0F28-A62C-3CDD-30FA579384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AAE753-C79D-9851-31EF-E05956745397}"/>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6" name="Footer Placeholder 5">
            <a:extLst>
              <a:ext uri="{FF2B5EF4-FFF2-40B4-BE49-F238E27FC236}">
                <a16:creationId xmlns:a16="http://schemas.microsoft.com/office/drawing/2014/main" id="{3B705142-9F70-CC54-60A4-3E09BC83A2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EBA7BA-2731-3AED-08C7-C64BB662CAE2}"/>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5337042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A0CE2-7508-E81C-06F1-28A034A17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F21967-D4D0-6219-3AAB-9D2E4F75EE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2F3A03-1015-ACF5-F20B-DB2A14A5A2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3C0E5BF-58E2-49EB-D836-6ED99AA106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C1CF98-ECC9-55E8-CD6F-1D5D4638D0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0247C5-C34D-ADEC-AC65-FE6C8FD0C5C4}"/>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8" name="Footer Placeholder 7">
            <a:extLst>
              <a:ext uri="{FF2B5EF4-FFF2-40B4-BE49-F238E27FC236}">
                <a16:creationId xmlns:a16="http://schemas.microsoft.com/office/drawing/2014/main" id="{2D685EF8-754E-9EDF-566D-D2DBC48DF2D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5B8C502-F336-234A-C5BD-3A7EFE8771D2}"/>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16281371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4C712-081B-49DF-40D3-CA896D1E5E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01967A-6474-C9C7-09A5-D5C3F895D1FD}"/>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4" name="Footer Placeholder 3">
            <a:extLst>
              <a:ext uri="{FF2B5EF4-FFF2-40B4-BE49-F238E27FC236}">
                <a16:creationId xmlns:a16="http://schemas.microsoft.com/office/drawing/2014/main" id="{6C55163C-7A9E-4772-1C06-9759F6C308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B45EDF-18A2-7D96-7ADF-DA791280AF2C}"/>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96089434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C8D037-04A9-F5D8-556C-9ECCE6402FB1}"/>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3" name="Footer Placeholder 2">
            <a:extLst>
              <a:ext uri="{FF2B5EF4-FFF2-40B4-BE49-F238E27FC236}">
                <a16:creationId xmlns:a16="http://schemas.microsoft.com/office/drawing/2014/main" id="{45ED36C8-3553-1C68-A5E2-48BC581803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185F28-AB75-50BB-C03E-FAE7A9D589C7}"/>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62242933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03D1E-6132-B1F1-98DE-A0DBF68548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F0ECE0-A6ED-6CF1-9EC4-6E7C8946D8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5223C8-35DE-CFC4-E5AA-555D45C342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9319D3-C3D5-78F0-E7B8-91755BC3E3A2}"/>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6" name="Footer Placeholder 5">
            <a:extLst>
              <a:ext uri="{FF2B5EF4-FFF2-40B4-BE49-F238E27FC236}">
                <a16:creationId xmlns:a16="http://schemas.microsoft.com/office/drawing/2014/main" id="{89C369DA-C9FF-BFE0-1EA8-F78CD56427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7B09E0-F147-AD07-BE6A-9BBAD80DED87}"/>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15410737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86FB5-82B2-AAEA-443C-3E53C2AB3B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5BBF77-398D-E23F-F419-00CADA31C7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F95E83-21D3-CE30-DF9F-E78B4F1692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428B0B-767F-E2AF-B42A-8971AF98189E}"/>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6" name="Footer Placeholder 5">
            <a:extLst>
              <a:ext uri="{FF2B5EF4-FFF2-40B4-BE49-F238E27FC236}">
                <a16:creationId xmlns:a16="http://schemas.microsoft.com/office/drawing/2014/main" id="{CFA0D381-E325-7846-8518-6CB8F235E9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A7B72B-56E1-C7D4-9132-DEDFD5824502}"/>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6450722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D6BDF-36A7-5718-E5A5-DE5382070B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89E1C7-143D-57A1-72A1-EF36DB985F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2236C-253F-CDE9-3078-4DF99D383828}"/>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5" name="Footer Placeholder 4">
            <a:extLst>
              <a:ext uri="{FF2B5EF4-FFF2-40B4-BE49-F238E27FC236}">
                <a16:creationId xmlns:a16="http://schemas.microsoft.com/office/drawing/2014/main" id="{C609742D-9740-9A95-463E-174B2D718F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726397-AAEF-91D9-AB56-A5C31D582E3A}"/>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25808583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887D61-6E7E-6C92-72F6-6AC3A5DD73E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5BB4B8-BCF0-9CA6-F340-C0A77C7158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010D88-24BF-22A7-6352-8C048FA3B15E}"/>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5" name="Footer Placeholder 4">
            <a:extLst>
              <a:ext uri="{FF2B5EF4-FFF2-40B4-BE49-F238E27FC236}">
                <a16:creationId xmlns:a16="http://schemas.microsoft.com/office/drawing/2014/main" id="{5BCAFD18-A41E-5830-3B37-37E15B1982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40DB3D-B834-0C92-B6FC-71D0A7CFE447}"/>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84123469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FCFE-E3AC-5A49-AB52-7B585736DA5C}"/>
              </a:ext>
            </a:extLst>
          </p:cNvPr>
          <p:cNvSpPr>
            <a:spLocks noGrp="1"/>
          </p:cNvSpPr>
          <p:nvPr>
            <p:ph type="ctrTitle"/>
          </p:nvPr>
        </p:nvSpPr>
        <p:spPr>
          <a:xfrm>
            <a:off x="1524000" y="1122363"/>
            <a:ext cx="9144000" cy="2387600"/>
          </a:xfrm>
        </p:spPr>
        <p:txBody>
          <a:bodyPr anchor="b"/>
          <a:lstStyle>
            <a:lvl1pPr algn="ctr">
              <a:defRPr sz="6000" b="1" i="0">
                <a:latin typeface="+mj-lt"/>
              </a:defRPr>
            </a:lvl1pPr>
          </a:lstStyle>
          <a:p>
            <a:r>
              <a:rPr lang="en-US"/>
              <a:t>Click to edit Master title style</a:t>
            </a:r>
          </a:p>
        </p:txBody>
      </p:sp>
      <p:sp>
        <p:nvSpPr>
          <p:cNvPr id="3" name="Subtitle 2">
            <a:extLst>
              <a:ext uri="{FF2B5EF4-FFF2-40B4-BE49-F238E27FC236}">
                <a16:creationId xmlns:a16="http://schemas.microsoft.com/office/drawing/2014/main" id="{5697D152-A22F-464C-9C1C-D6E70F476F81}"/>
              </a:ext>
            </a:extLst>
          </p:cNvPr>
          <p:cNvSpPr>
            <a:spLocks noGrp="1"/>
          </p:cNvSpPr>
          <p:nvPr>
            <p:ph type="subTitle" idx="1"/>
          </p:nvPr>
        </p:nvSpPr>
        <p:spPr>
          <a:xfrm>
            <a:off x="1524000" y="3602038"/>
            <a:ext cx="9144000" cy="1655762"/>
          </a:xfrm>
        </p:spPr>
        <p:txBody>
          <a:bodyPr/>
          <a:lstStyle>
            <a:lvl1pPr marL="0" indent="0" algn="ctr">
              <a:buNone/>
              <a:defRPr sz="2400" b="0" i="0">
                <a:latin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12964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6187-F6B8-AC44-9D7A-A7C736DA5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595E6-CE14-8942-9616-1BDD6E236860}"/>
              </a:ext>
            </a:extLst>
          </p:cNvPr>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4101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65CAF67C-05D9-E035-DD4E-5DB53A813F9F}"/>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cxnSp>
        <p:nvCxnSpPr>
          <p:cNvPr id="3" name="Straight Connector 2">
            <a:extLst>
              <a:ext uri="{FF2B5EF4-FFF2-40B4-BE49-F238E27FC236}">
                <a16:creationId xmlns:a16="http://schemas.microsoft.com/office/drawing/2014/main" id="{CD6D67B6-5BB8-A321-DCC1-1CDE6D6F2B3E}"/>
              </a:ext>
            </a:extLst>
          </p:cNvPr>
          <p:cNvCxnSpPr>
            <a:cxnSpLocks/>
          </p:cNvCxnSpPr>
          <p:nvPr userDrawn="1"/>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62678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76D-77D7-1A45-91D1-8AFE41729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03B8F-EF2D-A146-8C3E-22846C450B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46874-1196-5246-9CB9-C6D4A51F3B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6725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B00-05FE-0842-A0E8-9645A44F91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C8197-8236-F04B-B69A-98FED6B50FF1}"/>
              </a:ext>
            </a:extLst>
          </p:cNvPr>
          <p:cNvSpPr>
            <a:spLocks noGrp="1"/>
          </p:cNvSpPr>
          <p:nvPr>
            <p:ph type="body" idx="1"/>
          </p:nvPr>
        </p:nvSpPr>
        <p:spPr>
          <a:xfrm>
            <a:off x="839788" y="1681163"/>
            <a:ext cx="5157787"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53F859-F5F2-784C-8AC4-C56A71A1AC8F}"/>
              </a:ext>
            </a:extLst>
          </p:cNvPr>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32B1-DF26-154B-AA2F-44BD59F17863}"/>
              </a:ext>
            </a:extLst>
          </p:cNvPr>
          <p:cNvSpPr>
            <a:spLocks noGrp="1"/>
          </p:cNvSpPr>
          <p:nvPr>
            <p:ph type="body" sz="quarter" idx="3"/>
          </p:nvPr>
        </p:nvSpPr>
        <p:spPr>
          <a:xfrm>
            <a:off x="6172200" y="1681163"/>
            <a:ext cx="5183188"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42E3E7-6451-0747-8809-DDE98E6B7635}"/>
              </a:ext>
            </a:extLst>
          </p:cNvPr>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4136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3DF3-AC55-584C-B99A-A52890ABC8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63110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2764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blank" preserve="1">
  <p:cSld name="Fully-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945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F94C-12C0-C24C-8F1B-DD7926C4D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066F4-7466-E245-A5E5-E8ED23FCB413}"/>
              </a:ext>
            </a:extLst>
          </p:cNvPr>
          <p:cNvSpPr>
            <a:spLocks noGrp="1"/>
          </p:cNvSpPr>
          <p:nvPr>
            <p:ph idx="1"/>
          </p:nvPr>
        </p:nvSpPr>
        <p:spPr>
          <a:xfrm>
            <a:off x="5183188" y="987425"/>
            <a:ext cx="6172200" cy="4873625"/>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78C06-B8C0-724A-882F-4C5FFDAFC5F3}"/>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a:extLst>
              <a:ext uri="{FF2B5EF4-FFF2-40B4-BE49-F238E27FC236}">
                <a16:creationId xmlns:a16="http://schemas.microsoft.com/office/drawing/2014/main" id="{0772AB1D-AD15-EE40-B988-EBE8174638B8}"/>
              </a:ext>
            </a:extLst>
          </p:cNvPr>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B7ABA80-BCE4-B20F-4ED2-67D0FB916F88}"/>
              </a:ext>
            </a:extLst>
          </p:cNvPr>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8429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78D0-6ECA-8648-A088-37877487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02544-BA53-FD4E-8F5C-C6F86755C19D}"/>
              </a:ext>
            </a:extLst>
          </p:cNvPr>
          <p:cNvSpPr>
            <a:spLocks noGrp="1"/>
          </p:cNvSpPr>
          <p:nvPr>
            <p:ph type="pic" idx="1"/>
          </p:nvPr>
        </p:nvSpPr>
        <p:spPr>
          <a:xfrm>
            <a:off x="5183188" y="987425"/>
            <a:ext cx="6172200" cy="4873625"/>
          </a:xfrm>
        </p:spPr>
        <p:txBody>
          <a:bodyPr/>
          <a:lstStyle>
            <a:lvl1pPr marL="0" indent="0">
              <a:buNone/>
              <a:defRPr sz="3200">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4DE78FC-C2BF-174C-BEB1-388D3807FEC1}"/>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33314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pic>
        <p:nvPicPr>
          <p:cNvPr id="7" name="Picture 6" descr="A picture containing clipart&#10;&#10;Description automatically generated">
            <a:extLst>
              <a:ext uri="{FF2B5EF4-FFF2-40B4-BE49-F238E27FC236}">
                <a16:creationId xmlns:a16="http://schemas.microsoft.com/office/drawing/2014/main" id="{9A7EA1FE-70E8-377A-9BCA-4A1930CC561D}"/>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54B80E5E-C6B1-0D18-CCDF-82BD487A9022}"/>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274428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6350650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userDrawn="1"/>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818954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image" Target="../media/image1.gif"/><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theme" Target="../theme/theme2.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3.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image" Target="../media/image1.gif"/><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AE405B-E484-1F44-BA92-DA0679518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8C3E7-28E6-4346-85A5-E468F7D3E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8" name="Straight Connector 57">
            <a:extLst>
              <a:ext uri="{FF2B5EF4-FFF2-40B4-BE49-F238E27FC236}">
                <a16:creationId xmlns:a16="http://schemas.microsoft.com/office/drawing/2014/main" id="{153D4319-6701-BB41-86DD-1E8E5CE28547}"/>
              </a:ext>
            </a:extLst>
          </p:cNvPr>
          <p:cNvCxnSpPr>
            <a:cxnSpLocks/>
          </p:cNvCxnSpPr>
          <p:nvPr userDrawn="1"/>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Picture 58" descr="A picture containing clipart&#10;&#10;Description automatically generated">
            <a:extLst>
              <a:ext uri="{FF2B5EF4-FFF2-40B4-BE49-F238E27FC236}">
                <a16:creationId xmlns:a16="http://schemas.microsoft.com/office/drawing/2014/main" id="{794B8C55-2D15-E748-AB4D-6A62BBC3BBE0}"/>
              </a:ext>
            </a:extLst>
          </p:cNvPr>
          <p:cNvPicPr>
            <a:picLocks noChangeAspect="1"/>
          </p:cNvPicPr>
          <p:nvPr userDrawn="1"/>
        </p:nvPicPr>
        <p:blipFill>
          <a:blip r:embed="rId13"/>
          <a:stretch>
            <a:fillRect/>
          </a:stretch>
        </p:blipFill>
        <p:spPr>
          <a:xfrm>
            <a:off x="276705" y="6246199"/>
            <a:ext cx="1119809" cy="495153"/>
          </a:xfrm>
          <a:prstGeom prst="rect">
            <a:avLst/>
          </a:prstGeom>
        </p:spPr>
      </p:pic>
    </p:spTree>
    <p:extLst>
      <p:ext uri="{BB962C8B-B14F-4D97-AF65-F5344CB8AC3E}">
        <p14:creationId xmlns:p14="http://schemas.microsoft.com/office/powerpoint/2010/main" val="3332867967"/>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5" r:id="rId8"/>
    <p:sldLayoutId id="2147483690" r:id="rId9"/>
    <p:sldLayoutId id="2147483691" r:id="rId10"/>
    <p:sldLayoutId id="2147483694"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i="0" kern="1200">
          <a:solidFill>
            <a:schemeClr val="accent1"/>
          </a:solidFill>
          <a:latin typeface="Verdana" panose="020B0604030504040204" pitchFamily="34" charset="0"/>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AE405B-E484-1F44-BA92-DA0679518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8C3E7-28E6-4346-85A5-E468F7D3E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8" name="Straight Connector 57">
            <a:extLst>
              <a:ext uri="{FF2B5EF4-FFF2-40B4-BE49-F238E27FC236}">
                <a16:creationId xmlns:a16="http://schemas.microsoft.com/office/drawing/2014/main" id="{153D4319-6701-BB41-86DD-1E8E5CE28547}"/>
              </a:ext>
            </a:extLst>
          </p:cNvPr>
          <p:cNvCxnSpPr>
            <a:cxnSpLocks/>
          </p:cNvCxnSpPr>
          <p:nvPr/>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Picture 58" descr="A picture containing clipart&#10;&#10;Description automatically generated">
            <a:extLst>
              <a:ext uri="{FF2B5EF4-FFF2-40B4-BE49-F238E27FC236}">
                <a16:creationId xmlns:a16="http://schemas.microsoft.com/office/drawing/2014/main" id="{794B8C55-2D15-E748-AB4D-6A62BBC3BBE0}"/>
              </a:ext>
            </a:extLst>
          </p:cNvPr>
          <p:cNvPicPr>
            <a:picLocks noChangeAspect="1"/>
          </p:cNvPicPr>
          <p:nvPr/>
        </p:nvPicPr>
        <p:blipFill>
          <a:blip r:embed="rId36"/>
          <a:stretch>
            <a:fillRect/>
          </a:stretch>
        </p:blipFill>
        <p:spPr>
          <a:xfrm>
            <a:off x="276705" y="6246199"/>
            <a:ext cx="1119809" cy="495153"/>
          </a:xfrm>
          <a:prstGeom prst="rect">
            <a:avLst/>
          </a:prstGeom>
        </p:spPr>
      </p:pic>
      <p:cxnSp>
        <p:nvCxnSpPr>
          <p:cNvPr id="4" name="Straight Connector 3">
            <a:extLst>
              <a:ext uri="{FF2B5EF4-FFF2-40B4-BE49-F238E27FC236}">
                <a16:creationId xmlns:a16="http://schemas.microsoft.com/office/drawing/2014/main" id="{ADF7A29A-0292-73AA-F083-6E595BAA8123}"/>
              </a:ext>
            </a:extLst>
          </p:cNvPr>
          <p:cNvCxnSpPr>
            <a:cxnSpLocks/>
          </p:cNvCxnSpPr>
          <p:nvPr userDrawn="1"/>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clipart&#10;&#10;Description automatically generated">
            <a:extLst>
              <a:ext uri="{FF2B5EF4-FFF2-40B4-BE49-F238E27FC236}">
                <a16:creationId xmlns:a16="http://schemas.microsoft.com/office/drawing/2014/main" id="{9477345E-DF3E-2C6E-4A34-F2D69FF9D719}"/>
              </a:ext>
            </a:extLst>
          </p:cNvPr>
          <p:cNvPicPr>
            <a:picLocks noChangeAspect="1"/>
          </p:cNvPicPr>
          <p:nvPr userDrawn="1"/>
        </p:nvPicPr>
        <p:blipFill>
          <a:blip r:embed="rId36"/>
          <a:stretch>
            <a:fillRect/>
          </a:stretch>
        </p:blipFill>
        <p:spPr>
          <a:xfrm>
            <a:off x="276705" y="6246199"/>
            <a:ext cx="1119809" cy="495153"/>
          </a:xfrm>
          <a:prstGeom prst="rect">
            <a:avLst/>
          </a:prstGeom>
        </p:spPr>
      </p:pic>
    </p:spTree>
    <p:extLst>
      <p:ext uri="{BB962C8B-B14F-4D97-AF65-F5344CB8AC3E}">
        <p14:creationId xmlns:p14="http://schemas.microsoft.com/office/powerpoint/2010/main" val="2521153185"/>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28" r:id="rId13"/>
    <p:sldLayoutId id="2147483729" r:id="rId14"/>
    <p:sldLayoutId id="2147483731" r:id="rId15"/>
    <p:sldLayoutId id="2147483732" r:id="rId16"/>
    <p:sldLayoutId id="2147483733" r:id="rId17"/>
    <p:sldLayoutId id="2147483734" r:id="rId18"/>
    <p:sldLayoutId id="2147483735" r:id="rId19"/>
    <p:sldLayoutId id="2147483737" r:id="rId20"/>
    <p:sldLayoutId id="2147483738" r:id="rId21"/>
    <p:sldLayoutId id="2147483739" r:id="rId22"/>
    <p:sldLayoutId id="2147483741" r:id="rId23"/>
    <p:sldLayoutId id="2147483742" r:id="rId24"/>
    <p:sldLayoutId id="2147483743" r:id="rId25"/>
    <p:sldLayoutId id="2147483746" r:id="rId26"/>
    <p:sldLayoutId id="2147483747" r:id="rId27"/>
    <p:sldLayoutId id="2147483748" r:id="rId28"/>
    <p:sldLayoutId id="2147483749" r:id="rId29"/>
    <p:sldLayoutId id="2147483750" r:id="rId30"/>
    <p:sldLayoutId id="2147483751" r:id="rId31"/>
    <p:sldLayoutId id="2147483752" r:id="rId32"/>
    <p:sldLayoutId id="2147483753" r:id="rId33"/>
    <p:sldLayoutId id="2147483757" r:id="rId3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i="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2CBAF9-2965-A7C6-845B-62B5E12FB7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28E179-5E80-77E1-3E99-B4B3300155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62F81F-BA8C-758D-D699-32EC909F1F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E6E620-59F5-2C4A-92BD-F98311598A11}" type="datetimeFigureOut">
              <a:rPr lang="en-US" smtClean="0"/>
              <a:t>11/21/2025</a:t>
            </a:fld>
            <a:endParaRPr lang="en-US"/>
          </a:p>
        </p:txBody>
      </p:sp>
      <p:sp>
        <p:nvSpPr>
          <p:cNvPr id="5" name="Footer Placeholder 4">
            <a:extLst>
              <a:ext uri="{FF2B5EF4-FFF2-40B4-BE49-F238E27FC236}">
                <a16:creationId xmlns:a16="http://schemas.microsoft.com/office/drawing/2014/main" id="{A8564B79-09C9-5020-93B1-FAC65CCB8A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CA6E8D9-C481-7218-0559-0C6D8A14D7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A4FBA9-C6FD-EE4B-9F7E-379E16761BEB}" type="slidenum">
              <a:rPr lang="en-US" smtClean="0"/>
              <a:t>‹#›</a:t>
            </a:fld>
            <a:endParaRPr lang="en-US"/>
          </a:p>
        </p:txBody>
      </p:sp>
    </p:spTree>
    <p:extLst>
      <p:ext uri="{BB962C8B-B14F-4D97-AF65-F5344CB8AC3E}">
        <p14:creationId xmlns:p14="http://schemas.microsoft.com/office/powerpoint/2010/main" val="1451717990"/>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AE405B-E484-1F44-BA92-DA0679518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8C3E7-28E6-4346-85A5-E468F7D3E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8" name="Straight Connector 57">
            <a:extLst>
              <a:ext uri="{FF2B5EF4-FFF2-40B4-BE49-F238E27FC236}">
                <a16:creationId xmlns:a16="http://schemas.microsoft.com/office/drawing/2014/main" id="{153D4319-6701-BB41-86DD-1E8E5CE28547}"/>
              </a:ext>
            </a:extLst>
          </p:cNvPr>
          <p:cNvCxnSpPr>
            <a:cxnSpLocks/>
          </p:cNvCxnSpPr>
          <p:nvPr/>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Picture 58" descr="A picture containing clipart&#10;&#10;Description automatically generated">
            <a:extLst>
              <a:ext uri="{FF2B5EF4-FFF2-40B4-BE49-F238E27FC236}">
                <a16:creationId xmlns:a16="http://schemas.microsoft.com/office/drawing/2014/main" id="{794B8C55-2D15-E748-AB4D-6A62BBC3BBE0}"/>
              </a:ext>
            </a:extLst>
          </p:cNvPr>
          <p:cNvPicPr>
            <a:picLocks noChangeAspect="1"/>
          </p:cNvPicPr>
          <p:nvPr/>
        </p:nvPicPr>
        <p:blipFill>
          <a:blip r:embed="rId15"/>
          <a:stretch>
            <a:fillRect/>
          </a:stretch>
        </p:blipFill>
        <p:spPr>
          <a:xfrm>
            <a:off x="276705" y="6246199"/>
            <a:ext cx="1119809" cy="495153"/>
          </a:xfrm>
          <a:prstGeom prst="rect">
            <a:avLst/>
          </a:prstGeom>
        </p:spPr>
      </p:pic>
      <p:cxnSp>
        <p:nvCxnSpPr>
          <p:cNvPr id="4" name="Straight Connector 3">
            <a:extLst>
              <a:ext uri="{FF2B5EF4-FFF2-40B4-BE49-F238E27FC236}">
                <a16:creationId xmlns:a16="http://schemas.microsoft.com/office/drawing/2014/main" id="{75CC1EA0-8D57-D902-1BE8-8FCC4D5BBB36}"/>
              </a:ext>
            </a:extLst>
          </p:cNvPr>
          <p:cNvCxnSpPr>
            <a:cxnSpLocks/>
          </p:cNvCxnSpPr>
          <p:nvPr userDrawn="1"/>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clipart&#10;&#10;Description automatically generated">
            <a:extLst>
              <a:ext uri="{FF2B5EF4-FFF2-40B4-BE49-F238E27FC236}">
                <a16:creationId xmlns:a16="http://schemas.microsoft.com/office/drawing/2014/main" id="{DA96A409-0530-A5F0-99CF-4177755327AB}"/>
              </a:ext>
            </a:extLst>
          </p:cNvPr>
          <p:cNvPicPr>
            <a:picLocks noChangeAspect="1"/>
          </p:cNvPicPr>
          <p:nvPr userDrawn="1"/>
        </p:nvPicPr>
        <p:blipFill>
          <a:blip r:embed="rId15"/>
          <a:stretch>
            <a:fillRect/>
          </a:stretch>
        </p:blipFill>
        <p:spPr>
          <a:xfrm>
            <a:off x="276705" y="6246199"/>
            <a:ext cx="1119809" cy="495153"/>
          </a:xfrm>
          <a:prstGeom prst="rect">
            <a:avLst/>
          </a:prstGeom>
        </p:spPr>
      </p:pic>
    </p:spTree>
    <p:extLst>
      <p:ext uri="{BB962C8B-B14F-4D97-AF65-F5344CB8AC3E}">
        <p14:creationId xmlns:p14="http://schemas.microsoft.com/office/powerpoint/2010/main" val="3233541644"/>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i="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sv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9.svg"/><Relationship Id="rId5" Type="http://schemas.openxmlformats.org/officeDocument/2006/relationships/diagramQuickStyle" Target="../diagrams/quickStyle1.xml"/><Relationship Id="rId15" Type="http://schemas.openxmlformats.org/officeDocument/2006/relationships/image" Target="../media/image13.svg"/><Relationship Id="rId10" Type="http://schemas.openxmlformats.org/officeDocument/2006/relationships/image" Target="../media/image8.png"/><Relationship Id="rId4" Type="http://schemas.openxmlformats.org/officeDocument/2006/relationships/diagramLayout" Target="../diagrams/layout1.xml"/><Relationship Id="rId9" Type="http://schemas.openxmlformats.org/officeDocument/2006/relationships/image" Target="../media/image7.svg"/><Relationship Id="rId1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hyperlink" Target="https://www.energy.gov/sites/prod/files/2013/10/f3/sample_mv_plan.pdf" TargetMode="External"/><Relationship Id="rId3" Type="http://schemas.openxmlformats.org/officeDocument/2006/relationships/image" Target="../media/image8.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3.svg"/><Relationship Id="rId4" Type="http://schemas.openxmlformats.org/officeDocument/2006/relationships/image" Target="../media/image9.sv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 Id="rId5" Type="http://schemas.openxmlformats.org/officeDocument/2006/relationships/image" Target="../media/image13.sv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3.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9.sv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3.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9.sv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3.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9.sv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6.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1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6.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1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11FC88F-BB76-B842-B4E9-49C7603ACA13}"/>
              </a:ext>
            </a:extLst>
          </p:cNvPr>
          <p:cNvSpPr>
            <a:spLocks noGrp="1"/>
          </p:cNvSpPr>
          <p:nvPr>
            <p:ph type="ctrTitle"/>
          </p:nvPr>
        </p:nvSpPr>
        <p:spPr>
          <a:xfrm>
            <a:off x="1161143" y="2235200"/>
            <a:ext cx="9869714" cy="2387600"/>
          </a:xfrm>
        </p:spPr>
        <p:txBody>
          <a:bodyPr anchor="ctr">
            <a:normAutofit/>
          </a:bodyPr>
          <a:lstStyle/>
          <a:p>
            <a:r>
              <a:rPr lang="en-US" sz="4000" b="0">
                <a:cs typeface="Calibri Light"/>
              </a:rPr>
              <a:t>MODULE 7</a:t>
            </a:r>
            <a:br>
              <a:rPr lang="en-US" b="0">
                <a:cs typeface="Calibri Light"/>
              </a:rPr>
            </a:br>
            <a:r>
              <a:rPr lang="en-US">
                <a:cs typeface="Calibri Light"/>
              </a:rPr>
              <a:t>Planning</a:t>
            </a:r>
            <a:endParaRPr lang="en-US" sz="5800">
              <a:cs typeface="Calibri Light"/>
            </a:endParaRPr>
          </a:p>
        </p:txBody>
      </p:sp>
    </p:spTree>
    <p:extLst>
      <p:ext uri="{BB962C8B-B14F-4D97-AF65-F5344CB8AC3E}">
        <p14:creationId xmlns:p14="http://schemas.microsoft.com/office/powerpoint/2010/main" val="1147806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9658F-C393-CCB9-8539-C4ACEC20A11F}"/>
              </a:ext>
            </a:extLst>
          </p:cNvPr>
          <p:cNvSpPr>
            <a:spLocks noGrp="1"/>
          </p:cNvSpPr>
          <p:nvPr>
            <p:ph type="title"/>
          </p:nvPr>
        </p:nvSpPr>
        <p:spPr/>
        <p:txBody>
          <a:bodyPr/>
          <a:lstStyle/>
          <a:p>
            <a:r>
              <a:rPr lang="en-US"/>
              <a:t>Learning Objectives</a:t>
            </a:r>
          </a:p>
        </p:txBody>
      </p:sp>
      <p:sp>
        <p:nvSpPr>
          <p:cNvPr id="9" name="Content Placeholder 8">
            <a:extLst>
              <a:ext uri="{FF2B5EF4-FFF2-40B4-BE49-F238E27FC236}">
                <a16:creationId xmlns:a16="http://schemas.microsoft.com/office/drawing/2014/main" id="{6F2E022A-CF75-85B5-6EE4-14371269CDE6}"/>
              </a:ext>
            </a:extLst>
          </p:cNvPr>
          <p:cNvSpPr>
            <a:spLocks noGrp="1"/>
          </p:cNvSpPr>
          <p:nvPr>
            <p:ph idx="1"/>
          </p:nvPr>
        </p:nvSpPr>
        <p:spPr/>
        <p:txBody>
          <a:bodyPr>
            <a:normAutofit/>
          </a:bodyPr>
          <a:lstStyle/>
          <a:p>
            <a:pPr marL="457200" indent="-457200">
              <a:lnSpc>
                <a:spcPct val="100000"/>
              </a:lnSpc>
              <a:spcBef>
                <a:spcPts val="1600"/>
              </a:spcBef>
              <a:buFont typeface="Arial" panose="020B0604020202020204" pitchFamily="34" charset="0"/>
              <a:buChar char="•"/>
            </a:pPr>
            <a:r>
              <a:rPr lang="en-US" sz="2400" dirty="0"/>
              <a:t>Define key terms: </a:t>
            </a:r>
            <a:r>
              <a:rPr lang="en-US" sz="2400" i="1" dirty="0"/>
              <a:t>operational verification</a:t>
            </a:r>
            <a:r>
              <a:rPr lang="en-US" sz="2400" dirty="0"/>
              <a:t>, </a:t>
            </a:r>
            <a:r>
              <a:rPr lang="en-US" sz="2400" i="1" dirty="0"/>
              <a:t>commissioning</a:t>
            </a:r>
            <a:r>
              <a:rPr lang="en-US" sz="2400" dirty="0"/>
              <a:t>, </a:t>
            </a:r>
            <a:r>
              <a:rPr lang="en-US" sz="2400" i="1" dirty="0"/>
              <a:t>program</a:t>
            </a:r>
            <a:r>
              <a:rPr lang="en-US" sz="2400" dirty="0"/>
              <a:t>, </a:t>
            </a:r>
            <a:r>
              <a:rPr lang="en-US" sz="2400" i="1" dirty="0"/>
              <a:t>portfolio</a:t>
            </a:r>
            <a:r>
              <a:rPr lang="en-US" sz="2400" dirty="0"/>
              <a:t>, </a:t>
            </a:r>
            <a:r>
              <a:rPr lang="en-US" sz="2400" i="1" dirty="0"/>
              <a:t>EM&amp;V</a:t>
            </a:r>
            <a:r>
              <a:rPr lang="en-US" sz="2400" dirty="0"/>
              <a:t>, </a:t>
            </a:r>
            <a:r>
              <a:rPr lang="en-US" sz="2400" i="1" dirty="0"/>
              <a:t>implementer</a:t>
            </a:r>
            <a:r>
              <a:rPr lang="en-US" sz="2400" dirty="0"/>
              <a:t>, </a:t>
            </a:r>
            <a:r>
              <a:rPr lang="en-US" sz="2400" i="1" dirty="0"/>
              <a:t>evaluator</a:t>
            </a:r>
          </a:p>
          <a:p>
            <a:pPr marL="457200" indent="-457200">
              <a:lnSpc>
                <a:spcPct val="100000"/>
              </a:lnSpc>
              <a:spcBef>
                <a:spcPts val="1600"/>
              </a:spcBef>
              <a:buFont typeface="Arial" panose="020B0604020202020204" pitchFamily="34" charset="0"/>
              <a:buChar char="•"/>
            </a:pPr>
            <a:r>
              <a:rPr lang="en-US" sz="2400" dirty="0"/>
              <a:t>List the typical contents of M&amp;V plans</a:t>
            </a:r>
          </a:p>
          <a:p>
            <a:pPr marL="457200" indent="-457200">
              <a:buFont typeface="Arial" panose="020B0604020202020204" pitchFamily="34" charset="0"/>
              <a:buChar char="•"/>
            </a:pPr>
            <a:r>
              <a:rPr lang="en-US" sz="2400" dirty="0"/>
              <a:t>Write M&amp;V plans that are coordinated with their corresponding contracts, account for project context, and consider costs and benefits to all stakeholders</a:t>
            </a:r>
          </a:p>
          <a:p>
            <a:pPr marL="457200" indent="-457200">
              <a:buFont typeface="Arial" panose="020B0604020202020204" pitchFamily="34" charset="0"/>
              <a:buChar char="•"/>
            </a:pPr>
            <a:r>
              <a:rPr lang="en-US" sz="2400" dirty="0"/>
              <a:t>Discuss special considerations related to plan development in utility program contexts</a:t>
            </a:r>
          </a:p>
        </p:txBody>
      </p:sp>
    </p:spTree>
    <p:extLst>
      <p:ext uri="{BB962C8B-B14F-4D97-AF65-F5344CB8AC3E}">
        <p14:creationId xmlns:p14="http://schemas.microsoft.com/office/powerpoint/2010/main" val="904638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9C73D-C8AB-FF3E-61DB-7EB67FB326CE}"/>
              </a:ext>
            </a:extLst>
          </p:cNvPr>
          <p:cNvSpPr>
            <a:spLocks noGrp="1"/>
          </p:cNvSpPr>
          <p:nvPr>
            <p:ph type="title"/>
          </p:nvPr>
        </p:nvSpPr>
        <p:spPr/>
        <p:txBody>
          <a:bodyPr/>
          <a:lstStyle/>
          <a:p>
            <a:r>
              <a:rPr lang="en-US"/>
              <a:t>M&amp;V, Step by Step</a:t>
            </a:r>
          </a:p>
        </p:txBody>
      </p:sp>
      <p:graphicFrame>
        <p:nvGraphicFramePr>
          <p:cNvPr id="6" name="Content Placeholder 5">
            <a:extLst>
              <a:ext uri="{FF2B5EF4-FFF2-40B4-BE49-F238E27FC236}">
                <a16:creationId xmlns:a16="http://schemas.microsoft.com/office/drawing/2014/main" id="{95760B30-2092-7FFC-4999-3A912D541C5F}"/>
              </a:ext>
            </a:extLst>
          </p:cNvPr>
          <p:cNvGraphicFramePr>
            <a:graphicFrameLocks noGrp="1"/>
          </p:cNvGraphicFramePr>
          <p:nvPr>
            <p:ph idx="1"/>
            <p:extLst>
              <p:ext uri="{D42A27DB-BD31-4B8C-83A1-F6EECF244321}">
                <p14:modId xmlns:p14="http://schemas.microsoft.com/office/powerpoint/2010/main" val="121360573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Graphic 7">
            <a:extLst>
              <a:ext uri="{FF2B5EF4-FFF2-40B4-BE49-F238E27FC236}">
                <a16:creationId xmlns:a16="http://schemas.microsoft.com/office/drawing/2014/main" id="{C8CC1955-D205-8892-2836-94EF156FF02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314114" y="89019"/>
            <a:ext cx="914400" cy="914400"/>
          </a:xfrm>
          <a:prstGeom prst="rect">
            <a:avLst/>
          </a:prstGeom>
        </p:spPr>
      </p:pic>
      <p:pic>
        <p:nvPicPr>
          <p:cNvPr id="9" name="Graphic 8">
            <a:extLst>
              <a:ext uri="{FF2B5EF4-FFF2-40B4-BE49-F238E27FC236}">
                <a16:creationId xmlns:a16="http://schemas.microsoft.com/office/drawing/2014/main" id="{93D78E74-7CC6-7093-10A4-C4B0F525CF9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399714" y="89019"/>
            <a:ext cx="914400" cy="914400"/>
          </a:xfrm>
          <a:prstGeom prst="rect">
            <a:avLst/>
          </a:prstGeom>
        </p:spPr>
      </p:pic>
      <p:pic>
        <p:nvPicPr>
          <p:cNvPr id="10" name="Graphic 9">
            <a:extLst>
              <a:ext uri="{FF2B5EF4-FFF2-40B4-BE49-F238E27FC236}">
                <a16:creationId xmlns:a16="http://schemas.microsoft.com/office/drawing/2014/main" id="{47859F1B-04C4-D65A-5369-FEE0986F424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485314" y="89019"/>
            <a:ext cx="914400" cy="914400"/>
          </a:xfrm>
          <a:prstGeom prst="rect">
            <a:avLst/>
          </a:prstGeom>
        </p:spPr>
      </p:pic>
      <p:pic>
        <p:nvPicPr>
          <p:cNvPr id="11" name="Graphic 10">
            <a:extLst>
              <a:ext uri="{FF2B5EF4-FFF2-40B4-BE49-F238E27FC236}">
                <a16:creationId xmlns:a16="http://schemas.microsoft.com/office/drawing/2014/main" id="{231DFF54-A800-939A-722E-65C1A0FBD28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848897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A231A65-DDBF-C56D-8394-7BC96B4EBF15}"/>
              </a:ext>
            </a:extLst>
          </p:cNvPr>
          <p:cNvSpPr>
            <a:spLocks noGrp="1"/>
          </p:cNvSpPr>
          <p:nvPr>
            <p:ph idx="1"/>
          </p:nvPr>
        </p:nvSpPr>
        <p:spPr>
          <a:xfrm>
            <a:off x="838200" y="1253331"/>
            <a:ext cx="10652760" cy="4351338"/>
          </a:xfrm>
        </p:spPr>
        <p:txBody>
          <a:bodyPr anchor="ctr">
            <a:normAutofit/>
          </a:bodyPr>
          <a:lstStyle/>
          <a:p>
            <a:pPr marL="0" indent="0">
              <a:lnSpc>
                <a:spcPct val="100000"/>
              </a:lnSpc>
              <a:spcBef>
                <a:spcPts val="3600"/>
              </a:spcBef>
              <a:buNone/>
            </a:pPr>
            <a:r>
              <a:rPr lang="en-US" sz="3200" dirty="0"/>
              <a:t>For M&amp;V to work, all parties must agree ahead of time on how the counterfactual—the adjusted baseline model—will be designed/calculated.</a:t>
            </a:r>
          </a:p>
          <a:p>
            <a:pPr marL="0" indent="0">
              <a:lnSpc>
                <a:spcPct val="100000"/>
              </a:lnSpc>
              <a:spcBef>
                <a:spcPts val="3600"/>
              </a:spcBef>
              <a:buNone/>
            </a:pPr>
            <a:r>
              <a:rPr lang="en-US" sz="3200" b="1" i="1" dirty="0"/>
              <a:t>This is what an M&amp;V plan tries to ensure.</a:t>
            </a:r>
          </a:p>
        </p:txBody>
      </p:sp>
      <p:pic>
        <p:nvPicPr>
          <p:cNvPr id="8" name="Graphic 7">
            <a:extLst>
              <a:ext uri="{FF2B5EF4-FFF2-40B4-BE49-F238E27FC236}">
                <a16:creationId xmlns:a16="http://schemas.microsoft.com/office/drawing/2014/main" id="{37BE51B1-D5A1-BCF1-3332-77006D93B4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36695" y="89019"/>
            <a:ext cx="914400" cy="914400"/>
          </a:xfrm>
          <a:prstGeom prst="rect">
            <a:avLst/>
          </a:prstGeom>
        </p:spPr>
      </p:pic>
      <p:pic>
        <p:nvPicPr>
          <p:cNvPr id="10" name="Graphic 9">
            <a:extLst>
              <a:ext uri="{FF2B5EF4-FFF2-40B4-BE49-F238E27FC236}">
                <a16:creationId xmlns:a16="http://schemas.microsoft.com/office/drawing/2014/main" id="{8E06DA93-ECC0-9FF9-D745-1EAD30B4DCF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07338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AFDE5-5996-E8DB-55B0-17438346C67A}"/>
              </a:ext>
            </a:extLst>
          </p:cNvPr>
          <p:cNvSpPr>
            <a:spLocks noGrp="1"/>
          </p:cNvSpPr>
          <p:nvPr>
            <p:ph type="title"/>
          </p:nvPr>
        </p:nvSpPr>
        <p:spPr>
          <a:xfrm>
            <a:off x="838200" y="614515"/>
            <a:ext cx="10515600" cy="1325563"/>
          </a:xfrm>
        </p:spPr>
        <p:txBody>
          <a:bodyPr/>
          <a:lstStyle/>
          <a:p>
            <a:r>
              <a:rPr lang="en-US"/>
              <a:t>Considering Costs and </a:t>
            </a:r>
            <a:br>
              <a:rPr lang="en-US"/>
            </a:br>
            <a:r>
              <a:rPr lang="en-US"/>
              <a:t>Benefits to All Stakeholders</a:t>
            </a:r>
          </a:p>
        </p:txBody>
      </p:sp>
      <p:sp>
        <p:nvSpPr>
          <p:cNvPr id="3" name="Content Placeholder 2">
            <a:extLst>
              <a:ext uri="{FF2B5EF4-FFF2-40B4-BE49-F238E27FC236}">
                <a16:creationId xmlns:a16="http://schemas.microsoft.com/office/drawing/2014/main" id="{62D04607-7EE4-8B84-A47C-8B64286EA0F4}"/>
              </a:ext>
            </a:extLst>
          </p:cNvPr>
          <p:cNvSpPr>
            <a:spLocks noGrp="1"/>
          </p:cNvSpPr>
          <p:nvPr>
            <p:ph idx="1"/>
          </p:nvPr>
        </p:nvSpPr>
        <p:spPr>
          <a:xfrm>
            <a:off x="838200" y="2075015"/>
            <a:ext cx="10515600" cy="4351338"/>
          </a:xfrm>
        </p:spPr>
        <p:txBody>
          <a:bodyPr/>
          <a:lstStyle/>
          <a:p>
            <a:pPr marL="0" indent="0">
              <a:lnSpc>
                <a:spcPct val="100000"/>
              </a:lnSpc>
              <a:spcBef>
                <a:spcPts val="1600"/>
              </a:spcBef>
              <a:buNone/>
            </a:pPr>
            <a:r>
              <a:rPr lang="en-US" sz="2400" dirty="0"/>
              <a:t>M&amp;V planning must take into consideration the total cost of performing the work, including all the costs involved in …</a:t>
            </a:r>
          </a:p>
          <a:p>
            <a:pPr lvl="1">
              <a:lnSpc>
                <a:spcPct val="100000"/>
              </a:lnSpc>
              <a:spcBef>
                <a:spcPts val="1600"/>
              </a:spcBef>
            </a:pPr>
            <a:r>
              <a:rPr lang="en-US" dirty="0"/>
              <a:t>Deploying metering</a:t>
            </a:r>
          </a:p>
          <a:p>
            <a:pPr lvl="1">
              <a:lnSpc>
                <a:spcPct val="100000"/>
              </a:lnSpc>
              <a:spcBef>
                <a:spcPts val="1600"/>
              </a:spcBef>
            </a:pPr>
            <a:r>
              <a:rPr lang="en-US" dirty="0"/>
              <a:t>Retrieving and analyzing data</a:t>
            </a:r>
          </a:p>
          <a:p>
            <a:pPr lvl="1">
              <a:lnSpc>
                <a:spcPct val="100000"/>
              </a:lnSpc>
              <a:spcBef>
                <a:spcPts val="1600"/>
              </a:spcBef>
            </a:pPr>
            <a:r>
              <a:rPr lang="en-US" dirty="0"/>
              <a:t>Reporting results</a:t>
            </a:r>
          </a:p>
          <a:p>
            <a:pPr lvl="1">
              <a:lnSpc>
                <a:spcPct val="100000"/>
              </a:lnSpc>
              <a:spcBef>
                <a:spcPts val="1600"/>
              </a:spcBef>
            </a:pPr>
            <a:r>
              <a:rPr lang="en-US" dirty="0"/>
              <a:t>Maintaining regulatory compliance</a:t>
            </a:r>
          </a:p>
        </p:txBody>
      </p:sp>
      <p:pic>
        <p:nvPicPr>
          <p:cNvPr id="6" name="Graphic 5">
            <a:extLst>
              <a:ext uri="{FF2B5EF4-FFF2-40B4-BE49-F238E27FC236}">
                <a16:creationId xmlns:a16="http://schemas.microsoft.com/office/drawing/2014/main" id="{1B6FA25A-D0A1-622C-BFC2-CAE688D5EB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5F6E9A82-2347-F83A-5608-08A96BADBA1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99714" y="89019"/>
            <a:ext cx="914400" cy="914400"/>
          </a:xfrm>
          <a:prstGeom prst="rect">
            <a:avLst/>
          </a:prstGeom>
        </p:spPr>
      </p:pic>
      <p:pic>
        <p:nvPicPr>
          <p:cNvPr id="8" name="Graphic 7">
            <a:extLst>
              <a:ext uri="{FF2B5EF4-FFF2-40B4-BE49-F238E27FC236}">
                <a16:creationId xmlns:a16="http://schemas.microsoft.com/office/drawing/2014/main" id="{8FCF3F14-B8AC-24B4-993D-CBC10D53110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974069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423F0-415F-F201-E073-850EAD7B01A4}"/>
              </a:ext>
            </a:extLst>
          </p:cNvPr>
          <p:cNvSpPr>
            <a:spLocks noGrp="1"/>
          </p:cNvSpPr>
          <p:nvPr>
            <p:ph type="title"/>
          </p:nvPr>
        </p:nvSpPr>
        <p:spPr/>
        <p:txBody>
          <a:bodyPr/>
          <a:lstStyle/>
          <a:p>
            <a:r>
              <a:rPr lang="en-US" dirty="0"/>
              <a:t>Typical Contents of M&amp;V Plans</a:t>
            </a:r>
            <a:br>
              <a:rPr lang="en-US" dirty="0"/>
            </a:br>
            <a:r>
              <a:rPr lang="en-US" dirty="0"/>
              <a:t>for an ESPC</a:t>
            </a:r>
          </a:p>
        </p:txBody>
      </p:sp>
      <p:sp>
        <p:nvSpPr>
          <p:cNvPr id="3" name="Content Placeholder 2">
            <a:extLst>
              <a:ext uri="{FF2B5EF4-FFF2-40B4-BE49-F238E27FC236}">
                <a16:creationId xmlns:a16="http://schemas.microsoft.com/office/drawing/2014/main" id="{F4EE263A-0626-B154-A87E-11DE273489E8}"/>
              </a:ext>
            </a:extLst>
          </p:cNvPr>
          <p:cNvSpPr>
            <a:spLocks noGrp="1"/>
          </p:cNvSpPr>
          <p:nvPr>
            <p:ph idx="1"/>
          </p:nvPr>
        </p:nvSpPr>
        <p:spPr/>
        <p:txBody>
          <a:bodyPr>
            <a:normAutofit fontScale="70000" lnSpcReduction="20000"/>
          </a:bodyPr>
          <a:lstStyle/>
          <a:p>
            <a:pPr>
              <a:lnSpc>
                <a:spcPct val="120000"/>
              </a:lnSpc>
              <a:spcBef>
                <a:spcPts val="1200"/>
              </a:spcBef>
            </a:pPr>
            <a:r>
              <a:rPr lang="en-US" b="1" dirty="0"/>
              <a:t>Executive summary</a:t>
            </a:r>
            <a:r>
              <a:rPr lang="en-US" dirty="0"/>
              <a:t> and/or </a:t>
            </a:r>
            <a:r>
              <a:rPr lang="en-US" b="1" dirty="0"/>
              <a:t>overview</a:t>
            </a:r>
            <a:r>
              <a:rPr lang="en-US" dirty="0"/>
              <a:t>: General project information, including goals, description of ECMs, and expected savings.</a:t>
            </a:r>
          </a:p>
          <a:p>
            <a:pPr>
              <a:lnSpc>
                <a:spcPct val="120000"/>
              </a:lnSpc>
              <a:spcBef>
                <a:spcPts val="1200"/>
              </a:spcBef>
            </a:pPr>
            <a:r>
              <a:rPr lang="en-US" b="1" dirty="0"/>
              <a:t>Baseline conditions</a:t>
            </a:r>
            <a:r>
              <a:rPr lang="en-US" dirty="0"/>
              <a:t>: Summary of static factors during the baseline period.</a:t>
            </a:r>
          </a:p>
          <a:p>
            <a:pPr>
              <a:lnSpc>
                <a:spcPct val="120000"/>
              </a:lnSpc>
              <a:spcBef>
                <a:spcPts val="1200"/>
              </a:spcBef>
            </a:pPr>
            <a:r>
              <a:rPr lang="en-US" b="1" dirty="0"/>
              <a:t>Methods</a:t>
            </a:r>
            <a:r>
              <a:rPr lang="en-US" dirty="0"/>
              <a:t>: Detailed explanations of measurement approach, baseline model development, processes for non-routine adjustments, and savings calculations.</a:t>
            </a:r>
          </a:p>
          <a:p>
            <a:pPr>
              <a:lnSpc>
                <a:spcPct val="120000"/>
              </a:lnSpc>
              <a:spcBef>
                <a:spcPts val="1200"/>
              </a:spcBef>
            </a:pPr>
            <a:r>
              <a:rPr lang="en-US" b="1" dirty="0"/>
              <a:t>Schedule of M&amp;V activities and reporting</a:t>
            </a:r>
            <a:r>
              <a:rPr lang="en-US" dirty="0"/>
              <a:t>: Clear schedules for operational verification and other M&amp;V activities as well as the submission of post-installation and annual reports.</a:t>
            </a:r>
          </a:p>
          <a:p>
            <a:pPr>
              <a:lnSpc>
                <a:spcPct val="120000"/>
              </a:lnSpc>
              <a:spcBef>
                <a:spcPts val="1200"/>
              </a:spcBef>
            </a:pPr>
            <a:r>
              <a:rPr lang="en-US" b="1" dirty="0"/>
              <a:t>Risk and responsibility matrix</a:t>
            </a:r>
            <a:r>
              <a:rPr lang="en-US" dirty="0"/>
              <a:t>: Thorough breakdown of various stakeholders’ risks and responsibilities throughout the M&amp;V project.</a:t>
            </a:r>
          </a:p>
        </p:txBody>
      </p:sp>
      <p:pic>
        <p:nvPicPr>
          <p:cNvPr id="6" name="Graphic 5">
            <a:extLst>
              <a:ext uri="{FF2B5EF4-FFF2-40B4-BE49-F238E27FC236}">
                <a16:creationId xmlns:a16="http://schemas.microsoft.com/office/drawing/2014/main" id="{4F10ACE0-4BBC-0662-0205-238E29D73E8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36695" y="89019"/>
            <a:ext cx="914400" cy="914400"/>
          </a:xfrm>
          <a:prstGeom prst="rect">
            <a:avLst/>
          </a:prstGeom>
        </p:spPr>
      </p:pic>
      <p:pic>
        <p:nvPicPr>
          <p:cNvPr id="7" name="Graphic 6">
            <a:extLst>
              <a:ext uri="{FF2B5EF4-FFF2-40B4-BE49-F238E27FC236}">
                <a16:creationId xmlns:a16="http://schemas.microsoft.com/office/drawing/2014/main" id="{1DDF4DC5-3A91-9AE0-4ABE-4B2293E33CD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214643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A0683-DCBB-79FE-CBD5-40CC2B875C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E5D477B-BDA7-F940-D176-4ECB238A975F}"/>
              </a:ext>
            </a:extLst>
          </p:cNvPr>
          <p:cNvSpPr txBox="1"/>
          <p:nvPr/>
        </p:nvSpPr>
        <p:spPr>
          <a:xfrm>
            <a:off x="3098545" y="274321"/>
            <a:ext cx="5994911" cy="584775"/>
          </a:xfrm>
          <a:prstGeom prst="rect">
            <a:avLst/>
          </a:prstGeom>
          <a:noFill/>
        </p:spPr>
        <p:txBody>
          <a:bodyPr wrap="none">
            <a:spAutoFit/>
          </a:bodyPr>
          <a:lstStyle/>
          <a:p>
            <a:pPr algn="ctr">
              <a:defRPr sz="3200" b="1">
                <a:solidFill>
                  <a:srgbClr val="003366"/>
                </a:solidFill>
              </a:defRPr>
            </a:pPr>
            <a:r>
              <a:rPr sz="3200"/>
              <a:t>Example: Real Single Line Diagram</a:t>
            </a:r>
          </a:p>
        </p:txBody>
      </p:sp>
      <p:sp>
        <p:nvSpPr>
          <p:cNvPr id="4" name="TextBox 3">
            <a:extLst>
              <a:ext uri="{FF2B5EF4-FFF2-40B4-BE49-F238E27FC236}">
                <a16:creationId xmlns:a16="http://schemas.microsoft.com/office/drawing/2014/main" id="{6ECDA7A9-6009-BC41-EEC0-F2496BA1F4EE}"/>
              </a:ext>
            </a:extLst>
          </p:cNvPr>
          <p:cNvSpPr txBox="1"/>
          <p:nvPr/>
        </p:nvSpPr>
        <p:spPr>
          <a:xfrm>
            <a:off x="1981200" y="1097280"/>
            <a:ext cx="8229600" cy="369332"/>
          </a:xfrm>
          <a:prstGeom prst="rect">
            <a:avLst/>
          </a:prstGeom>
          <a:noFill/>
        </p:spPr>
        <p:txBody>
          <a:bodyPr wrap="square">
            <a:spAutoFit/>
          </a:bodyPr>
          <a:lstStyle/>
          <a:p>
            <a:pPr algn="ctr">
              <a:defRPr sz="1800" b="1">
                <a:solidFill>
                  <a:srgbClr val="C00000"/>
                </a:solidFill>
              </a:defRPr>
            </a:pPr>
            <a:r>
              <a:t>INSERT YOUR REAL DIAGRAM IMAGE HERE</a:t>
            </a:r>
          </a:p>
        </p:txBody>
      </p:sp>
      <p:sp>
        <p:nvSpPr>
          <p:cNvPr id="5" name="Rectangle 4">
            <a:extLst>
              <a:ext uri="{FF2B5EF4-FFF2-40B4-BE49-F238E27FC236}">
                <a16:creationId xmlns:a16="http://schemas.microsoft.com/office/drawing/2014/main" id="{7F9060DE-DF53-6124-3F72-56A6A06F48C9}"/>
              </a:ext>
            </a:extLst>
          </p:cNvPr>
          <p:cNvSpPr/>
          <p:nvPr/>
        </p:nvSpPr>
        <p:spPr>
          <a:xfrm>
            <a:off x="2438400" y="1737360"/>
            <a:ext cx="7315200" cy="3840480"/>
          </a:xfrm>
          <a:prstGeom prst="rect">
            <a:avLst/>
          </a:prstGeom>
          <a:solidFill>
            <a:srgbClr val="F0F0F0"/>
          </a:solidFill>
          <a:ln w="38100">
            <a:solidFill>
              <a:srgbClr val="C8000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C80000"/>
                </a:solidFill>
              </a:defRPr>
            </a:pPr>
            <a:r>
              <a:rPr sz="2400" dirty="0"/>
              <a:t>PLACEHOLDER FOR</a:t>
            </a:r>
          </a:p>
          <a:p>
            <a:pPr algn="ctr">
              <a:defRPr sz="2400" b="1">
                <a:solidFill>
                  <a:srgbClr val="C80000"/>
                </a:solidFill>
              </a:defRPr>
            </a:pPr>
            <a:r>
              <a:rPr sz="2400" dirty="0"/>
              <a:t>YOUR REAL</a:t>
            </a:r>
          </a:p>
          <a:p>
            <a:pPr algn="ctr">
              <a:defRPr sz="2400" b="1">
                <a:solidFill>
                  <a:srgbClr val="C80000"/>
                </a:solidFill>
              </a:defRPr>
            </a:pPr>
            <a:r>
              <a:rPr sz="2400" dirty="0"/>
              <a:t>SINGLE LINE DIAGRAM</a:t>
            </a:r>
          </a:p>
          <a:p>
            <a:pPr algn="ctr">
              <a:defRPr sz="2400" b="1">
                <a:solidFill>
                  <a:srgbClr val="C80000"/>
                </a:solidFill>
              </a:defRPr>
            </a:pPr>
            <a:r>
              <a:rPr sz="2400" dirty="0"/>
              <a:t>JPG IMAGE</a:t>
            </a:r>
          </a:p>
          <a:p>
            <a:pPr algn="ctr">
              <a:defRPr sz="2400" b="1">
                <a:solidFill>
                  <a:srgbClr val="C80000"/>
                </a:solidFill>
              </a:defRPr>
            </a:pPr>
            <a:endParaRPr sz="2400" dirty="0"/>
          </a:p>
          <a:p>
            <a:pPr algn="ctr">
              <a:defRPr sz="2400" b="1">
                <a:solidFill>
                  <a:srgbClr val="C80000"/>
                </a:solidFill>
              </a:defRPr>
            </a:pPr>
            <a:r>
              <a:rPr sz="2400" dirty="0"/>
              <a:t>(Delete this shape and insert your image here)</a:t>
            </a:r>
          </a:p>
        </p:txBody>
      </p:sp>
      <p:sp>
        <p:nvSpPr>
          <p:cNvPr id="6" name="TextBox 5">
            <a:extLst>
              <a:ext uri="{FF2B5EF4-FFF2-40B4-BE49-F238E27FC236}">
                <a16:creationId xmlns:a16="http://schemas.microsoft.com/office/drawing/2014/main" id="{C01293C7-C738-6B6C-809B-2AB99DAC192D}"/>
              </a:ext>
            </a:extLst>
          </p:cNvPr>
          <p:cNvSpPr txBox="1"/>
          <p:nvPr/>
        </p:nvSpPr>
        <p:spPr>
          <a:xfrm>
            <a:off x="1981200" y="5760720"/>
            <a:ext cx="8229600" cy="600164"/>
          </a:xfrm>
          <a:prstGeom prst="rect">
            <a:avLst/>
          </a:prstGeom>
          <a:noFill/>
        </p:spPr>
        <p:txBody>
          <a:bodyPr wrap="square">
            <a:spAutoFit/>
          </a:bodyPr>
          <a:lstStyle/>
          <a:p>
            <a:pPr algn="ctr">
              <a:defRPr sz="1100" b="0">
                <a:solidFill>
                  <a:srgbClr val="003366"/>
                </a:solidFill>
              </a:defRPr>
            </a:pPr>
            <a:r>
              <a:rPr sz="1100"/>
              <a:t>Teaching Points for Your Diagram:</a:t>
            </a:r>
          </a:p>
          <a:p>
            <a:pPr algn="ctr">
              <a:defRPr sz="1100" b="0">
                <a:solidFill>
                  <a:srgbClr val="003366"/>
                </a:solidFill>
              </a:defRPr>
            </a:pPr>
            <a:r>
              <a:rPr sz="1100"/>
              <a:t>• Identify the main meter location   • Trace power flow from utility to loads</a:t>
            </a:r>
          </a:p>
          <a:p>
            <a:pPr algn="ctr">
              <a:defRPr sz="1100" b="0">
                <a:solidFill>
                  <a:srgbClr val="003366"/>
                </a:solidFill>
              </a:defRPr>
            </a:pPr>
            <a:r>
              <a:rPr sz="1100"/>
              <a:t>• Find potential sub-metering points   • Note measurement boundaries for different ECMs</a:t>
            </a:r>
          </a:p>
        </p:txBody>
      </p:sp>
      <p:pic>
        <p:nvPicPr>
          <p:cNvPr id="7" name="Picture 2" descr="1 Line Diagram (Pillar)">
            <a:extLst>
              <a:ext uri="{FF2B5EF4-FFF2-40B4-BE49-F238E27FC236}">
                <a16:creationId xmlns:a16="http://schemas.microsoft.com/office/drawing/2014/main" id="{64FBE1FD-A998-BF72-95F4-4E36C641C1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096" y="1146843"/>
            <a:ext cx="11242796" cy="4465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1970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6228DB85-CD77-5EE8-9F46-70A3D8D9A5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14114" y="89019"/>
            <a:ext cx="914400" cy="914400"/>
          </a:xfrm>
          <a:prstGeom prst="rect">
            <a:avLst/>
          </a:prstGeom>
        </p:spPr>
      </p:pic>
      <p:pic>
        <p:nvPicPr>
          <p:cNvPr id="11" name="Graphic 10">
            <a:extLst>
              <a:ext uri="{FF2B5EF4-FFF2-40B4-BE49-F238E27FC236}">
                <a16:creationId xmlns:a16="http://schemas.microsoft.com/office/drawing/2014/main" id="{995860CF-4F4A-16C1-B21F-5725C59E44D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99714" y="89019"/>
            <a:ext cx="914400" cy="914400"/>
          </a:xfrm>
          <a:prstGeom prst="rect">
            <a:avLst/>
          </a:prstGeom>
        </p:spPr>
      </p:pic>
      <p:sp>
        <p:nvSpPr>
          <p:cNvPr id="2" name="Title 1">
            <a:extLst>
              <a:ext uri="{FF2B5EF4-FFF2-40B4-BE49-F238E27FC236}">
                <a16:creationId xmlns:a16="http://schemas.microsoft.com/office/drawing/2014/main" id="{EE55D50D-9041-D16D-C7B3-0B757C69D3D8}"/>
              </a:ext>
            </a:extLst>
          </p:cNvPr>
          <p:cNvSpPr>
            <a:spLocks noGrp="1"/>
          </p:cNvSpPr>
          <p:nvPr>
            <p:ph type="title"/>
          </p:nvPr>
        </p:nvSpPr>
        <p:spPr>
          <a:xfrm>
            <a:off x="900049" y="1003419"/>
            <a:ext cx="3932237" cy="1600200"/>
          </a:xfrm>
        </p:spPr>
        <p:txBody>
          <a:bodyPr>
            <a:normAutofit/>
          </a:bodyPr>
          <a:lstStyle/>
          <a:p>
            <a:r>
              <a:rPr lang="en-US" sz="4400"/>
              <a:t>Sample Plan</a:t>
            </a:r>
          </a:p>
        </p:txBody>
      </p:sp>
      <p:pic>
        <p:nvPicPr>
          <p:cNvPr id="14" name="Picture Placeholder 13">
            <a:extLst>
              <a:ext uri="{FF2B5EF4-FFF2-40B4-BE49-F238E27FC236}">
                <a16:creationId xmlns:a16="http://schemas.microsoft.com/office/drawing/2014/main" id="{8A4AD869-BEF6-CB6E-3F99-04DD7230B8D6}"/>
              </a:ext>
            </a:extLst>
          </p:cNvPr>
          <p:cNvPicPr>
            <a:picLocks noGrp="1" noChangeAspect="1"/>
          </p:cNvPicPr>
          <p:nvPr>
            <p:ph type="pic" idx="1"/>
          </p:nvPr>
        </p:nvPicPr>
        <p:blipFill>
          <a:blip r:embed="rId7"/>
          <a:srcRect t="5376" b="5376"/>
          <a:stretch>
            <a:fillRect/>
          </a:stretch>
        </p:blipFill>
        <p:spPr>
          <a:xfrm>
            <a:off x="5056314" y="1272250"/>
            <a:ext cx="6172200" cy="4873625"/>
          </a:xfrm>
        </p:spPr>
      </p:pic>
      <p:sp>
        <p:nvSpPr>
          <p:cNvPr id="3" name="Content Placeholder 2">
            <a:extLst>
              <a:ext uri="{FF2B5EF4-FFF2-40B4-BE49-F238E27FC236}">
                <a16:creationId xmlns:a16="http://schemas.microsoft.com/office/drawing/2014/main" id="{BC6C2E78-003C-0E87-3B7A-4AD74CBC2F4D}"/>
              </a:ext>
            </a:extLst>
          </p:cNvPr>
          <p:cNvSpPr>
            <a:spLocks noGrp="1"/>
          </p:cNvSpPr>
          <p:nvPr>
            <p:ph type="body" sz="half" idx="2"/>
          </p:nvPr>
        </p:nvSpPr>
        <p:spPr>
          <a:xfrm>
            <a:off x="900049" y="2603619"/>
            <a:ext cx="4156265" cy="3811588"/>
          </a:xfrm>
        </p:spPr>
        <p:txBody>
          <a:bodyPr>
            <a:normAutofit/>
          </a:bodyPr>
          <a:lstStyle/>
          <a:p>
            <a:r>
              <a:rPr lang="en-US" sz="2400" b="1" dirty="0">
                <a:hlinkClick r:id="rId8"/>
              </a:rPr>
              <a:t>FEMP</a:t>
            </a:r>
            <a:r>
              <a:rPr lang="en-US" sz="2400" dirty="0">
                <a:hlinkClick r:id="rId8"/>
              </a:rPr>
              <a:t>: Example Measurement &amp; Verification Plan for a Super ESPC Project</a:t>
            </a:r>
            <a:r>
              <a:rPr lang="en-US" sz="2400" dirty="0"/>
              <a:t> </a:t>
            </a:r>
          </a:p>
        </p:txBody>
      </p:sp>
      <p:pic>
        <p:nvPicPr>
          <p:cNvPr id="12" name="Graphic 11">
            <a:extLst>
              <a:ext uri="{FF2B5EF4-FFF2-40B4-BE49-F238E27FC236}">
                <a16:creationId xmlns:a16="http://schemas.microsoft.com/office/drawing/2014/main" id="{71982B3E-0B94-11A6-EC9C-2B20749B680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212160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43FE6-D9B7-03B2-6146-115BE4EE14ED}"/>
              </a:ext>
            </a:extLst>
          </p:cNvPr>
          <p:cNvSpPr>
            <a:spLocks noGrp="1"/>
          </p:cNvSpPr>
          <p:nvPr>
            <p:ph type="title"/>
          </p:nvPr>
        </p:nvSpPr>
        <p:spPr/>
        <p:txBody>
          <a:bodyPr/>
          <a:lstStyle/>
          <a:p>
            <a:r>
              <a:rPr lang="en-US"/>
              <a:t>Plans and Contracts</a:t>
            </a:r>
          </a:p>
        </p:txBody>
      </p:sp>
      <p:sp>
        <p:nvSpPr>
          <p:cNvPr id="3" name="Content Placeholder 2">
            <a:extLst>
              <a:ext uri="{FF2B5EF4-FFF2-40B4-BE49-F238E27FC236}">
                <a16:creationId xmlns:a16="http://schemas.microsoft.com/office/drawing/2014/main" id="{D200778D-59E1-1D63-71B0-D6F2BA5C7FF6}"/>
              </a:ext>
            </a:extLst>
          </p:cNvPr>
          <p:cNvSpPr>
            <a:spLocks noGrp="1"/>
          </p:cNvSpPr>
          <p:nvPr>
            <p:ph sz="half" idx="1"/>
          </p:nvPr>
        </p:nvSpPr>
        <p:spPr>
          <a:xfrm>
            <a:off x="838200" y="1825625"/>
            <a:ext cx="5257800" cy="4351338"/>
          </a:xfrm>
        </p:spPr>
        <p:txBody>
          <a:bodyPr>
            <a:normAutofit fontScale="85000" lnSpcReduction="10000"/>
          </a:bodyPr>
          <a:lstStyle/>
          <a:p>
            <a:pPr marL="0" indent="0">
              <a:lnSpc>
                <a:spcPct val="110000"/>
              </a:lnSpc>
              <a:spcBef>
                <a:spcPts val="1600"/>
              </a:spcBef>
              <a:buNone/>
            </a:pPr>
            <a:r>
              <a:rPr lang="en-US" sz="2700" dirty="0"/>
              <a:t>When M&amp;V supports a contract—typically an energy savings performance contract—the first step of the CMVP should be to review the contractual arrangement between the parties.</a:t>
            </a:r>
          </a:p>
        </p:txBody>
      </p:sp>
      <p:sp>
        <p:nvSpPr>
          <p:cNvPr id="6" name="Content Placeholder 5">
            <a:extLst>
              <a:ext uri="{FF2B5EF4-FFF2-40B4-BE49-F238E27FC236}">
                <a16:creationId xmlns:a16="http://schemas.microsoft.com/office/drawing/2014/main" id="{FFF2C891-556E-362B-70BD-89BA18F43C6C}"/>
              </a:ext>
            </a:extLst>
          </p:cNvPr>
          <p:cNvSpPr>
            <a:spLocks noGrp="1"/>
          </p:cNvSpPr>
          <p:nvPr>
            <p:ph sz="half" idx="2"/>
          </p:nvPr>
        </p:nvSpPr>
        <p:spPr>
          <a:xfrm>
            <a:off x="6268278" y="1825625"/>
            <a:ext cx="5085522" cy="4351338"/>
          </a:xfrm>
        </p:spPr>
        <p:txBody>
          <a:bodyPr>
            <a:normAutofit fontScale="85000" lnSpcReduction="10000"/>
          </a:bodyPr>
          <a:lstStyle/>
          <a:p>
            <a:pPr marL="0" indent="0">
              <a:lnSpc>
                <a:spcPct val="110000"/>
              </a:lnSpc>
              <a:spcBef>
                <a:spcPts val="1200"/>
              </a:spcBef>
              <a:buNone/>
            </a:pPr>
            <a:r>
              <a:rPr lang="en-US" sz="2700" b="1" dirty="0"/>
              <a:t>The contract should address: </a:t>
            </a:r>
          </a:p>
          <a:p>
            <a:pPr lvl="1">
              <a:lnSpc>
                <a:spcPct val="110000"/>
              </a:lnSpc>
              <a:spcBef>
                <a:spcPts val="1200"/>
              </a:spcBef>
            </a:pPr>
            <a:r>
              <a:rPr lang="en-US" dirty="0"/>
              <a:t>Long-term operational responsibility and risk allocation</a:t>
            </a:r>
          </a:p>
          <a:p>
            <a:pPr lvl="1">
              <a:lnSpc>
                <a:spcPct val="110000"/>
              </a:lnSpc>
              <a:spcBef>
                <a:spcPts val="1200"/>
              </a:spcBef>
            </a:pPr>
            <a:r>
              <a:rPr lang="en-US" dirty="0"/>
              <a:t>Static factor inventory and updates</a:t>
            </a:r>
          </a:p>
          <a:p>
            <a:pPr lvl="1">
              <a:lnSpc>
                <a:spcPct val="110000"/>
              </a:lnSpc>
              <a:spcBef>
                <a:spcPts val="1200"/>
              </a:spcBef>
            </a:pPr>
            <a:r>
              <a:rPr lang="en-US" dirty="0"/>
              <a:t>Schedules for activities and deliverables</a:t>
            </a:r>
          </a:p>
          <a:p>
            <a:pPr lvl="1">
              <a:lnSpc>
                <a:spcPct val="110000"/>
              </a:lnSpc>
              <a:spcBef>
                <a:spcPts val="1200"/>
              </a:spcBef>
            </a:pPr>
            <a:r>
              <a:rPr lang="en-US" dirty="0"/>
              <a:t>Appropriate baseline period</a:t>
            </a:r>
          </a:p>
          <a:p>
            <a:pPr lvl="1">
              <a:lnSpc>
                <a:spcPct val="110000"/>
              </a:lnSpc>
              <a:spcBef>
                <a:spcPts val="1200"/>
              </a:spcBef>
            </a:pPr>
            <a:r>
              <a:rPr lang="en-US" dirty="0"/>
              <a:t>Processes for non-routine adjustments</a:t>
            </a:r>
          </a:p>
        </p:txBody>
      </p:sp>
      <p:pic>
        <p:nvPicPr>
          <p:cNvPr id="7" name="Graphic 6">
            <a:extLst>
              <a:ext uri="{FF2B5EF4-FFF2-40B4-BE49-F238E27FC236}">
                <a16:creationId xmlns:a16="http://schemas.microsoft.com/office/drawing/2014/main" id="{7FA7B7EE-EC26-864B-8116-CF2E9D8AF6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36695" y="89019"/>
            <a:ext cx="914400" cy="914400"/>
          </a:xfrm>
          <a:prstGeom prst="rect">
            <a:avLst/>
          </a:prstGeom>
        </p:spPr>
      </p:pic>
      <p:pic>
        <p:nvPicPr>
          <p:cNvPr id="8" name="Graphic 7">
            <a:extLst>
              <a:ext uri="{FF2B5EF4-FFF2-40B4-BE49-F238E27FC236}">
                <a16:creationId xmlns:a16="http://schemas.microsoft.com/office/drawing/2014/main" id="{E74C3313-1854-28A4-4B1A-F18AEE3D2B4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008167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C7834CFC-76AD-4D85-2291-1136517FF0A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36695" y="101262"/>
            <a:ext cx="914400" cy="914400"/>
          </a:xfrm>
          <a:prstGeom prst="rect">
            <a:avLst/>
          </a:prstGeom>
        </p:spPr>
      </p:pic>
      <p:sp>
        <p:nvSpPr>
          <p:cNvPr id="2" name="Title 1">
            <a:extLst>
              <a:ext uri="{FF2B5EF4-FFF2-40B4-BE49-F238E27FC236}">
                <a16:creationId xmlns:a16="http://schemas.microsoft.com/office/drawing/2014/main" id="{6E4423F0-415F-F201-E073-850EAD7B01A4}"/>
              </a:ext>
            </a:extLst>
          </p:cNvPr>
          <p:cNvSpPr>
            <a:spLocks noGrp="1"/>
          </p:cNvSpPr>
          <p:nvPr>
            <p:ph type="title"/>
          </p:nvPr>
        </p:nvSpPr>
        <p:spPr/>
        <p:txBody>
          <a:bodyPr>
            <a:normAutofit/>
          </a:bodyPr>
          <a:lstStyle/>
          <a:p>
            <a:r>
              <a:rPr lang="en-US" sz="4000"/>
              <a:t>Other Contextual Considerations</a:t>
            </a:r>
          </a:p>
        </p:txBody>
      </p:sp>
      <p:sp>
        <p:nvSpPr>
          <p:cNvPr id="3" name="Content Placeholder 2">
            <a:extLst>
              <a:ext uri="{FF2B5EF4-FFF2-40B4-BE49-F238E27FC236}">
                <a16:creationId xmlns:a16="http://schemas.microsoft.com/office/drawing/2014/main" id="{F4EE263A-0626-B154-A87E-11DE273489E8}"/>
              </a:ext>
            </a:extLst>
          </p:cNvPr>
          <p:cNvSpPr>
            <a:spLocks noGrp="1"/>
          </p:cNvSpPr>
          <p:nvPr>
            <p:ph idx="1"/>
          </p:nvPr>
        </p:nvSpPr>
        <p:spPr/>
        <p:txBody>
          <a:bodyPr/>
          <a:lstStyle/>
          <a:p>
            <a:pPr>
              <a:lnSpc>
                <a:spcPct val="100000"/>
              </a:lnSpc>
              <a:spcBef>
                <a:spcPts val="1600"/>
              </a:spcBef>
            </a:pPr>
            <a:r>
              <a:rPr lang="en-US" sz="2400"/>
              <a:t>Besides contractual requirements, the M&amp;V plan should reflect …</a:t>
            </a:r>
          </a:p>
          <a:p>
            <a:pPr marL="1143000" lvl="1" indent="-457200"/>
            <a:r>
              <a:rPr lang="en-US"/>
              <a:t>Regulatory and program rules</a:t>
            </a:r>
          </a:p>
          <a:p>
            <a:pPr marL="1143000" lvl="1" indent="-457200"/>
            <a:r>
              <a:rPr lang="en-US"/>
              <a:t>Relevant guidelines, standards, and protocols</a:t>
            </a:r>
          </a:p>
          <a:p>
            <a:pPr marL="1143000" lvl="1" indent="-457200"/>
            <a:r>
              <a:rPr lang="en-US"/>
              <a:t>The project’s sector—industrial, commercial, institutional, or residential</a:t>
            </a:r>
          </a:p>
        </p:txBody>
      </p:sp>
      <p:pic>
        <p:nvPicPr>
          <p:cNvPr id="9" name="Graphic 8">
            <a:extLst>
              <a:ext uri="{FF2B5EF4-FFF2-40B4-BE49-F238E27FC236}">
                <a16:creationId xmlns:a16="http://schemas.microsoft.com/office/drawing/2014/main" id="{AAA919AB-612E-660F-1970-D192197E6EE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28514" y="101262"/>
            <a:ext cx="914400" cy="914400"/>
          </a:xfrm>
          <a:prstGeom prst="rect">
            <a:avLst/>
          </a:prstGeom>
        </p:spPr>
      </p:pic>
    </p:spTree>
    <p:extLst>
      <p:ext uri="{BB962C8B-B14F-4D97-AF65-F5344CB8AC3E}">
        <p14:creationId xmlns:p14="http://schemas.microsoft.com/office/powerpoint/2010/main" val="645470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5A4B2-7BD6-8D1F-25D8-4CEEF737A58F}"/>
              </a:ext>
            </a:extLst>
          </p:cNvPr>
          <p:cNvSpPr>
            <a:spLocks noGrp="1"/>
          </p:cNvSpPr>
          <p:nvPr>
            <p:ph type="title"/>
          </p:nvPr>
        </p:nvSpPr>
        <p:spPr/>
        <p:txBody>
          <a:bodyPr/>
          <a:lstStyle/>
          <a:p>
            <a:r>
              <a:rPr lang="en-US"/>
              <a:t>Risks and Responsibilities</a:t>
            </a:r>
          </a:p>
        </p:txBody>
      </p:sp>
      <p:sp>
        <p:nvSpPr>
          <p:cNvPr id="3" name="Content Placeholder 2">
            <a:extLst>
              <a:ext uri="{FF2B5EF4-FFF2-40B4-BE49-F238E27FC236}">
                <a16:creationId xmlns:a16="http://schemas.microsoft.com/office/drawing/2014/main" id="{870DE004-0A81-6E2A-5C17-DCC9866E6545}"/>
              </a:ext>
            </a:extLst>
          </p:cNvPr>
          <p:cNvSpPr>
            <a:spLocks noGrp="1"/>
          </p:cNvSpPr>
          <p:nvPr>
            <p:ph idx="1"/>
          </p:nvPr>
        </p:nvSpPr>
        <p:spPr>
          <a:xfrm>
            <a:off x="838200" y="1690688"/>
            <a:ext cx="10515600" cy="4351338"/>
          </a:xfrm>
        </p:spPr>
        <p:txBody>
          <a:bodyPr>
            <a:normAutofit fontScale="85000" lnSpcReduction="20000"/>
          </a:bodyPr>
          <a:lstStyle/>
          <a:p>
            <a:r>
              <a:rPr lang="en-US" b="1"/>
              <a:t>M&amp;V confidence</a:t>
            </a:r>
            <a:r>
              <a:rPr lang="en-US"/>
              <a:t>: The customer assumes the responsibility for determining the level of confidence that it desires to have in the M&amp;V program and energy savings determinations. The desired confidence will be reflected in the resources required for the M&amp;V program, and the ESCO must consider the requirement before submitting the final proposal. Clarify how project savings are being verified (e.g., equipment performance, operational factors, energy use) and the impact on M&amp;V costs.</a:t>
            </a:r>
          </a:p>
          <a:p>
            <a:r>
              <a:rPr lang="en-US" b="1"/>
              <a:t>Delays</a:t>
            </a:r>
            <a:r>
              <a:rPr lang="en-US"/>
              <a:t>: Both the ESCO and the customer can cause delays. Failure to implement a viable project in a timely manner costs the customer in the form of lost savings and can add cost to the project (e.g., construction interest, remobilization). Clarify schedule and how delays will be handled.</a:t>
            </a:r>
          </a:p>
        </p:txBody>
      </p:sp>
      <p:pic>
        <p:nvPicPr>
          <p:cNvPr id="6" name="Graphic 5">
            <a:extLst>
              <a:ext uri="{FF2B5EF4-FFF2-40B4-BE49-F238E27FC236}">
                <a16:creationId xmlns:a16="http://schemas.microsoft.com/office/drawing/2014/main" id="{97DF3466-373D-61F7-0AC7-C0FB03AF65F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1D69AFE1-BFFC-099F-ABEA-51C00F4256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99714" y="89019"/>
            <a:ext cx="914400" cy="914400"/>
          </a:xfrm>
          <a:prstGeom prst="rect">
            <a:avLst/>
          </a:prstGeom>
        </p:spPr>
      </p:pic>
      <p:pic>
        <p:nvPicPr>
          <p:cNvPr id="8" name="Graphic 7">
            <a:extLst>
              <a:ext uri="{FF2B5EF4-FFF2-40B4-BE49-F238E27FC236}">
                <a16:creationId xmlns:a16="http://schemas.microsoft.com/office/drawing/2014/main" id="{45D135B9-B90A-1ADE-B781-30FE675309E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4041609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5A4B2-7BD6-8D1F-25D8-4CEEF737A58F}"/>
              </a:ext>
            </a:extLst>
          </p:cNvPr>
          <p:cNvSpPr>
            <a:spLocks noGrp="1"/>
          </p:cNvSpPr>
          <p:nvPr>
            <p:ph type="title"/>
          </p:nvPr>
        </p:nvSpPr>
        <p:spPr/>
        <p:txBody>
          <a:bodyPr/>
          <a:lstStyle/>
          <a:p>
            <a:r>
              <a:rPr lang="en-US"/>
              <a:t>Risks and Responsibilities</a:t>
            </a:r>
          </a:p>
        </p:txBody>
      </p:sp>
      <p:sp>
        <p:nvSpPr>
          <p:cNvPr id="3" name="Content Placeholder 2">
            <a:extLst>
              <a:ext uri="{FF2B5EF4-FFF2-40B4-BE49-F238E27FC236}">
                <a16:creationId xmlns:a16="http://schemas.microsoft.com/office/drawing/2014/main" id="{870DE004-0A81-6E2A-5C17-DCC9866E6545}"/>
              </a:ext>
            </a:extLst>
          </p:cNvPr>
          <p:cNvSpPr>
            <a:spLocks noGrp="1"/>
          </p:cNvSpPr>
          <p:nvPr>
            <p:ph idx="1"/>
          </p:nvPr>
        </p:nvSpPr>
        <p:spPr>
          <a:xfrm>
            <a:off x="838200" y="1690688"/>
            <a:ext cx="10515600" cy="4351338"/>
          </a:xfrm>
        </p:spPr>
        <p:txBody>
          <a:bodyPr>
            <a:normAutofit fontScale="77500" lnSpcReduction="20000"/>
          </a:bodyPr>
          <a:lstStyle/>
          <a:p>
            <a:r>
              <a:rPr lang="en-US" b="1"/>
              <a:t>Operating hours</a:t>
            </a:r>
            <a:r>
              <a:rPr lang="en-US"/>
              <a:t>: The customer generally has control over operating hours. Increases and decreases in operating hours can show up as increases or decreases in savings depending on the M&amp;V method. Clarify whether operating hours are to be measured or stipulated and what the impact will be if they change. If the operating hours are stipulated, the baseline should be carefully documented and agreed to by both parties.</a:t>
            </a:r>
          </a:p>
          <a:p>
            <a:r>
              <a:rPr lang="en-US" b="1"/>
              <a:t>Load</a:t>
            </a:r>
            <a:r>
              <a:rPr lang="en-US"/>
              <a:t>: Equipment loads can change over time. The customer generally has control over hours of operation, conditioned floor area, intensity of use (e.g., changes in occupancy or level of automation). Changes in load can show up as increases or decreases in “savings” depending on the M&amp;V method. Clarify whether equipment loads are to be measured or stipulated and what the impact will be if they change.</a:t>
            </a:r>
          </a:p>
        </p:txBody>
      </p:sp>
      <p:pic>
        <p:nvPicPr>
          <p:cNvPr id="6" name="Graphic 5">
            <a:extLst>
              <a:ext uri="{FF2B5EF4-FFF2-40B4-BE49-F238E27FC236}">
                <a16:creationId xmlns:a16="http://schemas.microsoft.com/office/drawing/2014/main" id="{97DF3466-373D-61F7-0AC7-C0FB03AF65F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1D69AFE1-BFFC-099F-ABEA-51C00F4256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99714" y="89019"/>
            <a:ext cx="914400" cy="914400"/>
          </a:xfrm>
          <a:prstGeom prst="rect">
            <a:avLst/>
          </a:prstGeom>
        </p:spPr>
      </p:pic>
      <p:pic>
        <p:nvPicPr>
          <p:cNvPr id="8" name="Graphic 7">
            <a:extLst>
              <a:ext uri="{FF2B5EF4-FFF2-40B4-BE49-F238E27FC236}">
                <a16:creationId xmlns:a16="http://schemas.microsoft.com/office/drawing/2014/main" id="{45D135B9-B90A-1ADE-B781-30FE675309E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087796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5A4B2-7BD6-8D1F-25D8-4CEEF737A58F}"/>
              </a:ext>
            </a:extLst>
          </p:cNvPr>
          <p:cNvSpPr>
            <a:spLocks noGrp="1"/>
          </p:cNvSpPr>
          <p:nvPr>
            <p:ph type="title"/>
          </p:nvPr>
        </p:nvSpPr>
        <p:spPr/>
        <p:txBody>
          <a:bodyPr/>
          <a:lstStyle/>
          <a:p>
            <a:r>
              <a:rPr lang="en-US"/>
              <a:t>Risks and Responsibilities</a:t>
            </a:r>
          </a:p>
        </p:txBody>
      </p:sp>
      <p:sp>
        <p:nvSpPr>
          <p:cNvPr id="3" name="Content Placeholder 2">
            <a:extLst>
              <a:ext uri="{FF2B5EF4-FFF2-40B4-BE49-F238E27FC236}">
                <a16:creationId xmlns:a16="http://schemas.microsoft.com/office/drawing/2014/main" id="{870DE004-0A81-6E2A-5C17-DCC9866E6545}"/>
              </a:ext>
            </a:extLst>
          </p:cNvPr>
          <p:cNvSpPr>
            <a:spLocks noGrp="1"/>
          </p:cNvSpPr>
          <p:nvPr>
            <p:ph idx="1"/>
          </p:nvPr>
        </p:nvSpPr>
        <p:spPr>
          <a:xfrm>
            <a:off x="838200" y="1690688"/>
            <a:ext cx="10515600" cy="4351338"/>
          </a:xfrm>
        </p:spPr>
        <p:txBody>
          <a:bodyPr>
            <a:normAutofit/>
          </a:bodyPr>
          <a:lstStyle/>
          <a:p>
            <a:r>
              <a:rPr lang="en-US" sz="2400" b="1"/>
              <a:t>Weather</a:t>
            </a:r>
            <a:r>
              <a:rPr lang="en-US" sz="2400"/>
              <a:t>: A number of energy and water conservation measures are affected by weather, which neither the contractor nor the customer has control over. Clearly specify how weather corrections will be performed (usually routine adjustments).</a:t>
            </a:r>
          </a:p>
          <a:p>
            <a:r>
              <a:rPr lang="en-US" sz="2400" b="1"/>
              <a:t>User participation</a:t>
            </a:r>
            <a:r>
              <a:rPr lang="en-US" sz="2400"/>
              <a:t>: Many energy conservation measures require user participation to generate savings (e.g., control settings). The savings can be variable, and the ESCO may be unwilling to invest in these measures. Clarify what degree of user participation is needed and use monitoring and training to mitigate risk.</a:t>
            </a:r>
          </a:p>
        </p:txBody>
      </p:sp>
      <p:pic>
        <p:nvPicPr>
          <p:cNvPr id="6" name="Graphic 5">
            <a:extLst>
              <a:ext uri="{FF2B5EF4-FFF2-40B4-BE49-F238E27FC236}">
                <a16:creationId xmlns:a16="http://schemas.microsoft.com/office/drawing/2014/main" id="{97DF3466-373D-61F7-0AC7-C0FB03AF65F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1D69AFE1-BFFC-099F-ABEA-51C00F4256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99714" y="89019"/>
            <a:ext cx="914400" cy="914400"/>
          </a:xfrm>
          <a:prstGeom prst="rect">
            <a:avLst/>
          </a:prstGeom>
        </p:spPr>
      </p:pic>
      <p:pic>
        <p:nvPicPr>
          <p:cNvPr id="8" name="Graphic 7">
            <a:extLst>
              <a:ext uri="{FF2B5EF4-FFF2-40B4-BE49-F238E27FC236}">
                <a16:creationId xmlns:a16="http://schemas.microsoft.com/office/drawing/2014/main" id="{45D135B9-B90A-1ADE-B781-30FE675309E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899668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5A4B2-7BD6-8D1F-25D8-4CEEF737A58F}"/>
              </a:ext>
            </a:extLst>
          </p:cNvPr>
          <p:cNvSpPr>
            <a:spLocks noGrp="1"/>
          </p:cNvSpPr>
          <p:nvPr>
            <p:ph type="title"/>
          </p:nvPr>
        </p:nvSpPr>
        <p:spPr/>
        <p:txBody>
          <a:bodyPr/>
          <a:lstStyle/>
          <a:p>
            <a:r>
              <a:rPr lang="en-US"/>
              <a:t>Risks and Responsibilities</a:t>
            </a:r>
          </a:p>
        </p:txBody>
      </p:sp>
      <p:sp>
        <p:nvSpPr>
          <p:cNvPr id="3" name="Content Placeholder 2">
            <a:extLst>
              <a:ext uri="{FF2B5EF4-FFF2-40B4-BE49-F238E27FC236}">
                <a16:creationId xmlns:a16="http://schemas.microsoft.com/office/drawing/2014/main" id="{870DE004-0A81-6E2A-5C17-DCC9866E6545}"/>
              </a:ext>
            </a:extLst>
          </p:cNvPr>
          <p:cNvSpPr>
            <a:spLocks noGrp="1"/>
          </p:cNvSpPr>
          <p:nvPr>
            <p:ph idx="1"/>
          </p:nvPr>
        </p:nvSpPr>
        <p:spPr>
          <a:xfrm>
            <a:off x="838200" y="1690688"/>
            <a:ext cx="10515600" cy="4351338"/>
          </a:xfrm>
        </p:spPr>
        <p:txBody>
          <a:bodyPr>
            <a:noAutofit/>
          </a:bodyPr>
          <a:lstStyle/>
          <a:p>
            <a:r>
              <a:rPr lang="en-US" sz="2400" b="1"/>
              <a:t>Operations</a:t>
            </a:r>
            <a:r>
              <a:rPr lang="en-US" sz="2400"/>
              <a:t>: Clarify which party will perform equipment operations, the implications of equipment control, how changes in operating procedures will be handled, and how proper operations will be assured.</a:t>
            </a:r>
          </a:p>
          <a:p>
            <a:r>
              <a:rPr lang="en-US" sz="2400" b="1"/>
              <a:t>Preventive maintenance</a:t>
            </a:r>
            <a:r>
              <a:rPr lang="en-US" sz="2400"/>
              <a:t>: Clarify how long-term preventive maintenance will be ensured, especially if the party responsible for long-term performance is not responsible for maintenance. Clarify who is responsible for performing long-term preventive maintenance to maintain operational performance throughout the contract term. Clarify what will be done if inadequate preventive maintenance impacts performance.</a:t>
            </a:r>
          </a:p>
        </p:txBody>
      </p:sp>
      <p:pic>
        <p:nvPicPr>
          <p:cNvPr id="6" name="Graphic 5">
            <a:extLst>
              <a:ext uri="{FF2B5EF4-FFF2-40B4-BE49-F238E27FC236}">
                <a16:creationId xmlns:a16="http://schemas.microsoft.com/office/drawing/2014/main" id="{97DF3466-373D-61F7-0AC7-C0FB03AF65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1D69AFE1-BFFC-099F-ABEA-51C00F42564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99714" y="89019"/>
            <a:ext cx="914400" cy="914400"/>
          </a:xfrm>
          <a:prstGeom prst="rect">
            <a:avLst/>
          </a:prstGeom>
        </p:spPr>
      </p:pic>
      <p:pic>
        <p:nvPicPr>
          <p:cNvPr id="8" name="Graphic 7">
            <a:extLst>
              <a:ext uri="{FF2B5EF4-FFF2-40B4-BE49-F238E27FC236}">
                <a16:creationId xmlns:a16="http://schemas.microsoft.com/office/drawing/2014/main" id="{45D135B9-B90A-1ADE-B781-30FE675309E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373161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5A4B2-7BD6-8D1F-25D8-4CEEF737A58F}"/>
              </a:ext>
            </a:extLst>
          </p:cNvPr>
          <p:cNvSpPr>
            <a:spLocks noGrp="1"/>
          </p:cNvSpPr>
          <p:nvPr>
            <p:ph type="title"/>
          </p:nvPr>
        </p:nvSpPr>
        <p:spPr/>
        <p:txBody>
          <a:bodyPr/>
          <a:lstStyle/>
          <a:p>
            <a:r>
              <a:rPr lang="en-US"/>
              <a:t>Risks and Responsibilities</a:t>
            </a:r>
          </a:p>
        </p:txBody>
      </p:sp>
      <p:sp>
        <p:nvSpPr>
          <p:cNvPr id="3" name="Content Placeholder 2">
            <a:extLst>
              <a:ext uri="{FF2B5EF4-FFF2-40B4-BE49-F238E27FC236}">
                <a16:creationId xmlns:a16="http://schemas.microsoft.com/office/drawing/2014/main" id="{870DE004-0A81-6E2A-5C17-DCC9866E6545}"/>
              </a:ext>
            </a:extLst>
          </p:cNvPr>
          <p:cNvSpPr>
            <a:spLocks noGrp="1"/>
          </p:cNvSpPr>
          <p:nvPr>
            <p:ph idx="1"/>
          </p:nvPr>
        </p:nvSpPr>
        <p:spPr>
          <a:xfrm>
            <a:off x="838200" y="1690688"/>
            <a:ext cx="10515600" cy="4351338"/>
          </a:xfrm>
        </p:spPr>
        <p:txBody>
          <a:bodyPr>
            <a:noAutofit/>
          </a:bodyPr>
          <a:lstStyle/>
          <a:p>
            <a:r>
              <a:rPr lang="en-US" sz="2400" b="1"/>
              <a:t>Equipment performance</a:t>
            </a:r>
            <a:r>
              <a:rPr lang="en-US" sz="2400"/>
              <a:t>: Clarify who is responsible for initial and long-term performance, how it will be verified, and what will be done if performance does not meet expectations.</a:t>
            </a:r>
          </a:p>
          <a:p>
            <a:r>
              <a:rPr lang="en-US" sz="2400" b="1"/>
              <a:t>Equipment repair and replacement</a:t>
            </a:r>
            <a:r>
              <a:rPr lang="en-US" sz="2400"/>
              <a:t>: Clarify who is responsible for performing replacement of failed components or equipment replacement throughout the term of the contract. Specifically address potential impacts on performance due to equipment failure. Specify expected equipment life and warranties for all installed equipment. Discuss replacement responsibility when equipment life is shorter than the term of the contract.</a:t>
            </a:r>
          </a:p>
        </p:txBody>
      </p:sp>
      <p:pic>
        <p:nvPicPr>
          <p:cNvPr id="6" name="Graphic 5">
            <a:extLst>
              <a:ext uri="{FF2B5EF4-FFF2-40B4-BE49-F238E27FC236}">
                <a16:creationId xmlns:a16="http://schemas.microsoft.com/office/drawing/2014/main" id="{97DF3466-373D-61F7-0AC7-C0FB03AF65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1D69AFE1-BFFC-099F-ABEA-51C00F42564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99714" y="89019"/>
            <a:ext cx="914400" cy="914400"/>
          </a:xfrm>
          <a:prstGeom prst="rect">
            <a:avLst/>
          </a:prstGeom>
        </p:spPr>
      </p:pic>
      <p:pic>
        <p:nvPicPr>
          <p:cNvPr id="8" name="Graphic 7">
            <a:extLst>
              <a:ext uri="{FF2B5EF4-FFF2-40B4-BE49-F238E27FC236}">
                <a16:creationId xmlns:a16="http://schemas.microsoft.com/office/drawing/2014/main" id="{45D135B9-B90A-1ADE-B781-30FE675309E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568338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154B361-1997-5E95-7D7B-094378922C3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36695" y="89019"/>
            <a:ext cx="914400" cy="914400"/>
          </a:xfrm>
          <a:prstGeom prst="rect">
            <a:avLst/>
          </a:prstGeom>
        </p:spPr>
      </p:pic>
      <p:sp>
        <p:nvSpPr>
          <p:cNvPr id="2" name="Title 1">
            <a:extLst>
              <a:ext uri="{FF2B5EF4-FFF2-40B4-BE49-F238E27FC236}">
                <a16:creationId xmlns:a16="http://schemas.microsoft.com/office/drawing/2014/main" id="{61938414-7615-211F-564F-E82CC15C9B79}"/>
              </a:ext>
            </a:extLst>
          </p:cNvPr>
          <p:cNvSpPr>
            <a:spLocks noGrp="1"/>
          </p:cNvSpPr>
          <p:nvPr>
            <p:ph type="title"/>
          </p:nvPr>
        </p:nvSpPr>
        <p:spPr/>
        <p:txBody>
          <a:bodyPr/>
          <a:lstStyle/>
          <a:p>
            <a:pPr>
              <a:lnSpc>
                <a:spcPct val="100000"/>
              </a:lnSpc>
            </a:pPr>
            <a:r>
              <a:rPr lang="en-US"/>
              <a:t>Utility Program Considerations</a:t>
            </a:r>
            <a:endParaRPr lang="en-US" sz="3600" b="0" i="1"/>
          </a:p>
        </p:txBody>
      </p:sp>
      <p:sp>
        <p:nvSpPr>
          <p:cNvPr id="3" name="Content Placeholder 2">
            <a:extLst>
              <a:ext uri="{FF2B5EF4-FFF2-40B4-BE49-F238E27FC236}">
                <a16:creationId xmlns:a16="http://schemas.microsoft.com/office/drawing/2014/main" id="{EB47ADD1-91B3-2E83-656E-A4A59AFDFD5E}"/>
              </a:ext>
            </a:extLst>
          </p:cNvPr>
          <p:cNvSpPr>
            <a:spLocks noGrp="1"/>
          </p:cNvSpPr>
          <p:nvPr>
            <p:ph idx="1"/>
          </p:nvPr>
        </p:nvSpPr>
        <p:spPr/>
        <p:txBody>
          <a:bodyPr>
            <a:normAutofit lnSpcReduction="10000"/>
          </a:bodyPr>
          <a:lstStyle/>
          <a:p>
            <a:pPr>
              <a:spcBef>
                <a:spcPts val="1200"/>
              </a:spcBef>
            </a:pPr>
            <a:r>
              <a:rPr lang="en-US" sz="2400"/>
              <a:t>First, some important terminology:</a:t>
            </a:r>
          </a:p>
          <a:p>
            <a:pPr marL="1143000" lvl="1" indent="-457200">
              <a:spcBef>
                <a:spcPts val="1200"/>
              </a:spcBef>
            </a:pPr>
            <a:r>
              <a:rPr lang="en-US"/>
              <a:t>A </a:t>
            </a:r>
            <a:r>
              <a:rPr lang="en-US" b="1"/>
              <a:t>program</a:t>
            </a:r>
            <a:r>
              <a:rPr lang="en-US"/>
              <a:t> consists of a series of related energy efficiency projects sponsored by an organization such as a utility or government agency. </a:t>
            </a:r>
          </a:p>
          <a:p>
            <a:pPr marL="1143000" lvl="1" indent="-457200">
              <a:spcBef>
                <a:spcPts val="1200"/>
              </a:spcBef>
            </a:pPr>
            <a:r>
              <a:rPr lang="en-US"/>
              <a:t>Similarly, a </a:t>
            </a:r>
            <a:r>
              <a:rPr lang="en-US" b="1"/>
              <a:t>portfolio </a:t>
            </a:r>
            <a:r>
              <a:rPr lang="en-US"/>
              <a:t>is a collection of energy efficiency programs sponsored by such an organization, employing various technologies across a range of contexts.</a:t>
            </a:r>
          </a:p>
          <a:p>
            <a:pPr marL="1143000" lvl="1" indent="-457200">
              <a:spcBef>
                <a:spcPts val="1200"/>
              </a:spcBef>
            </a:pPr>
            <a:r>
              <a:rPr lang="en-US" b="1"/>
              <a:t>Evaluation, measurement, and verification (EM&amp;V)</a:t>
            </a:r>
            <a:r>
              <a:rPr lang="en-US"/>
              <a:t> refers to the evaluation of reported savings (</a:t>
            </a:r>
            <a:r>
              <a:rPr lang="en-US" i="1"/>
              <a:t>ex post</a:t>
            </a:r>
            <a:r>
              <a:rPr lang="en-US"/>
              <a:t>) to the submitted savings (</a:t>
            </a:r>
            <a:r>
              <a:rPr lang="en-US" i="1"/>
              <a:t>ex ante</a:t>
            </a:r>
            <a:r>
              <a:rPr lang="en-US"/>
              <a:t>) to determine if regulatory compliance has been met and the savings are accurate.</a:t>
            </a:r>
          </a:p>
        </p:txBody>
      </p:sp>
      <p:pic>
        <p:nvPicPr>
          <p:cNvPr id="8" name="Graphic 7">
            <a:extLst>
              <a:ext uri="{FF2B5EF4-FFF2-40B4-BE49-F238E27FC236}">
                <a16:creationId xmlns:a16="http://schemas.microsoft.com/office/drawing/2014/main" id="{252C9578-8FCE-B21E-56F3-FC2B54D3D00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215212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D62D9-4C55-7D73-ADBD-BB45A24A3BEC}"/>
              </a:ext>
            </a:extLst>
          </p:cNvPr>
          <p:cNvSpPr>
            <a:spLocks noGrp="1"/>
          </p:cNvSpPr>
          <p:nvPr>
            <p:ph type="title"/>
          </p:nvPr>
        </p:nvSpPr>
        <p:spPr/>
        <p:txBody>
          <a:bodyPr/>
          <a:lstStyle/>
          <a:p>
            <a:r>
              <a:rPr lang="en-US"/>
              <a:t>Scenario – Module 7</a:t>
            </a:r>
          </a:p>
        </p:txBody>
      </p:sp>
      <p:sp>
        <p:nvSpPr>
          <p:cNvPr id="3" name="Content Placeholder 2">
            <a:extLst>
              <a:ext uri="{FF2B5EF4-FFF2-40B4-BE49-F238E27FC236}">
                <a16:creationId xmlns:a16="http://schemas.microsoft.com/office/drawing/2014/main" id="{17C97A0C-632E-1CE8-CCC5-DA32EF36CE74}"/>
              </a:ext>
            </a:extLst>
          </p:cNvPr>
          <p:cNvSpPr>
            <a:spLocks noGrp="1"/>
          </p:cNvSpPr>
          <p:nvPr>
            <p:ph idx="1"/>
          </p:nvPr>
        </p:nvSpPr>
        <p:spPr>
          <a:xfrm>
            <a:off x="838200" y="1672497"/>
            <a:ext cx="10515600" cy="4351338"/>
          </a:xfrm>
        </p:spPr>
        <p:txBody>
          <a:bodyPr>
            <a:normAutofit/>
          </a:bodyPr>
          <a:lstStyle/>
          <a:p>
            <a:r>
              <a:rPr lang="en-US" sz="2400"/>
              <a:t>Barlow-Fox, an ESCO, has approached a food and beverage conglomerate and offered to install technology in its production facilities that purports to extend equipment life, lower maintenance costs, and reduce electricity consumption.</a:t>
            </a:r>
          </a:p>
          <a:p>
            <a:r>
              <a:rPr lang="en-US" sz="2400"/>
              <a:t>Barlow-Fox estimates that the technology would reduce energy consumption by about 5 percent. It has proposed installing the technology under a shared savings agreement, which would allow the client to avoid the upfront costs of purchasing and installing the technology. </a:t>
            </a:r>
          </a:p>
        </p:txBody>
      </p:sp>
    </p:spTree>
    <p:extLst>
      <p:ext uri="{BB962C8B-B14F-4D97-AF65-F5344CB8AC3E}">
        <p14:creationId xmlns:p14="http://schemas.microsoft.com/office/powerpoint/2010/main" val="1373081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D62D9-4C55-7D73-ADBD-BB45A24A3BEC}"/>
              </a:ext>
            </a:extLst>
          </p:cNvPr>
          <p:cNvSpPr>
            <a:spLocks noGrp="1"/>
          </p:cNvSpPr>
          <p:nvPr>
            <p:ph type="title"/>
          </p:nvPr>
        </p:nvSpPr>
        <p:spPr/>
        <p:txBody>
          <a:bodyPr/>
          <a:lstStyle/>
          <a:p>
            <a:r>
              <a:rPr lang="en-US"/>
              <a:t>Scenario – Module 7</a:t>
            </a:r>
          </a:p>
        </p:txBody>
      </p:sp>
      <p:sp>
        <p:nvSpPr>
          <p:cNvPr id="3" name="Content Placeholder 2">
            <a:extLst>
              <a:ext uri="{FF2B5EF4-FFF2-40B4-BE49-F238E27FC236}">
                <a16:creationId xmlns:a16="http://schemas.microsoft.com/office/drawing/2014/main" id="{17C97A0C-632E-1CE8-CCC5-DA32EF36CE74}"/>
              </a:ext>
            </a:extLst>
          </p:cNvPr>
          <p:cNvSpPr>
            <a:spLocks noGrp="1"/>
          </p:cNvSpPr>
          <p:nvPr>
            <p:ph idx="1"/>
          </p:nvPr>
        </p:nvSpPr>
        <p:spPr>
          <a:xfrm>
            <a:off x="838200" y="1690688"/>
            <a:ext cx="10515600" cy="4351338"/>
          </a:xfrm>
        </p:spPr>
        <p:txBody>
          <a:bodyPr>
            <a:normAutofit/>
          </a:bodyPr>
          <a:lstStyle/>
          <a:p>
            <a:r>
              <a:rPr lang="en-US" sz="2400"/>
              <a:t>An initial agreement has been reached to install and pilot the technology in a limited number of food production facilities. Within the agreement, a whole facility method of performance verification has been defined.</a:t>
            </a:r>
          </a:p>
          <a:p>
            <a:r>
              <a:rPr lang="en-US" sz="2400"/>
              <a:t>As M&amp;V lead, you must assemble a team for this project. Which personnel do you choose and why?</a:t>
            </a:r>
          </a:p>
        </p:txBody>
      </p:sp>
    </p:spTree>
    <p:extLst>
      <p:ext uri="{BB962C8B-B14F-4D97-AF65-F5344CB8AC3E}">
        <p14:creationId xmlns:p14="http://schemas.microsoft.com/office/powerpoint/2010/main" val="2229716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A4DE5-3D22-1F3A-975B-E71151133F3F}"/>
              </a:ext>
            </a:extLst>
          </p:cNvPr>
          <p:cNvSpPr>
            <a:spLocks noGrp="1"/>
          </p:cNvSpPr>
          <p:nvPr>
            <p:ph type="title"/>
          </p:nvPr>
        </p:nvSpPr>
        <p:spPr/>
        <p:txBody>
          <a:bodyPr/>
          <a:lstStyle/>
          <a:p>
            <a:r>
              <a:rPr lang="en-US"/>
              <a:t>Key Takeaways</a:t>
            </a:r>
          </a:p>
        </p:txBody>
      </p:sp>
      <p:sp>
        <p:nvSpPr>
          <p:cNvPr id="3" name="Content Placeholder 2">
            <a:extLst>
              <a:ext uri="{FF2B5EF4-FFF2-40B4-BE49-F238E27FC236}">
                <a16:creationId xmlns:a16="http://schemas.microsoft.com/office/drawing/2014/main" id="{1B5E4337-ECC2-7EF4-9444-FF9FDFB85E37}"/>
              </a:ext>
            </a:extLst>
          </p:cNvPr>
          <p:cNvSpPr>
            <a:spLocks noGrp="1"/>
          </p:cNvSpPr>
          <p:nvPr>
            <p:ph idx="1"/>
          </p:nvPr>
        </p:nvSpPr>
        <p:spPr>
          <a:xfrm>
            <a:off x="838200" y="1690688"/>
            <a:ext cx="10515600" cy="4351338"/>
          </a:xfrm>
        </p:spPr>
        <p:txBody>
          <a:bodyPr>
            <a:normAutofit/>
          </a:bodyPr>
          <a:lstStyle/>
          <a:p>
            <a:pPr marL="457200" indent="-457200">
              <a:spcBef>
                <a:spcPts val="1200"/>
              </a:spcBef>
              <a:buFont typeface="Arial" panose="020B0604020202020204" pitchFamily="34" charset="0"/>
              <a:buChar char="•"/>
            </a:pPr>
            <a:r>
              <a:rPr lang="en-US" sz="2400"/>
              <a:t>An M&amp;V plan should indicate how the adjusted baseline model will be calculated in a way acceptable to all stakeholders.</a:t>
            </a:r>
          </a:p>
          <a:p>
            <a:pPr marL="457200" indent="-457200">
              <a:lnSpc>
                <a:spcPct val="100000"/>
              </a:lnSpc>
              <a:spcBef>
                <a:spcPts val="1200"/>
              </a:spcBef>
              <a:buFont typeface="Arial" panose="020B0604020202020204" pitchFamily="34" charset="0"/>
              <a:buChar char="•"/>
            </a:pPr>
            <a:r>
              <a:rPr lang="en-US" sz="2400"/>
              <a:t>Conventionally, M&amp;V plans include an overview, an account of baseline conditions, an explanation of methods, a schedule of M&amp;V activities and reporting, and a risk and responsibility matrix.</a:t>
            </a:r>
          </a:p>
          <a:p>
            <a:pPr marL="457200" indent="-457200">
              <a:lnSpc>
                <a:spcPct val="100000"/>
              </a:lnSpc>
              <a:spcBef>
                <a:spcPts val="1200"/>
              </a:spcBef>
              <a:buFont typeface="Arial" panose="020B0604020202020204" pitchFamily="34" charset="0"/>
              <a:buChar char="•"/>
            </a:pPr>
            <a:r>
              <a:rPr lang="en-US" sz="2400"/>
              <a:t>M&amp;V plans should align with relevant contracts and/or program guidelines.</a:t>
            </a:r>
          </a:p>
        </p:txBody>
      </p:sp>
    </p:spTree>
    <p:extLst>
      <p:ext uri="{BB962C8B-B14F-4D97-AF65-F5344CB8AC3E}">
        <p14:creationId xmlns:p14="http://schemas.microsoft.com/office/powerpoint/2010/main" val="1566782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14FB5-A5EE-06A7-F96C-ECDC493F4E3F}"/>
              </a:ext>
            </a:extLst>
          </p:cNvPr>
          <p:cNvSpPr>
            <a:spLocks noGrp="1"/>
          </p:cNvSpPr>
          <p:nvPr>
            <p:ph type="title"/>
          </p:nvPr>
        </p:nvSpPr>
        <p:spPr/>
        <p:txBody>
          <a:bodyPr/>
          <a:lstStyle/>
          <a:p>
            <a:r>
              <a:rPr lang="en-US" b="0" dirty="0"/>
              <a:t>Module 7: Planning</a:t>
            </a:r>
            <a:endParaRPr lang="en-US" dirty="0"/>
          </a:p>
        </p:txBody>
      </p:sp>
      <p:sp>
        <p:nvSpPr>
          <p:cNvPr id="3" name="Content Placeholder 2">
            <a:extLst>
              <a:ext uri="{FF2B5EF4-FFF2-40B4-BE49-F238E27FC236}">
                <a16:creationId xmlns:a16="http://schemas.microsoft.com/office/drawing/2014/main" id="{A800423B-CE43-5922-D66A-8E1B6496B31B}"/>
              </a:ext>
            </a:extLst>
          </p:cNvPr>
          <p:cNvSpPr>
            <a:spLocks noGrp="1"/>
          </p:cNvSpPr>
          <p:nvPr>
            <p:ph idx="1"/>
          </p:nvPr>
        </p:nvSpPr>
        <p:spPr/>
        <p:txBody>
          <a:bodyPr/>
          <a:lstStyle/>
          <a:p>
            <a:pPr marL="457200" indent="-457200">
              <a:buFont typeface="+mj-lt"/>
              <a:buAutoNum type="arabicPeriod"/>
            </a:pPr>
            <a:r>
              <a:rPr lang="en-US" dirty="0"/>
              <a:t>Why is it important to align the contents of your M&amp;V plan with both the contract and the needs of all identified stakeholders?</a:t>
            </a:r>
          </a:p>
          <a:p>
            <a:pPr marL="457200" indent="-457200">
              <a:buFont typeface="+mj-lt"/>
              <a:buAutoNum type="arabicPeriod"/>
            </a:pPr>
            <a:r>
              <a:rPr lang="en-US" dirty="0"/>
              <a:t>What roles and responsibilities should be assigned in an M&amp;V plan to manage project risk and ensure timely completion?</a:t>
            </a:r>
          </a:p>
          <a:p>
            <a:pPr marL="457200" indent="-457200">
              <a:buFont typeface="+mj-lt"/>
              <a:buAutoNum type="arabicPeriod"/>
            </a:pPr>
            <a:r>
              <a:rPr lang="en-US" dirty="0"/>
              <a:t>How can a well-developed M&amp;V plan help prevent or resolve disputes between ESCOs, clients, and other parties?</a:t>
            </a:r>
          </a:p>
          <a:p>
            <a:endParaRPr lang="en-US" dirty="0"/>
          </a:p>
        </p:txBody>
      </p:sp>
    </p:spTree>
    <p:extLst>
      <p:ext uri="{BB962C8B-B14F-4D97-AF65-F5344CB8AC3E}">
        <p14:creationId xmlns:p14="http://schemas.microsoft.com/office/powerpoint/2010/main" val="2794331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orkbooks">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Workbooks">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orkbooks" id="{97888F8D-FCE6-4A54-972D-8F39DFCC3DF7}" vid="{B9283D6F-5C70-4FF0-A54C-00C549D04FED}"/>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Workbooks">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Workbooks">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orkbooks" id="{97888F8D-FCE6-4A54-972D-8F39DFCC3DF7}" vid="{B9283D6F-5C70-4FF0-A54C-00C549D04FED}"/>
    </a:ext>
  </a:extLst>
</a:theme>
</file>

<file path=ppt/theme/theme5.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68908EB78113947A2551702793187F6" ma:contentTypeVersion="20" ma:contentTypeDescription="Create a new document." ma:contentTypeScope="" ma:versionID="8fa1d89827d6287d4aa55d021510eae1">
  <xsd:schema xmlns:xsd="http://www.w3.org/2001/XMLSchema" xmlns:xs="http://www.w3.org/2001/XMLSchema" xmlns:p="http://schemas.microsoft.com/office/2006/metadata/properties" xmlns:ns2="eede6f60-fd02-4aa8-96b3-c6d8596d5a0b" xmlns:ns3="0a3e92f2-5613-46e7-b45d-3aef96e77e3b" targetNamespace="http://schemas.microsoft.com/office/2006/metadata/properties" ma:root="true" ma:fieldsID="f205a015fb39f47bd8f6727bb7547130" ns2:_="" ns3:_="">
    <xsd:import namespace="eede6f60-fd02-4aa8-96b3-c6d8596d5a0b"/>
    <xsd:import namespace="0a3e92f2-5613-46e7-b45d-3aef96e77e3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ServiceObjectDetectorVersions" minOccurs="0"/>
                <xsd:element ref="ns2:MediaServiceSearchProperties" minOccurs="0"/>
                <xsd:element ref="ns2:MediaServiceBillingMetadata"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de6f60-fd02-4aa8-96b3-c6d8596d5a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1cda971e-2c5b-4836-b7b3-048297a31dd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a3e92f2-5613-46e7-b45d-3aef96e77e3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1b9f90b-3c36-435b-ab9f-2f962144757d}" ma:internalName="TaxCatchAll" ma:showField="CatchAllData" ma:web="0a3e92f2-5613-46e7-b45d-3aef96e77e3b">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0a3e92f2-5613-46e7-b45d-3aef96e77e3b" xsi:nil="true"/>
    <lcf76f155ced4ddcb4097134ff3c332f xmlns="eede6f60-fd02-4aa8-96b3-c6d8596d5a0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EE8D315-FB96-4E96-84FD-2A7E424AC051}"/>
</file>

<file path=customXml/itemProps2.xml><?xml version="1.0" encoding="utf-8"?>
<ds:datastoreItem xmlns:ds="http://schemas.openxmlformats.org/officeDocument/2006/customXml" ds:itemID="{D8BF64DB-D942-4A20-80F1-FB121BB9C912}">
  <ds:schemaRefs>
    <ds:schemaRef ds:uri="http://schemas.microsoft.com/sharepoint/v3/contenttype/forms"/>
  </ds:schemaRefs>
</ds:datastoreItem>
</file>

<file path=customXml/itemProps3.xml><?xml version="1.0" encoding="utf-8"?>
<ds:datastoreItem xmlns:ds="http://schemas.openxmlformats.org/officeDocument/2006/customXml" ds:itemID="{66F8726B-B980-4ED5-9F11-E65DB1718071}">
  <ds:schemaRefs>
    <ds:schemaRef ds:uri="http://purl.org/dc/elements/1.1/"/>
    <ds:schemaRef ds:uri="http://www.w3.org/XML/1998/namespace"/>
    <ds:schemaRef ds:uri="267a8a91-dfd1-490b-b5c1-63772aa9a30a"/>
    <ds:schemaRef ds:uri="http://schemas.microsoft.com/office/2006/documentManagement/types"/>
    <ds:schemaRef ds:uri="http://schemas.microsoft.com/office/infopath/2007/PartnerControls"/>
    <ds:schemaRef ds:uri="http://schemas.openxmlformats.org/package/2006/metadata/core-properties"/>
    <ds:schemaRef ds:uri="http://purl.org/dc/terms/"/>
    <ds:schemaRef ds:uri="a6218c6d-ee78-4afe-8639-984cf5de87af"/>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28708</TotalTime>
  <Words>1560</Words>
  <Application>Microsoft Office PowerPoint</Application>
  <PresentationFormat>Widescreen</PresentationFormat>
  <Paragraphs>104</Paragraphs>
  <Slides>20</Slides>
  <Notes>5</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20</vt:i4>
      </vt:variant>
    </vt:vector>
  </HeadingPairs>
  <TitlesOfParts>
    <vt:vector size="31" baseType="lpstr">
      <vt:lpstr>Verdana</vt:lpstr>
      <vt:lpstr>Aptos Display</vt:lpstr>
      <vt:lpstr>Segoe UI Light</vt:lpstr>
      <vt:lpstr>Arial</vt:lpstr>
      <vt:lpstr>Aptos</vt:lpstr>
      <vt:lpstr>Segoe UI Semibold</vt:lpstr>
      <vt:lpstr>Calibri Light</vt:lpstr>
      <vt:lpstr>Office Theme</vt:lpstr>
      <vt:lpstr>Workbooks</vt:lpstr>
      <vt:lpstr>Custom Design</vt:lpstr>
      <vt:lpstr>1_Workbooks</vt:lpstr>
      <vt:lpstr>MODULE 7 Planning</vt:lpstr>
      <vt:lpstr>Learning Objectives</vt:lpstr>
      <vt:lpstr>M&amp;V, Step by Step</vt:lpstr>
      <vt:lpstr>PowerPoint Presentation</vt:lpstr>
      <vt:lpstr>Considering Costs and  Benefits to All Stakeholders</vt:lpstr>
      <vt:lpstr>Typical Contents of M&amp;V Plans for an ESPC</vt:lpstr>
      <vt:lpstr>PowerPoint Presentation</vt:lpstr>
      <vt:lpstr>Sample Plan</vt:lpstr>
      <vt:lpstr>Plans and Contracts</vt:lpstr>
      <vt:lpstr>Other Contextual Considerations</vt:lpstr>
      <vt:lpstr>Risks and Responsibilities</vt:lpstr>
      <vt:lpstr>Risks and Responsibilities</vt:lpstr>
      <vt:lpstr>Risks and Responsibilities</vt:lpstr>
      <vt:lpstr>Risks and Responsibilities</vt:lpstr>
      <vt:lpstr>Risks and Responsibilities</vt:lpstr>
      <vt:lpstr>Utility Program Considerations</vt:lpstr>
      <vt:lpstr>Scenario – Module 7</vt:lpstr>
      <vt:lpstr>Scenario – Module 7</vt:lpstr>
      <vt:lpstr>Key Takeaways</vt:lpstr>
      <vt:lpstr>Module 7: Planning</vt:lpstr>
    </vt:vector>
  </TitlesOfParts>
  <Manager/>
  <Company>Association of Energy Engineers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AEE Certified Training Template</dc:title>
  <dc:subject>Version 1.0 January 1, 2019</dc:subject>
  <dc:creator>Michael Hewson</dc:creator>
  <cp:keywords/>
  <dc:description/>
  <cp:lastModifiedBy>Martijn Prak</cp:lastModifiedBy>
  <cp:revision>69</cp:revision>
  <cp:lastPrinted>2023-09-28T19:47:32Z</cp:lastPrinted>
  <dcterms:created xsi:type="dcterms:W3CDTF">2018-12-23T18:03:31Z</dcterms:created>
  <dcterms:modified xsi:type="dcterms:W3CDTF">2025-11-21T15:36:24Z</dcterms:modified>
  <cp:category>Certified Training Material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0x010100F68908EB78113947A2551702793187F6</vt:lpwstr>
  </property>
  <property fmtid="{D5CDD505-2E9C-101B-9397-08002B2CF9AE}" pid="3" name="MediaServiceImageTags">
    <vt:lpwstr/>
  </property>
  <property fmtid="{D5CDD505-2E9C-101B-9397-08002B2CF9AE}" pid="4" name="Order">
    <vt:r8>621900</vt:r8>
  </property>
  <property fmtid="{D5CDD505-2E9C-101B-9397-08002B2CF9AE}" pid="5" name="xd_Signature">
    <vt:bool>false</vt:bool>
  </property>
  <property fmtid="{D5CDD505-2E9C-101B-9397-08002B2CF9AE}" pid="6" name="xd_ProgID">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ies>
</file>